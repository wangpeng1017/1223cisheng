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media/image1.jpeg" ContentType="image/jpeg"/>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1pPr>
    <a:lvl2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2pPr>
    <a:lvl3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3pPr>
    <a:lvl4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4pPr>
    <a:lvl5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5pPr>
    <a:lvl6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6pPr>
    <a:lvl7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7pPr>
    <a:lvl8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8pPr>
    <a:lvl9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b="def" i="def"/>
      <a:tcStyle>
        <a:tcBdr/>
        <a:fill>
          <a:solidFill>
            <a:srgbClr val="FCE9F0"/>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787391"/>
          <c:y val="0.0428007"/>
          <c:w val="0.91587"/>
          <c:h val="0.820017"/>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Sheet1!$B$1:$GSP$1</c:f>
              <c:strCache>
                <c:ptCount val="5241"/>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pt idx="75">
                  <c:v>0.375</c:v>
                </c:pt>
                <c:pt idx="76">
                  <c:v>0.38</c:v>
                </c:pt>
                <c:pt idx="77">
                  <c:v>0.385</c:v>
                </c:pt>
                <c:pt idx="78">
                  <c:v>0.39</c:v>
                </c:pt>
                <c:pt idx="79">
                  <c:v>0.395</c:v>
                </c:pt>
                <c:pt idx="80">
                  <c:v>0.4</c:v>
                </c:pt>
                <c:pt idx="81">
                  <c:v>0.405</c:v>
                </c:pt>
                <c:pt idx="82">
                  <c:v>0.41</c:v>
                </c:pt>
                <c:pt idx="83">
                  <c:v>0.415</c:v>
                </c:pt>
                <c:pt idx="84">
                  <c:v>0.42</c:v>
                </c:pt>
                <c:pt idx="85">
                  <c:v>0.425</c:v>
                </c:pt>
                <c:pt idx="86">
                  <c:v>0.43</c:v>
                </c:pt>
                <c:pt idx="87">
                  <c:v>0.435</c:v>
                </c:pt>
                <c:pt idx="88">
                  <c:v>0.44</c:v>
                </c:pt>
                <c:pt idx="89">
                  <c:v>0.445</c:v>
                </c:pt>
                <c:pt idx="90">
                  <c:v>0.45</c:v>
                </c:pt>
                <c:pt idx="91">
                  <c:v>0.455</c:v>
                </c:pt>
                <c:pt idx="92">
                  <c:v>0.46</c:v>
                </c:pt>
                <c:pt idx="93">
                  <c:v>0.465</c:v>
                </c:pt>
                <c:pt idx="94">
                  <c:v>0.47</c:v>
                </c:pt>
                <c:pt idx="95">
                  <c:v>0.475</c:v>
                </c:pt>
                <c:pt idx="96">
                  <c:v>0.48</c:v>
                </c:pt>
                <c:pt idx="97">
                  <c:v>0.485</c:v>
                </c:pt>
                <c:pt idx="98">
                  <c:v>0.49</c:v>
                </c:pt>
                <c:pt idx="99">
                  <c:v>0.495</c:v>
                </c:pt>
                <c:pt idx="100">
                  <c:v>0.5</c:v>
                </c:pt>
                <c:pt idx="101">
                  <c:v>0.505</c:v>
                </c:pt>
                <c:pt idx="102">
                  <c:v>0.51</c:v>
                </c:pt>
                <c:pt idx="103">
                  <c:v>0.515</c:v>
                </c:pt>
                <c:pt idx="104">
                  <c:v>0.52</c:v>
                </c:pt>
                <c:pt idx="105">
                  <c:v>0.525</c:v>
                </c:pt>
                <c:pt idx="106">
                  <c:v>0.53</c:v>
                </c:pt>
                <c:pt idx="107">
                  <c:v>0.535</c:v>
                </c:pt>
                <c:pt idx="108">
                  <c:v>0.54</c:v>
                </c:pt>
                <c:pt idx="109">
                  <c:v>0.545</c:v>
                </c:pt>
                <c:pt idx="110">
                  <c:v>0.55</c:v>
                </c:pt>
                <c:pt idx="111">
                  <c:v>0.555</c:v>
                </c:pt>
                <c:pt idx="112">
                  <c:v>0.56</c:v>
                </c:pt>
                <c:pt idx="113">
                  <c:v>0.565</c:v>
                </c:pt>
                <c:pt idx="114">
                  <c:v>0.57</c:v>
                </c:pt>
                <c:pt idx="115">
                  <c:v>0.575</c:v>
                </c:pt>
                <c:pt idx="116">
                  <c:v>0.58</c:v>
                </c:pt>
                <c:pt idx="117">
                  <c:v>0.585</c:v>
                </c:pt>
                <c:pt idx="118">
                  <c:v>0.59</c:v>
                </c:pt>
                <c:pt idx="119">
                  <c:v>0.595</c:v>
                </c:pt>
                <c:pt idx="120">
                  <c:v>0.6</c:v>
                </c:pt>
                <c:pt idx="121">
                  <c:v>0.605</c:v>
                </c:pt>
                <c:pt idx="122">
                  <c:v>0.61</c:v>
                </c:pt>
                <c:pt idx="123">
                  <c:v>0.615</c:v>
                </c:pt>
                <c:pt idx="124">
                  <c:v>0.62</c:v>
                </c:pt>
                <c:pt idx="125">
                  <c:v>0.625</c:v>
                </c:pt>
                <c:pt idx="126">
                  <c:v>0.63</c:v>
                </c:pt>
                <c:pt idx="127">
                  <c:v>0.635</c:v>
                </c:pt>
                <c:pt idx="128">
                  <c:v>0.64</c:v>
                </c:pt>
                <c:pt idx="129">
                  <c:v>0.645</c:v>
                </c:pt>
                <c:pt idx="130">
                  <c:v>0.65</c:v>
                </c:pt>
                <c:pt idx="131">
                  <c:v>0.655</c:v>
                </c:pt>
                <c:pt idx="132">
                  <c:v>0.66</c:v>
                </c:pt>
                <c:pt idx="133">
                  <c:v>0.665</c:v>
                </c:pt>
                <c:pt idx="134">
                  <c:v>0.67</c:v>
                </c:pt>
                <c:pt idx="135">
                  <c:v>0.675</c:v>
                </c:pt>
                <c:pt idx="136">
                  <c:v>0.68</c:v>
                </c:pt>
                <c:pt idx="137">
                  <c:v>0.685</c:v>
                </c:pt>
                <c:pt idx="138">
                  <c:v>0.69</c:v>
                </c:pt>
                <c:pt idx="139">
                  <c:v>0.695</c:v>
                </c:pt>
                <c:pt idx="140">
                  <c:v>0.7</c:v>
                </c:pt>
                <c:pt idx="141">
                  <c:v>0.705</c:v>
                </c:pt>
                <c:pt idx="142">
                  <c:v>0.71</c:v>
                </c:pt>
                <c:pt idx="143">
                  <c:v>0.715</c:v>
                </c:pt>
                <c:pt idx="144">
                  <c:v>0.72</c:v>
                </c:pt>
                <c:pt idx="145">
                  <c:v>0.725</c:v>
                </c:pt>
                <c:pt idx="146">
                  <c:v>0.73</c:v>
                </c:pt>
                <c:pt idx="147">
                  <c:v>0.735</c:v>
                </c:pt>
                <c:pt idx="148">
                  <c:v>0.74</c:v>
                </c:pt>
                <c:pt idx="149">
                  <c:v>0.745</c:v>
                </c:pt>
                <c:pt idx="150">
                  <c:v>0.75</c:v>
                </c:pt>
                <c:pt idx="151">
                  <c:v>0.755</c:v>
                </c:pt>
                <c:pt idx="152">
                  <c:v>0.76</c:v>
                </c:pt>
                <c:pt idx="153">
                  <c:v>0.765</c:v>
                </c:pt>
                <c:pt idx="154">
                  <c:v>0.77</c:v>
                </c:pt>
                <c:pt idx="155">
                  <c:v>0.775</c:v>
                </c:pt>
                <c:pt idx="156">
                  <c:v>0.78</c:v>
                </c:pt>
                <c:pt idx="157">
                  <c:v>0.785</c:v>
                </c:pt>
                <c:pt idx="158">
                  <c:v>0.79</c:v>
                </c:pt>
                <c:pt idx="159">
                  <c:v>0.795</c:v>
                </c:pt>
                <c:pt idx="160">
                  <c:v>0.8</c:v>
                </c:pt>
                <c:pt idx="161">
                  <c:v>0.805</c:v>
                </c:pt>
                <c:pt idx="162">
                  <c:v>0.81</c:v>
                </c:pt>
                <c:pt idx="163">
                  <c:v>0.815</c:v>
                </c:pt>
                <c:pt idx="164">
                  <c:v>0.82</c:v>
                </c:pt>
                <c:pt idx="165">
                  <c:v>0.825</c:v>
                </c:pt>
                <c:pt idx="166">
                  <c:v>0.83</c:v>
                </c:pt>
                <c:pt idx="167">
                  <c:v>0.835</c:v>
                </c:pt>
                <c:pt idx="168">
                  <c:v>0.84</c:v>
                </c:pt>
                <c:pt idx="169">
                  <c:v>0.845</c:v>
                </c:pt>
                <c:pt idx="170">
                  <c:v>0.85</c:v>
                </c:pt>
                <c:pt idx="171">
                  <c:v>0.855</c:v>
                </c:pt>
                <c:pt idx="172">
                  <c:v>0.86</c:v>
                </c:pt>
                <c:pt idx="173">
                  <c:v>0.865</c:v>
                </c:pt>
                <c:pt idx="174">
                  <c:v>0.87</c:v>
                </c:pt>
                <c:pt idx="175">
                  <c:v>0.875</c:v>
                </c:pt>
                <c:pt idx="176">
                  <c:v>0.88</c:v>
                </c:pt>
                <c:pt idx="177">
                  <c:v>0.885</c:v>
                </c:pt>
                <c:pt idx="178">
                  <c:v>0.89</c:v>
                </c:pt>
                <c:pt idx="179">
                  <c:v>0.895</c:v>
                </c:pt>
                <c:pt idx="180">
                  <c:v>0.9</c:v>
                </c:pt>
                <c:pt idx="181">
                  <c:v>0.905</c:v>
                </c:pt>
                <c:pt idx="182">
                  <c:v>0.91</c:v>
                </c:pt>
                <c:pt idx="183">
                  <c:v>0.915</c:v>
                </c:pt>
                <c:pt idx="184">
                  <c:v>0.92</c:v>
                </c:pt>
                <c:pt idx="185">
                  <c:v>0.925</c:v>
                </c:pt>
                <c:pt idx="186">
                  <c:v>0.93</c:v>
                </c:pt>
                <c:pt idx="187">
                  <c:v>0.935</c:v>
                </c:pt>
                <c:pt idx="188">
                  <c:v>0.94</c:v>
                </c:pt>
                <c:pt idx="189">
                  <c:v>0.945</c:v>
                </c:pt>
                <c:pt idx="190">
                  <c:v>0.95</c:v>
                </c:pt>
                <c:pt idx="191">
                  <c:v>0.955</c:v>
                </c:pt>
                <c:pt idx="192">
                  <c:v>0.96</c:v>
                </c:pt>
                <c:pt idx="193">
                  <c:v>0.965</c:v>
                </c:pt>
                <c:pt idx="194">
                  <c:v>0.97</c:v>
                </c:pt>
                <c:pt idx="195">
                  <c:v>0.975</c:v>
                </c:pt>
                <c:pt idx="196">
                  <c:v>0.98</c:v>
                </c:pt>
                <c:pt idx="197">
                  <c:v>0.985</c:v>
                </c:pt>
                <c:pt idx="198">
                  <c:v>0.99</c:v>
                </c:pt>
                <c:pt idx="199">
                  <c:v>0.995</c:v>
                </c:pt>
                <c:pt idx="200">
                  <c:v>1</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c:v>
                </c:pt>
                <c:pt idx="401">
                  <c:v>2.005</c:v>
                </c:pt>
                <c:pt idx="402">
                  <c:v>2.01</c:v>
                </c:pt>
                <c:pt idx="403">
                  <c:v>2.015</c:v>
                </c:pt>
                <c:pt idx="404">
                  <c:v>2.02</c:v>
                </c:pt>
                <c:pt idx="405">
                  <c:v>2.025</c:v>
                </c:pt>
                <c:pt idx="406">
                  <c:v>2.03</c:v>
                </c:pt>
                <c:pt idx="407">
                  <c:v>2.035</c:v>
                </c:pt>
                <c:pt idx="408">
                  <c:v>2.04</c:v>
                </c:pt>
                <c:pt idx="409">
                  <c:v>2.045</c:v>
                </c:pt>
                <c:pt idx="410">
                  <c:v>2.05</c:v>
                </c:pt>
                <c:pt idx="411">
                  <c:v>2.055</c:v>
                </c:pt>
                <c:pt idx="412">
                  <c:v>2.06</c:v>
                </c:pt>
                <c:pt idx="413">
                  <c:v>2.065</c:v>
                </c:pt>
                <c:pt idx="414">
                  <c:v>2.07</c:v>
                </c:pt>
                <c:pt idx="415">
                  <c:v>2.075</c:v>
                </c:pt>
                <c:pt idx="416">
                  <c:v>2.08</c:v>
                </c:pt>
                <c:pt idx="417">
                  <c:v>2.085</c:v>
                </c:pt>
                <c:pt idx="418">
                  <c:v>2.09</c:v>
                </c:pt>
                <c:pt idx="419">
                  <c:v>2.095</c:v>
                </c:pt>
                <c:pt idx="420">
                  <c:v>2.1</c:v>
                </c:pt>
                <c:pt idx="421">
                  <c:v>2.105</c:v>
                </c:pt>
                <c:pt idx="422">
                  <c:v>2.11</c:v>
                </c:pt>
                <c:pt idx="423">
                  <c:v>2.115</c:v>
                </c:pt>
                <c:pt idx="424">
                  <c:v>2.12</c:v>
                </c:pt>
                <c:pt idx="425">
                  <c:v>2.125</c:v>
                </c:pt>
                <c:pt idx="426">
                  <c:v>2.13</c:v>
                </c:pt>
                <c:pt idx="427">
                  <c:v>2.135</c:v>
                </c:pt>
                <c:pt idx="428">
                  <c:v>2.14</c:v>
                </c:pt>
                <c:pt idx="429">
                  <c:v>2.145</c:v>
                </c:pt>
                <c:pt idx="430">
                  <c:v>2.15</c:v>
                </c:pt>
                <c:pt idx="431">
                  <c:v>2.155</c:v>
                </c:pt>
                <c:pt idx="432">
                  <c:v>2.16</c:v>
                </c:pt>
                <c:pt idx="433">
                  <c:v>2.165</c:v>
                </c:pt>
                <c:pt idx="434">
                  <c:v>2.17</c:v>
                </c:pt>
                <c:pt idx="435">
                  <c:v>2.175</c:v>
                </c:pt>
                <c:pt idx="436">
                  <c:v>2.18</c:v>
                </c:pt>
                <c:pt idx="437">
                  <c:v>2.185</c:v>
                </c:pt>
                <c:pt idx="438">
                  <c:v>2.19</c:v>
                </c:pt>
                <c:pt idx="439">
                  <c:v>2.195</c:v>
                </c:pt>
                <c:pt idx="440">
                  <c:v>2.2</c:v>
                </c:pt>
                <c:pt idx="441">
                  <c:v>2.205</c:v>
                </c:pt>
                <c:pt idx="442">
                  <c:v>2.21</c:v>
                </c:pt>
                <c:pt idx="443">
                  <c:v>2.215</c:v>
                </c:pt>
                <c:pt idx="444">
                  <c:v>2.22</c:v>
                </c:pt>
                <c:pt idx="445">
                  <c:v>2.225</c:v>
                </c:pt>
                <c:pt idx="446">
                  <c:v>2.23</c:v>
                </c:pt>
                <c:pt idx="447">
                  <c:v>2.235</c:v>
                </c:pt>
                <c:pt idx="448">
                  <c:v>2.24</c:v>
                </c:pt>
                <c:pt idx="449">
                  <c:v>2.245</c:v>
                </c:pt>
                <c:pt idx="450">
                  <c:v>2.25</c:v>
                </c:pt>
                <c:pt idx="451">
                  <c:v>2.255</c:v>
                </c:pt>
                <c:pt idx="452">
                  <c:v>2.26</c:v>
                </c:pt>
                <c:pt idx="453">
                  <c:v>2.265</c:v>
                </c:pt>
                <c:pt idx="454">
                  <c:v>2.27</c:v>
                </c:pt>
                <c:pt idx="455">
                  <c:v>2.275</c:v>
                </c:pt>
                <c:pt idx="456">
                  <c:v>2.28</c:v>
                </c:pt>
                <c:pt idx="457">
                  <c:v>2.285</c:v>
                </c:pt>
                <c:pt idx="458">
                  <c:v>2.29</c:v>
                </c:pt>
                <c:pt idx="459">
                  <c:v>2.295</c:v>
                </c:pt>
                <c:pt idx="460">
                  <c:v>2.3</c:v>
                </c:pt>
                <c:pt idx="461">
                  <c:v>2.305</c:v>
                </c:pt>
                <c:pt idx="462">
                  <c:v>2.31</c:v>
                </c:pt>
                <c:pt idx="463">
                  <c:v>2.315</c:v>
                </c:pt>
                <c:pt idx="464">
                  <c:v>2.32</c:v>
                </c:pt>
                <c:pt idx="465">
                  <c:v>2.325</c:v>
                </c:pt>
                <c:pt idx="466">
                  <c:v>2.33</c:v>
                </c:pt>
                <c:pt idx="467">
                  <c:v>2.335</c:v>
                </c:pt>
                <c:pt idx="468">
                  <c:v>2.34</c:v>
                </c:pt>
                <c:pt idx="469">
                  <c:v>2.345</c:v>
                </c:pt>
                <c:pt idx="470">
                  <c:v>2.35</c:v>
                </c:pt>
                <c:pt idx="471">
                  <c:v>2.355</c:v>
                </c:pt>
                <c:pt idx="472">
                  <c:v>2.36</c:v>
                </c:pt>
                <c:pt idx="473">
                  <c:v>2.365</c:v>
                </c:pt>
                <c:pt idx="474">
                  <c:v>2.37</c:v>
                </c:pt>
                <c:pt idx="475">
                  <c:v>2.375</c:v>
                </c:pt>
                <c:pt idx="476">
                  <c:v>2.38</c:v>
                </c:pt>
                <c:pt idx="477">
                  <c:v>2.385</c:v>
                </c:pt>
                <c:pt idx="478">
                  <c:v>2.39</c:v>
                </c:pt>
                <c:pt idx="479">
                  <c:v>2.395</c:v>
                </c:pt>
                <c:pt idx="480">
                  <c:v>2.4</c:v>
                </c:pt>
                <c:pt idx="481">
                  <c:v>2.405</c:v>
                </c:pt>
                <c:pt idx="482">
                  <c:v>2.41</c:v>
                </c:pt>
                <c:pt idx="483">
                  <c:v>2.415</c:v>
                </c:pt>
                <c:pt idx="484">
                  <c:v>2.42</c:v>
                </c:pt>
                <c:pt idx="485">
                  <c:v>2.425</c:v>
                </c:pt>
                <c:pt idx="486">
                  <c:v>2.43</c:v>
                </c:pt>
                <c:pt idx="487">
                  <c:v>2.435</c:v>
                </c:pt>
                <c:pt idx="488">
                  <c:v>2.44</c:v>
                </c:pt>
                <c:pt idx="489">
                  <c:v>2.445</c:v>
                </c:pt>
                <c:pt idx="490">
                  <c:v>2.45</c:v>
                </c:pt>
                <c:pt idx="491">
                  <c:v>2.455</c:v>
                </c:pt>
                <c:pt idx="492">
                  <c:v>2.46</c:v>
                </c:pt>
                <c:pt idx="493">
                  <c:v>2.465</c:v>
                </c:pt>
                <c:pt idx="494">
                  <c:v>2.47</c:v>
                </c:pt>
                <c:pt idx="495">
                  <c:v>2.475</c:v>
                </c:pt>
                <c:pt idx="496">
                  <c:v>2.48</c:v>
                </c:pt>
                <c:pt idx="497">
                  <c:v>2.485</c:v>
                </c:pt>
                <c:pt idx="498">
                  <c:v>2.49</c:v>
                </c:pt>
                <c:pt idx="499">
                  <c:v>2.495</c:v>
                </c:pt>
                <c:pt idx="500">
                  <c:v>2.5</c:v>
                </c:pt>
                <c:pt idx="501">
                  <c:v>2.505</c:v>
                </c:pt>
                <c:pt idx="502">
                  <c:v>2.51</c:v>
                </c:pt>
                <c:pt idx="503">
                  <c:v>2.515</c:v>
                </c:pt>
                <c:pt idx="504">
                  <c:v>2.52</c:v>
                </c:pt>
                <c:pt idx="505">
                  <c:v>2.525</c:v>
                </c:pt>
                <c:pt idx="506">
                  <c:v>2.53</c:v>
                </c:pt>
                <c:pt idx="507">
                  <c:v>2.535</c:v>
                </c:pt>
                <c:pt idx="508">
                  <c:v>2.54</c:v>
                </c:pt>
                <c:pt idx="509">
                  <c:v>2.545</c:v>
                </c:pt>
                <c:pt idx="510">
                  <c:v>2.55</c:v>
                </c:pt>
                <c:pt idx="511">
                  <c:v>2.555</c:v>
                </c:pt>
                <c:pt idx="512">
                  <c:v>2.56</c:v>
                </c:pt>
                <c:pt idx="513">
                  <c:v>2.565</c:v>
                </c:pt>
                <c:pt idx="514">
                  <c:v>2.57</c:v>
                </c:pt>
                <c:pt idx="515">
                  <c:v>2.575</c:v>
                </c:pt>
                <c:pt idx="516">
                  <c:v>2.58</c:v>
                </c:pt>
                <c:pt idx="517">
                  <c:v>2.585</c:v>
                </c:pt>
                <c:pt idx="518">
                  <c:v>2.59</c:v>
                </c:pt>
                <c:pt idx="519">
                  <c:v>2.595</c:v>
                </c:pt>
                <c:pt idx="520">
                  <c:v>2.6</c:v>
                </c:pt>
                <c:pt idx="521">
                  <c:v>2.605</c:v>
                </c:pt>
                <c:pt idx="522">
                  <c:v>2.61</c:v>
                </c:pt>
                <c:pt idx="523">
                  <c:v>2.615</c:v>
                </c:pt>
                <c:pt idx="524">
                  <c:v>2.62</c:v>
                </c:pt>
                <c:pt idx="525">
                  <c:v>2.625</c:v>
                </c:pt>
                <c:pt idx="526">
                  <c:v>2.63</c:v>
                </c:pt>
                <c:pt idx="527">
                  <c:v>2.635</c:v>
                </c:pt>
                <c:pt idx="528">
                  <c:v>2.64</c:v>
                </c:pt>
                <c:pt idx="529">
                  <c:v>2.645</c:v>
                </c:pt>
                <c:pt idx="530">
                  <c:v>2.65</c:v>
                </c:pt>
                <c:pt idx="531">
                  <c:v>2.655</c:v>
                </c:pt>
                <c:pt idx="532">
                  <c:v>2.66</c:v>
                </c:pt>
                <c:pt idx="533">
                  <c:v>2.665</c:v>
                </c:pt>
                <c:pt idx="534">
                  <c:v>2.67</c:v>
                </c:pt>
                <c:pt idx="535">
                  <c:v>2.675</c:v>
                </c:pt>
                <c:pt idx="536">
                  <c:v>2.68</c:v>
                </c:pt>
                <c:pt idx="537">
                  <c:v>2.685</c:v>
                </c:pt>
                <c:pt idx="538">
                  <c:v>2.69</c:v>
                </c:pt>
                <c:pt idx="539">
                  <c:v>2.695</c:v>
                </c:pt>
                <c:pt idx="540">
                  <c:v>2.7</c:v>
                </c:pt>
                <c:pt idx="541">
                  <c:v>2.705</c:v>
                </c:pt>
                <c:pt idx="542">
                  <c:v>2.71</c:v>
                </c:pt>
                <c:pt idx="543">
                  <c:v>2.715</c:v>
                </c:pt>
                <c:pt idx="544">
                  <c:v>2.72</c:v>
                </c:pt>
                <c:pt idx="545">
                  <c:v>2.725</c:v>
                </c:pt>
                <c:pt idx="546">
                  <c:v>2.73</c:v>
                </c:pt>
                <c:pt idx="547">
                  <c:v>2.735</c:v>
                </c:pt>
                <c:pt idx="548">
                  <c:v>2.74</c:v>
                </c:pt>
                <c:pt idx="549">
                  <c:v>2.745</c:v>
                </c:pt>
                <c:pt idx="550">
                  <c:v>2.75</c:v>
                </c:pt>
                <c:pt idx="551">
                  <c:v>2.755</c:v>
                </c:pt>
                <c:pt idx="552">
                  <c:v>2.76</c:v>
                </c:pt>
                <c:pt idx="553">
                  <c:v>2.765</c:v>
                </c:pt>
                <c:pt idx="554">
                  <c:v>2.77</c:v>
                </c:pt>
                <c:pt idx="555">
                  <c:v>2.775</c:v>
                </c:pt>
                <c:pt idx="556">
                  <c:v>2.78</c:v>
                </c:pt>
                <c:pt idx="557">
                  <c:v>2.785</c:v>
                </c:pt>
                <c:pt idx="558">
                  <c:v>2.79</c:v>
                </c:pt>
                <c:pt idx="559">
                  <c:v>2.795</c:v>
                </c:pt>
                <c:pt idx="560">
                  <c:v>2.8</c:v>
                </c:pt>
                <c:pt idx="561">
                  <c:v>2.805</c:v>
                </c:pt>
                <c:pt idx="562">
                  <c:v>2.81</c:v>
                </c:pt>
                <c:pt idx="563">
                  <c:v>2.815</c:v>
                </c:pt>
                <c:pt idx="564">
                  <c:v>2.82</c:v>
                </c:pt>
                <c:pt idx="565">
                  <c:v>2.825</c:v>
                </c:pt>
                <c:pt idx="566">
                  <c:v>2.83</c:v>
                </c:pt>
                <c:pt idx="567">
                  <c:v>2.835</c:v>
                </c:pt>
                <c:pt idx="568">
                  <c:v>2.84</c:v>
                </c:pt>
                <c:pt idx="569">
                  <c:v>2.845</c:v>
                </c:pt>
                <c:pt idx="570">
                  <c:v>2.85</c:v>
                </c:pt>
                <c:pt idx="571">
                  <c:v>2.855</c:v>
                </c:pt>
                <c:pt idx="572">
                  <c:v>2.86</c:v>
                </c:pt>
                <c:pt idx="573">
                  <c:v>2.865</c:v>
                </c:pt>
                <c:pt idx="574">
                  <c:v>2.87</c:v>
                </c:pt>
                <c:pt idx="575">
                  <c:v>2.875</c:v>
                </c:pt>
                <c:pt idx="576">
                  <c:v>2.88</c:v>
                </c:pt>
                <c:pt idx="577">
                  <c:v>2.885</c:v>
                </c:pt>
                <c:pt idx="578">
                  <c:v>2.89</c:v>
                </c:pt>
                <c:pt idx="579">
                  <c:v>2.895</c:v>
                </c:pt>
                <c:pt idx="580">
                  <c:v>2.9</c:v>
                </c:pt>
                <c:pt idx="581">
                  <c:v>2.905</c:v>
                </c:pt>
                <c:pt idx="582">
                  <c:v>2.91</c:v>
                </c:pt>
                <c:pt idx="583">
                  <c:v>2.915</c:v>
                </c:pt>
                <c:pt idx="584">
                  <c:v>2.92</c:v>
                </c:pt>
                <c:pt idx="585">
                  <c:v>2.925</c:v>
                </c:pt>
                <c:pt idx="586">
                  <c:v>2.93</c:v>
                </c:pt>
                <c:pt idx="587">
                  <c:v>2.935</c:v>
                </c:pt>
                <c:pt idx="588">
                  <c:v>2.94</c:v>
                </c:pt>
                <c:pt idx="589">
                  <c:v>2.945</c:v>
                </c:pt>
                <c:pt idx="590">
                  <c:v>2.95</c:v>
                </c:pt>
                <c:pt idx="591">
                  <c:v>2.955</c:v>
                </c:pt>
                <c:pt idx="592">
                  <c:v>2.96</c:v>
                </c:pt>
                <c:pt idx="593">
                  <c:v>2.965</c:v>
                </c:pt>
                <c:pt idx="594">
                  <c:v>2.97</c:v>
                </c:pt>
                <c:pt idx="595">
                  <c:v>2.975</c:v>
                </c:pt>
                <c:pt idx="596">
                  <c:v>2.98</c:v>
                </c:pt>
                <c:pt idx="597">
                  <c:v>2.985</c:v>
                </c:pt>
                <c:pt idx="598">
                  <c:v>2.99</c:v>
                </c:pt>
                <c:pt idx="599">
                  <c:v>2.995</c:v>
                </c:pt>
                <c:pt idx="600">
                  <c:v>3</c:v>
                </c:pt>
                <c:pt idx="601">
                  <c:v>3.005</c:v>
                </c:pt>
                <c:pt idx="602">
                  <c:v>3.01</c:v>
                </c:pt>
                <c:pt idx="603">
                  <c:v>3.015</c:v>
                </c:pt>
                <c:pt idx="604">
                  <c:v>3.02</c:v>
                </c:pt>
                <c:pt idx="605">
                  <c:v>3.025</c:v>
                </c:pt>
                <c:pt idx="606">
                  <c:v>3.03</c:v>
                </c:pt>
                <c:pt idx="607">
                  <c:v>3.035</c:v>
                </c:pt>
                <c:pt idx="608">
                  <c:v>3.04</c:v>
                </c:pt>
                <c:pt idx="609">
                  <c:v>3.045</c:v>
                </c:pt>
                <c:pt idx="610">
                  <c:v>3.05</c:v>
                </c:pt>
                <c:pt idx="611">
                  <c:v>3.055</c:v>
                </c:pt>
                <c:pt idx="612">
                  <c:v>3.06</c:v>
                </c:pt>
                <c:pt idx="613">
                  <c:v>3.065</c:v>
                </c:pt>
                <c:pt idx="614">
                  <c:v>3.07</c:v>
                </c:pt>
                <c:pt idx="615">
                  <c:v>3.075</c:v>
                </c:pt>
                <c:pt idx="616">
                  <c:v>3.08</c:v>
                </c:pt>
                <c:pt idx="617">
                  <c:v>3.085</c:v>
                </c:pt>
                <c:pt idx="618">
                  <c:v>3.09</c:v>
                </c:pt>
                <c:pt idx="619">
                  <c:v>3.095</c:v>
                </c:pt>
                <c:pt idx="620">
                  <c:v>3.1</c:v>
                </c:pt>
                <c:pt idx="621">
                  <c:v>3.105</c:v>
                </c:pt>
                <c:pt idx="622">
                  <c:v>3.11</c:v>
                </c:pt>
                <c:pt idx="623">
                  <c:v>3.115</c:v>
                </c:pt>
                <c:pt idx="624">
                  <c:v>3.12</c:v>
                </c:pt>
                <c:pt idx="625">
                  <c:v>3.125</c:v>
                </c:pt>
                <c:pt idx="626">
                  <c:v>3.13</c:v>
                </c:pt>
                <c:pt idx="627">
                  <c:v>3.135</c:v>
                </c:pt>
                <c:pt idx="628">
                  <c:v>3.14</c:v>
                </c:pt>
                <c:pt idx="629">
                  <c:v>3.145</c:v>
                </c:pt>
                <c:pt idx="630">
                  <c:v>3.15</c:v>
                </c:pt>
                <c:pt idx="631">
                  <c:v>3.155</c:v>
                </c:pt>
                <c:pt idx="632">
                  <c:v>3.16</c:v>
                </c:pt>
                <c:pt idx="633">
                  <c:v>3.165</c:v>
                </c:pt>
                <c:pt idx="634">
                  <c:v>3.17</c:v>
                </c:pt>
                <c:pt idx="635">
                  <c:v>3.175</c:v>
                </c:pt>
                <c:pt idx="636">
                  <c:v>3.18</c:v>
                </c:pt>
                <c:pt idx="637">
                  <c:v>3.185</c:v>
                </c:pt>
                <c:pt idx="638">
                  <c:v>3.19</c:v>
                </c:pt>
                <c:pt idx="639">
                  <c:v>3.195</c:v>
                </c:pt>
                <c:pt idx="640">
                  <c:v>3.2</c:v>
                </c:pt>
                <c:pt idx="641">
                  <c:v>3.205</c:v>
                </c:pt>
                <c:pt idx="642">
                  <c:v>3.21</c:v>
                </c:pt>
                <c:pt idx="643">
                  <c:v>3.215</c:v>
                </c:pt>
                <c:pt idx="644">
                  <c:v>3.22</c:v>
                </c:pt>
                <c:pt idx="645">
                  <c:v>3.225</c:v>
                </c:pt>
                <c:pt idx="646">
                  <c:v>3.23</c:v>
                </c:pt>
                <c:pt idx="647">
                  <c:v>3.235</c:v>
                </c:pt>
                <c:pt idx="648">
                  <c:v>3.24</c:v>
                </c:pt>
                <c:pt idx="649">
                  <c:v>3.245</c:v>
                </c:pt>
                <c:pt idx="650">
                  <c:v>3.25</c:v>
                </c:pt>
                <c:pt idx="651">
                  <c:v>3.255</c:v>
                </c:pt>
                <c:pt idx="652">
                  <c:v>3.26</c:v>
                </c:pt>
                <c:pt idx="653">
                  <c:v>3.265</c:v>
                </c:pt>
                <c:pt idx="654">
                  <c:v>3.27</c:v>
                </c:pt>
                <c:pt idx="655">
                  <c:v>3.275</c:v>
                </c:pt>
                <c:pt idx="656">
                  <c:v>3.28</c:v>
                </c:pt>
                <c:pt idx="657">
                  <c:v>3.285</c:v>
                </c:pt>
                <c:pt idx="658">
                  <c:v>3.29</c:v>
                </c:pt>
                <c:pt idx="659">
                  <c:v>3.295</c:v>
                </c:pt>
                <c:pt idx="660">
                  <c:v>3.3</c:v>
                </c:pt>
                <c:pt idx="661">
                  <c:v>3.305</c:v>
                </c:pt>
                <c:pt idx="662">
                  <c:v>3.31</c:v>
                </c:pt>
                <c:pt idx="663">
                  <c:v>3.315</c:v>
                </c:pt>
                <c:pt idx="664">
                  <c:v>3.32</c:v>
                </c:pt>
                <c:pt idx="665">
                  <c:v>3.325</c:v>
                </c:pt>
                <c:pt idx="666">
                  <c:v>3.33</c:v>
                </c:pt>
                <c:pt idx="667">
                  <c:v>3.335</c:v>
                </c:pt>
                <c:pt idx="668">
                  <c:v>3.34</c:v>
                </c:pt>
                <c:pt idx="669">
                  <c:v>3.345</c:v>
                </c:pt>
                <c:pt idx="670">
                  <c:v>3.35</c:v>
                </c:pt>
                <c:pt idx="671">
                  <c:v>3.355</c:v>
                </c:pt>
                <c:pt idx="672">
                  <c:v>3.36</c:v>
                </c:pt>
                <c:pt idx="673">
                  <c:v>3.365</c:v>
                </c:pt>
                <c:pt idx="674">
                  <c:v>3.37</c:v>
                </c:pt>
                <c:pt idx="675">
                  <c:v>3.375</c:v>
                </c:pt>
                <c:pt idx="676">
                  <c:v>3.38</c:v>
                </c:pt>
                <c:pt idx="677">
                  <c:v>3.385</c:v>
                </c:pt>
                <c:pt idx="678">
                  <c:v>3.39</c:v>
                </c:pt>
                <c:pt idx="679">
                  <c:v>3.395</c:v>
                </c:pt>
                <c:pt idx="680">
                  <c:v>3.4</c:v>
                </c:pt>
                <c:pt idx="681">
                  <c:v>3.405</c:v>
                </c:pt>
                <c:pt idx="682">
                  <c:v>3.41</c:v>
                </c:pt>
                <c:pt idx="683">
                  <c:v>3.415</c:v>
                </c:pt>
                <c:pt idx="684">
                  <c:v>3.42</c:v>
                </c:pt>
                <c:pt idx="685">
                  <c:v>3.425</c:v>
                </c:pt>
                <c:pt idx="686">
                  <c:v>3.43</c:v>
                </c:pt>
                <c:pt idx="687">
                  <c:v>3.435</c:v>
                </c:pt>
                <c:pt idx="688">
                  <c:v>3.44</c:v>
                </c:pt>
                <c:pt idx="689">
                  <c:v>3.445</c:v>
                </c:pt>
                <c:pt idx="690">
                  <c:v>3.45</c:v>
                </c:pt>
                <c:pt idx="691">
                  <c:v>3.455</c:v>
                </c:pt>
                <c:pt idx="692">
                  <c:v>3.46</c:v>
                </c:pt>
                <c:pt idx="693">
                  <c:v>3.465</c:v>
                </c:pt>
                <c:pt idx="694">
                  <c:v>3.47</c:v>
                </c:pt>
                <c:pt idx="695">
                  <c:v>3.475</c:v>
                </c:pt>
                <c:pt idx="696">
                  <c:v>3.48</c:v>
                </c:pt>
                <c:pt idx="697">
                  <c:v>3.485</c:v>
                </c:pt>
                <c:pt idx="698">
                  <c:v>3.49</c:v>
                </c:pt>
                <c:pt idx="699">
                  <c:v>3.495</c:v>
                </c:pt>
                <c:pt idx="700">
                  <c:v>3.5</c:v>
                </c:pt>
                <c:pt idx="701">
                  <c:v>3.505</c:v>
                </c:pt>
                <c:pt idx="702">
                  <c:v>3.51</c:v>
                </c:pt>
                <c:pt idx="703">
                  <c:v>3.515</c:v>
                </c:pt>
                <c:pt idx="704">
                  <c:v>3.52</c:v>
                </c:pt>
                <c:pt idx="705">
                  <c:v>3.525</c:v>
                </c:pt>
                <c:pt idx="706">
                  <c:v>3.53</c:v>
                </c:pt>
                <c:pt idx="707">
                  <c:v>3.535</c:v>
                </c:pt>
                <c:pt idx="708">
                  <c:v>3.54</c:v>
                </c:pt>
                <c:pt idx="709">
                  <c:v>3.545</c:v>
                </c:pt>
                <c:pt idx="710">
                  <c:v>3.55</c:v>
                </c:pt>
                <c:pt idx="711">
                  <c:v>3.555</c:v>
                </c:pt>
                <c:pt idx="712">
                  <c:v>3.56</c:v>
                </c:pt>
                <c:pt idx="713">
                  <c:v>3.565</c:v>
                </c:pt>
                <c:pt idx="714">
                  <c:v>3.57</c:v>
                </c:pt>
                <c:pt idx="715">
                  <c:v>3.575</c:v>
                </c:pt>
                <c:pt idx="716">
                  <c:v>3.58</c:v>
                </c:pt>
                <c:pt idx="717">
                  <c:v>3.585</c:v>
                </c:pt>
                <c:pt idx="718">
                  <c:v>3.59</c:v>
                </c:pt>
                <c:pt idx="719">
                  <c:v>3.595</c:v>
                </c:pt>
                <c:pt idx="720">
                  <c:v>3.6</c:v>
                </c:pt>
                <c:pt idx="721">
                  <c:v>3.605</c:v>
                </c:pt>
                <c:pt idx="722">
                  <c:v>3.61</c:v>
                </c:pt>
                <c:pt idx="723">
                  <c:v>3.615</c:v>
                </c:pt>
                <c:pt idx="724">
                  <c:v>3.62</c:v>
                </c:pt>
                <c:pt idx="725">
                  <c:v>3.625</c:v>
                </c:pt>
                <c:pt idx="726">
                  <c:v>3.63</c:v>
                </c:pt>
                <c:pt idx="727">
                  <c:v>3.635</c:v>
                </c:pt>
                <c:pt idx="728">
                  <c:v>3.64</c:v>
                </c:pt>
                <c:pt idx="729">
                  <c:v>3.645</c:v>
                </c:pt>
                <c:pt idx="730">
                  <c:v>3.65</c:v>
                </c:pt>
                <c:pt idx="731">
                  <c:v>3.655</c:v>
                </c:pt>
                <c:pt idx="732">
                  <c:v>3.66</c:v>
                </c:pt>
                <c:pt idx="733">
                  <c:v>3.665</c:v>
                </c:pt>
                <c:pt idx="734">
                  <c:v>3.67</c:v>
                </c:pt>
                <c:pt idx="735">
                  <c:v>3.675</c:v>
                </c:pt>
                <c:pt idx="736">
                  <c:v>3.68</c:v>
                </c:pt>
                <c:pt idx="737">
                  <c:v>3.685</c:v>
                </c:pt>
                <c:pt idx="738">
                  <c:v>3.69</c:v>
                </c:pt>
                <c:pt idx="739">
                  <c:v>3.695</c:v>
                </c:pt>
                <c:pt idx="740">
                  <c:v>3.7</c:v>
                </c:pt>
                <c:pt idx="741">
                  <c:v>3.705</c:v>
                </c:pt>
                <c:pt idx="742">
                  <c:v>3.71</c:v>
                </c:pt>
                <c:pt idx="743">
                  <c:v>3.715</c:v>
                </c:pt>
                <c:pt idx="744">
                  <c:v>3.72</c:v>
                </c:pt>
                <c:pt idx="745">
                  <c:v>3.725</c:v>
                </c:pt>
                <c:pt idx="746">
                  <c:v>3.73</c:v>
                </c:pt>
                <c:pt idx="747">
                  <c:v>3.735</c:v>
                </c:pt>
                <c:pt idx="748">
                  <c:v>3.74</c:v>
                </c:pt>
                <c:pt idx="749">
                  <c:v>3.745</c:v>
                </c:pt>
                <c:pt idx="750">
                  <c:v>3.75</c:v>
                </c:pt>
                <c:pt idx="751">
                  <c:v>3.755</c:v>
                </c:pt>
                <c:pt idx="752">
                  <c:v>3.76</c:v>
                </c:pt>
                <c:pt idx="753">
                  <c:v>3.765</c:v>
                </c:pt>
                <c:pt idx="754">
                  <c:v>3.77</c:v>
                </c:pt>
                <c:pt idx="755">
                  <c:v>3.775</c:v>
                </c:pt>
                <c:pt idx="756">
                  <c:v>3.78</c:v>
                </c:pt>
                <c:pt idx="757">
                  <c:v>3.785</c:v>
                </c:pt>
                <c:pt idx="758">
                  <c:v>3.79</c:v>
                </c:pt>
                <c:pt idx="759">
                  <c:v>3.795</c:v>
                </c:pt>
                <c:pt idx="760">
                  <c:v>3.8</c:v>
                </c:pt>
                <c:pt idx="761">
                  <c:v>3.805</c:v>
                </c:pt>
                <c:pt idx="762">
                  <c:v>3.81</c:v>
                </c:pt>
                <c:pt idx="763">
                  <c:v>3.815</c:v>
                </c:pt>
                <c:pt idx="764">
                  <c:v>3.82</c:v>
                </c:pt>
                <c:pt idx="765">
                  <c:v>3.825</c:v>
                </c:pt>
                <c:pt idx="766">
                  <c:v>3.83</c:v>
                </c:pt>
                <c:pt idx="767">
                  <c:v>3.835</c:v>
                </c:pt>
                <c:pt idx="768">
                  <c:v>3.84</c:v>
                </c:pt>
                <c:pt idx="769">
                  <c:v>3.845</c:v>
                </c:pt>
                <c:pt idx="770">
                  <c:v>3.85</c:v>
                </c:pt>
                <c:pt idx="771">
                  <c:v>3.855</c:v>
                </c:pt>
                <c:pt idx="772">
                  <c:v>3.86</c:v>
                </c:pt>
                <c:pt idx="773">
                  <c:v>3.865</c:v>
                </c:pt>
                <c:pt idx="774">
                  <c:v>3.87</c:v>
                </c:pt>
                <c:pt idx="775">
                  <c:v>3.875</c:v>
                </c:pt>
                <c:pt idx="776">
                  <c:v>3.88</c:v>
                </c:pt>
                <c:pt idx="777">
                  <c:v>3.885</c:v>
                </c:pt>
                <c:pt idx="778">
                  <c:v>3.89</c:v>
                </c:pt>
                <c:pt idx="779">
                  <c:v>3.895</c:v>
                </c:pt>
                <c:pt idx="780">
                  <c:v>3.9</c:v>
                </c:pt>
                <c:pt idx="781">
                  <c:v>3.905</c:v>
                </c:pt>
                <c:pt idx="782">
                  <c:v>3.91</c:v>
                </c:pt>
                <c:pt idx="783">
                  <c:v>3.915</c:v>
                </c:pt>
                <c:pt idx="784">
                  <c:v>3.92</c:v>
                </c:pt>
                <c:pt idx="785">
                  <c:v>3.925</c:v>
                </c:pt>
                <c:pt idx="786">
                  <c:v>3.93</c:v>
                </c:pt>
                <c:pt idx="787">
                  <c:v>3.935</c:v>
                </c:pt>
                <c:pt idx="788">
                  <c:v>3.94</c:v>
                </c:pt>
                <c:pt idx="789">
                  <c:v>3.945</c:v>
                </c:pt>
                <c:pt idx="790">
                  <c:v>3.95</c:v>
                </c:pt>
                <c:pt idx="791">
                  <c:v>3.955</c:v>
                </c:pt>
                <c:pt idx="792">
                  <c:v>3.96</c:v>
                </c:pt>
                <c:pt idx="793">
                  <c:v>3.965</c:v>
                </c:pt>
                <c:pt idx="794">
                  <c:v>3.97</c:v>
                </c:pt>
                <c:pt idx="795">
                  <c:v>3.975</c:v>
                </c:pt>
                <c:pt idx="796">
                  <c:v>3.98</c:v>
                </c:pt>
                <c:pt idx="797">
                  <c:v>3.985</c:v>
                </c:pt>
                <c:pt idx="798">
                  <c:v>3.99</c:v>
                </c:pt>
                <c:pt idx="799">
                  <c:v>3.995</c:v>
                </c:pt>
                <c:pt idx="800">
                  <c:v>4</c:v>
                </c:pt>
                <c:pt idx="801">
                  <c:v>4.005</c:v>
                </c:pt>
                <c:pt idx="802">
                  <c:v>4.01</c:v>
                </c:pt>
                <c:pt idx="803">
                  <c:v>4.015</c:v>
                </c:pt>
                <c:pt idx="804">
                  <c:v>4.02</c:v>
                </c:pt>
                <c:pt idx="805">
                  <c:v>4.025</c:v>
                </c:pt>
                <c:pt idx="806">
                  <c:v>4.03</c:v>
                </c:pt>
                <c:pt idx="807">
                  <c:v>4.035</c:v>
                </c:pt>
                <c:pt idx="808">
                  <c:v>4.04</c:v>
                </c:pt>
                <c:pt idx="809">
                  <c:v>4.045</c:v>
                </c:pt>
                <c:pt idx="810">
                  <c:v>4.05</c:v>
                </c:pt>
                <c:pt idx="811">
                  <c:v>4.055</c:v>
                </c:pt>
                <c:pt idx="812">
                  <c:v>4.06</c:v>
                </c:pt>
                <c:pt idx="813">
                  <c:v>4.065</c:v>
                </c:pt>
                <c:pt idx="814">
                  <c:v>4.07</c:v>
                </c:pt>
                <c:pt idx="815">
                  <c:v>4.075</c:v>
                </c:pt>
                <c:pt idx="816">
                  <c:v>4.08</c:v>
                </c:pt>
                <c:pt idx="817">
                  <c:v>4.085</c:v>
                </c:pt>
                <c:pt idx="818">
                  <c:v>4.09</c:v>
                </c:pt>
                <c:pt idx="819">
                  <c:v>4.095</c:v>
                </c:pt>
                <c:pt idx="820">
                  <c:v>4.1</c:v>
                </c:pt>
                <c:pt idx="821">
                  <c:v>4.105</c:v>
                </c:pt>
                <c:pt idx="822">
                  <c:v>4.11</c:v>
                </c:pt>
                <c:pt idx="823">
                  <c:v>4.115</c:v>
                </c:pt>
                <c:pt idx="824">
                  <c:v>4.12</c:v>
                </c:pt>
                <c:pt idx="825">
                  <c:v>4.125</c:v>
                </c:pt>
                <c:pt idx="826">
                  <c:v>4.13</c:v>
                </c:pt>
                <c:pt idx="827">
                  <c:v>4.135</c:v>
                </c:pt>
                <c:pt idx="828">
                  <c:v>4.14</c:v>
                </c:pt>
                <c:pt idx="829">
                  <c:v>4.145</c:v>
                </c:pt>
                <c:pt idx="830">
                  <c:v>4.15</c:v>
                </c:pt>
                <c:pt idx="831">
                  <c:v>4.155</c:v>
                </c:pt>
                <c:pt idx="832">
                  <c:v>4.16</c:v>
                </c:pt>
                <c:pt idx="833">
                  <c:v>4.165</c:v>
                </c:pt>
                <c:pt idx="834">
                  <c:v>4.17</c:v>
                </c:pt>
                <c:pt idx="835">
                  <c:v>4.175</c:v>
                </c:pt>
                <c:pt idx="836">
                  <c:v>4.18</c:v>
                </c:pt>
                <c:pt idx="837">
                  <c:v>4.185</c:v>
                </c:pt>
                <c:pt idx="838">
                  <c:v>4.19</c:v>
                </c:pt>
                <c:pt idx="839">
                  <c:v>4.195</c:v>
                </c:pt>
                <c:pt idx="840">
                  <c:v>4.2</c:v>
                </c:pt>
                <c:pt idx="841">
                  <c:v>4.205</c:v>
                </c:pt>
                <c:pt idx="842">
                  <c:v>4.21</c:v>
                </c:pt>
                <c:pt idx="843">
                  <c:v>4.215</c:v>
                </c:pt>
                <c:pt idx="844">
                  <c:v>4.22</c:v>
                </c:pt>
                <c:pt idx="845">
                  <c:v>4.225</c:v>
                </c:pt>
                <c:pt idx="846">
                  <c:v>4.23</c:v>
                </c:pt>
                <c:pt idx="847">
                  <c:v>4.235</c:v>
                </c:pt>
                <c:pt idx="848">
                  <c:v>4.24</c:v>
                </c:pt>
                <c:pt idx="849">
                  <c:v>4.245</c:v>
                </c:pt>
                <c:pt idx="850">
                  <c:v>4.25</c:v>
                </c:pt>
                <c:pt idx="851">
                  <c:v>4.255</c:v>
                </c:pt>
                <c:pt idx="852">
                  <c:v>4.26</c:v>
                </c:pt>
                <c:pt idx="853">
                  <c:v>4.265</c:v>
                </c:pt>
                <c:pt idx="854">
                  <c:v>4.27</c:v>
                </c:pt>
                <c:pt idx="855">
                  <c:v>4.275</c:v>
                </c:pt>
                <c:pt idx="856">
                  <c:v>4.28</c:v>
                </c:pt>
                <c:pt idx="857">
                  <c:v>4.285</c:v>
                </c:pt>
                <c:pt idx="858">
                  <c:v>4.29</c:v>
                </c:pt>
                <c:pt idx="859">
                  <c:v>4.295</c:v>
                </c:pt>
                <c:pt idx="860">
                  <c:v>4.3</c:v>
                </c:pt>
                <c:pt idx="861">
                  <c:v>4.305</c:v>
                </c:pt>
                <c:pt idx="862">
                  <c:v>4.31</c:v>
                </c:pt>
                <c:pt idx="863">
                  <c:v>4.315</c:v>
                </c:pt>
                <c:pt idx="864">
                  <c:v>4.32</c:v>
                </c:pt>
                <c:pt idx="865">
                  <c:v>4.325</c:v>
                </c:pt>
                <c:pt idx="866">
                  <c:v>4.33</c:v>
                </c:pt>
                <c:pt idx="867">
                  <c:v>4.335</c:v>
                </c:pt>
                <c:pt idx="868">
                  <c:v>4.34</c:v>
                </c:pt>
                <c:pt idx="869">
                  <c:v>4.345</c:v>
                </c:pt>
                <c:pt idx="870">
                  <c:v>4.35</c:v>
                </c:pt>
                <c:pt idx="871">
                  <c:v>4.355</c:v>
                </c:pt>
                <c:pt idx="872">
                  <c:v>4.36</c:v>
                </c:pt>
                <c:pt idx="873">
                  <c:v>4.365</c:v>
                </c:pt>
                <c:pt idx="874">
                  <c:v>4.37</c:v>
                </c:pt>
                <c:pt idx="875">
                  <c:v>4.375</c:v>
                </c:pt>
                <c:pt idx="876">
                  <c:v>4.38</c:v>
                </c:pt>
                <c:pt idx="877">
                  <c:v>4.385</c:v>
                </c:pt>
                <c:pt idx="878">
                  <c:v>4.39</c:v>
                </c:pt>
                <c:pt idx="879">
                  <c:v>4.395</c:v>
                </c:pt>
                <c:pt idx="880">
                  <c:v>4.4</c:v>
                </c:pt>
                <c:pt idx="881">
                  <c:v>4.405</c:v>
                </c:pt>
                <c:pt idx="882">
                  <c:v>4.41</c:v>
                </c:pt>
                <c:pt idx="883">
                  <c:v>4.415</c:v>
                </c:pt>
                <c:pt idx="884">
                  <c:v>4.42</c:v>
                </c:pt>
                <c:pt idx="885">
                  <c:v>4.425</c:v>
                </c:pt>
                <c:pt idx="886">
                  <c:v>4.43</c:v>
                </c:pt>
                <c:pt idx="887">
                  <c:v>4.435</c:v>
                </c:pt>
                <c:pt idx="888">
                  <c:v>4.44</c:v>
                </c:pt>
                <c:pt idx="889">
                  <c:v>4.445</c:v>
                </c:pt>
                <c:pt idx="890">
                  <c:v>4.45</c:v>
                </c:pt>
                <c:pt idx="891">
                  <c:v>4.455</c:v>
                </c:pt>
                <c:pt idx="892">
                  <c:v>4.46</c:v>
                </c:pt>
                <c:pt idx="893">
                  <c:v>4.465</c:v>
                </c:pt>
                <c:pt idx="894">
                  <c:v>4.47</c:v>
                </c:pt>
                <c:pt idx="895">
                  <c:v>4.475</c:v>
                </c:pt>
                <c:pt idx="896">
                  <c:v>4.48</c:v>
                </c:pt>
                <c:pt idx="897">
                  <c:v>4.485</c:v>
                </c:pt>
                <c:pt idx="898">
                  <c:v>4.49</c:v>
                </c:pt>
                <c:pt idx="899">
                  <c:v>4.495</c:v>
                </c:pt>
                <c:pt idx="900">
                  <c:v>4.5</c:v>
                </c:pt>
                <c:pt idx="901">
                  <c:v>4.505</c:v>
                </c:pt>
                <c:pt idx="902">
                  <c:v>4.51</c:v>
                </c:pt>
                <c:pt idx="903">
                  <c:v>4.515</c:v>
                </c:pt>
                <c:pt idx="904">
                  <c:v>4.52</c:v>
                </c:pt>
                <c:pt idx="905">
                  <c:v>4.525</c:v>
                </c:pt>
                <c:pt idx="906">
                  <c:v>4.53</c:v>
                </c:pt>
                <c:pt idx="907">
                  <c:v>4.535</c:v>
                </c:pt>
                <c:pt idx="908">
                  <c:v>4.54</c:v>
                </c:pt>
                <c:pt idx="909">
                  <c:v>4.545</c:v>
                </c:pt>
                <c:pt idx="910">
                  <c:v>4.55</c:v>
                </c:pt>
                <c:pt idx="911">
                  <c:v>4.555</c:v>
                </c:pt>
                <c:pt idx="912">
                  <c:v>4.56</c:v>
                </c:pt>
                <c:pt idx="913">
                  <c:v>4.565</c:v>
                </c:pt>
                <c:pt idx="914">
                  <c:v>4.57</c:v>
                </c:pt>
                <c:pt idx="915">
                  <c:v>4.575</c:v>
                </c:pt>
                <c:pt idx="916">
                  <c:v>4.58</c:v>
                </c:pt>
                <c:pt idx="917">
                  <c:v>4.585</c:v>
                </c:pt>
                <c:pt idx="918">
                  <c:v>4.59</c:v>
                </c:pt>
                <c:pt idx="919">
                  <c:v>4.595</c:v>
                </c:pt>
                <c:pt idx="920">
                  <c:v>4.6</c:v>
                </c:pt>
                <c:pt idx="921">
                  <c:v>4.605</c:v>
                </c:pt>
                <c:pt idx="922">
                  <c:v>4.61</c:v>
                </c:pt>
                <c:pt idx="923">
                  <c:v>4.615</c:v>
                </c:pt>
                <c:pt idx="924">
                  <c:v>4.62</c:v>
                </c:pt>
                <c:pt idx="925">
                  <c:v>4.625</c:v>
                </c:pt>
                <c:pt idx="926">
                  <c:v>4.63</c:v>
                </c:pt>
                <c:pt idx="927">
                  <c:v>4.635</c:v>
                </c:pt>
                <c:pt idx="928">
                  <c:v>4.64</c:v>
                </c:pt>
                <c:pt idx="929">
                  <c:v>4.645</c:v>
                </c:pt>
                <c:pt idx="930">
                  <c:v>4.65</c:v>
                </c:pt>
                <c:pt idx="931">
                  <c:v>4.655</c:v>
                </c:pt>
                <c:pt idx="932">
                  <c:v>4.66</c:v>
                </c:pt>
                <c:pt idx="933">
                  <c:v>4.665</c:v>
                </c:pt>
                <c:pt idx="934">
                  <c:v>4.67</c:v>
                </c:pt>
                <c:pt idx="935">
                  <c:v>4.675</c:v>
                </c:pt>
                <c:pt idx="936">
                  <c:v>4.68</c:v>
                </c:pt>
                <c:pt idx="937">
                  <c:v>4.685</c:v>
                </c:pt>
                <c:pt idx="938">
                  <c:v>4.69</c:v>
                </c:pt>
                <c:pt idx="939">
                  <c:v>4.695</c:v>
                </c:pt>
                <c:pt idx="940">
                  <c:v>4.7</c:v>
                </c:pt>
                <c:pt idx="941">
                  <c:v>4.705</c:v>
                </c:pt>
                <c:pt idx="942">
                  <c:v>4.71</c:v>
                </c:pt>
                <c:pt idx="943">
                  <c:v>4.715</c:v>
                </c:pt>
                <c:pt idx="944">
                  <c:v>4.72</c:v>
                </c:pt>
                <c:pt idx="945">
                  <c:v>4.725</c:v>
                </c:pt>
                <c:pt idx="946">
                  <c:v>4.73</c:v>
                </c:pt>
                <c:pt idx="947">
                  <c:v>4.735</c:v>
                </c:pt>
                <c:pt idx="948">
                  <c:v>4.74</c:v>
                </c:pt>
                <c:pt idx="949">
                  <c:v>4.745</c:v>
                </c:pt>
                <c:pt idx="950">
                  <c:v>4.75</c:v>
                </c:pt>
                <c:pt idx="951">
                  <c:v>4.755</c:v>
                </c:pt>
                <c:pt idx="952">
                  <c:v>4.76</c:v>
                </c:pt>
                <c:pt idx="953">
                  <c:v>4.765</c:v>
                </c:pt>
                <c:pt idx="954">
                  <c:v>4.77</c:v>
                </c:pt>
                <c:pt idx="955">
                  <c:v>4.775</c:v>
                </c:pt>
                <c:pt idx="956">
                  <c:v>4.78</c:v>
                </c:pt>
                <c:pt idx="957">
                  <c:v>4.785</c:v>
                </c:pt>
                <c:pt idx="958">
                  <c:v>4.79</c:v>
                </c:pt>
                <c:pt idx="959">
                  <c:v>4.795</c:v>
                </c:pt>
                <c:pt idx="960">
                  <c:v>4.8</c:v>
                </c:pt>
                <c:pt idx="961">
                  <c:v>4.805</c:v>
                </c:pt>
                <c:pt idx="962">
                  <c:v>4.81</c:v>
                </c:pt>
                <c:pt idx="963">
                  <c:v>4.815</c:v>
                </c:pt>
                <c:pt idx="964">
                  <c:v>4.82</c:v>
                </c:pt>
                <c:pt idx="965">
                  <c:v>4.825</c:v>
                </c:pt>
                <c:pt idx="966">
                  <c:v>4.83</c:v>
                </c:pt>
                <c:pt idx="967">
                  <c:v>4.835</c:v>
                </c:pt>
                <c:pt idx="968">
                  <c:v>4.84</c:v>
                </c:pt>
                <c:pt idx="969">
                  <c:v>4.845</c:v>
                </c:pt>
                <c:pt idx="970">
                  <c:v>4.85</c:v>
                </c:pt>
                <c:pt idx="971">
                  <c:v>4.855</c:v>
                </c:pt>
                <c:pt idx="972">
                  <c:v>4.86</c:v>
                </c:pt>
                <c:pt idx="973">
                  <c:v>4.865</c:v>
                </c:pt>
                <c:pt idx="974">
                  <c:v>4.87</c:v>
                </c:pt>
                <c:pt idx="975">
                  <c:v>4.875</c:v>
                </c:pt>
                <c:pt idx="976">
                  <c:v>4.88</c:v>
                </c:pt>
                <c:pt idx="977">
                  <c:v>4.885</c:v>
                </c:pt>
                <c:pt idx="978">
                  <c:v>4.89</c:v>
                </c:pt>
                <c:pt idx="979">
                  <c:v>4.895</c:v>
                </c:pt>
                <c:pt idx="980">
                  <c:v>4.9</c:v>
                </c:pt>
                <c:pt idx="981">
                  <c:v>4.905</c:v>
                </c:pt>
                <c:pt idx="982">
                  <c:v>4.91</c:v>
                </c:pt>
                <c:pt idx="983">
                  <c:v>4.915</c:v>
                </c:pt>
                <c:pt idx="984">
                  <c:v>4.92</c:v>
                </c:pt>
                <c:pt idx="985">
                  <c:v>4.925</c:v>
                </c:pt>
                <c:pt idx="986">
                  <c:v>4.93</c:v>
                </c:pt>
                <c:pt idx="987">
                  <c:v>4.935</c:v>
                </c:pt>
                <c:pt idx="988">
                  <c:v>4.94</c:v>
                </c:pt>
                <c:pt idx="989">
                  <c:v>4.945</c:v>
                </c:pt>
                <c:pt idx="990">
                  <c:v>4.95</c:v>
                </c:pt>
                <c:pt idx="991">
                  <c:v>4.955</c:v>
                </c:pt>
                <c:pt idx="992">
                  <c:v>4.96</c:v>
                </c:pt>
                <c:pt idx="993">
                  <c:v>4.965</c:v>
                </c:pt>
                <c:pt idx="994">
                  <c:v>4.97</c:v>
                </c:pt>
                <c:pt idx="995">
                  <c:v>4.975</c:v>
                </c:pt>
                <c:pt idx="996">
                  <c:v>4.98</c:v>
                </c:pt>
                <c:pt idx="997">
                  <c:v>4.985</c:v>
                </c:pt>
                <c:pt idx="998">
                  <c:v>4.99</c:v>
                </c:pt>
                <c:pt idx="999">
                  <c:v>4.995</c:v>
                </c:pt>
                <c:pt idx="1000">
                  <c:v>5</c:v>
                </c:pt>
                <c:pt idx="1001">
                  <c:v>5.005</c:v>
                </c:pt>
                <c:pt idx="1002">
                  <c:v>5.01</c:v>
                </c:pt>
                <c:pt idx="1003">
                  <c:v>5.015</c:v>
                </c:pt>
                <c:pt idx="1004">
                  <c:v>5.02</c:v>
                </c:pt>
                <c:pt idx="1005">
                  <c:v>5.025</c:v>
                </c:pt>
                <c:pt idx="1006">
                  <c:v>5.03</c:v>
                </c:pt>
                <c:pt idx="1007">
                  <c:v>5.035</c:v>
                </c:pt>
                <c:pt idx="1008">
                  <c:v>5.04</c:v>
                </c:pt>
                <c:pt idx="1009">
                  <c:v>5.045</c:v>
                </c:pt>
                <c:pt idx="1010">
                  <c:v>5.05</c:v>
                </c:pt>
                <c:pt idx="1011">
                  <c:v>5.055</c:v>
                </c:pt>
                <c:pt idx="1012">
                  <c:v>5.06</c:v>
                </c:pt>
                <c:pt idx="1013">
                  <c:v>5.065</c:v>
                </c:pt>
                <c:pt idx="1014">
                  <c:v>5.07</c:v>
                </c:pt>
                <c:pt idx="1015">
                  <c:v>5.075</c:v>
                </c:pt>
                <c:pt idx="1016">
                  <c:v>5.08</c:v>
                </c:pt>
                <c:pt idx="1017">
                  <c:v>5.085</c:v>
                </c:pt>
                <c:pt idx="1018">
                  <c:v>5.09</c:v>
                </c:pt>
                <c:pt idx="1019">
                  <c:v>5.095</c:v>
                </c:pt>
                <c:pt idx="1020">
                  <c:v>5.1</c:v>
                </c:pt>
                <c:pt idx="1021">
                  <c:v>5.105</c:v>
                </c:pt>
                <c:pt idx="1022">
                  <c:v>5.11</c:v>
                </c:pt>
                <c:pt idx="1023">
                  <c:v>5.115</c:v>
                </c:pt>
                <c:pt idx="1024">
                  <c:v>5.12</c:v>
                </c:pt>
                <c:pt idx="1025">
                  <c:v>5.125</c:v>
                </c:pt>
                <c:pt idx="1026">
                  <c:v>5.13</c:v>
                </c:pt>
                <c:pt idx="1027">
                  <c:v>5.135</c:v>
                </c:pt>
                <c:pt idx="1028">
                  <c:v>5.14</c:v>
                </c:pt>
                <c:pt idx="1029">
                  <c:v>5.145</c:v>
                </c:pt>
                <c:pt idx="1030">
                  <c:v>5.15</c:v>
                </c:pt>
                <c:pt idx="1031">
                  <c:v>5.155</c:v>
                </c:pt>
                <c:pt idx="1032">
                  <c:v>5.16</c:v>
                </c:pt>
                <c:pt idx="1033">
                  <c:v>5.165</c:v>
                </c:pt>
                <c:pt idx="1034">
                  <c:v>5.17</c:v>
                </c:pt>
                <c:pt idx="1035">
                  <c:v>5.175</c:v>
                </c:pt>
                <c:pt idx="1036">
                  <c:v>5.18</c:v>
                </c:pt>
                <c:pt idx="1037">
                  <c:v>5.185</c:v>
                </c:pt>
                <c:pt idx="1038">
                  <c:v>5.19</c:v>
                </c:pt>
                <c:pt idx="1039">
                  <c:v>5.195</c:v>
                </c:pt>
                <c:pt idx="1040">
                  <c:v>5.2</c:v>
                </c:pt>
                <c:pt idx="1041">
                  <c:v>5.205</c:v>
                </c:pt>
                <c:pt idx="1042">
                  <c:v>5.21</c:v>
                </c:pt>
                <c:pt idx="1043">
                  <c:v>5.215</c:v>
                </c:pt>
                <c:pt idx="1044">
                  <c:v>5.22</c:v>
                </c:pt>
                <c:pt idx="1045">
                  <c:v>5.225</c:v>
                </c:pt>
                <c:pt idx="1046">
                  <c:v>5.23</c:v>
                </c:pt>
                <c:pt idx="1047">
                  <c:v>5.235</c:v>
                </c:pt>
                <c:pt idx="1048">
                  <c:v>5.24</c:v>
                </c:pt>
                <c:pt idx="1049">
                  <c:v>5.245</c:v>
                </c:pt>
                <c:pt idx="1050">
                  <c:v>5.25</c:v>
                </c:pt>
                <c:pt idx="1051">
                  <c:v>5.255</c:v>
                </c:pt>
                <c:pt idx="1052">
                  <c:v>5.26</c:v>
                </c:pt>
                <c:pt idx="1053">
                  <c:v>5.265</c:v>
                </c:pt>
                <c:pt idx="1054">
                  <c:v>5.27</c:v>
                </c:pt>
                <c:pt idx="1055">
                  <c:v>5.275</c:v>
                </c:pt>
                <c:pt idx="1056">
                  <c:v>5.28</c:v>
                </c:pt>
                <c:pt idx="1057">
                  <c:v>5.285</c:v>
                </c:pt>
                <c:pt idx="1058">
                  <c:v>5.29</c:v>
                </c:pt>
                <c:pt idx="1059">
                  <c:v>5.295</c:v>
                </c:pt>
                <c:pt idx="1060">
                  <c:v>5.3</c:v>
                </c:pt>
                <c:pt idx="1061">
                  <c:v>5.305</c:v>
                </c:pt>
                <c:pt idx="1062">
                  <c:v>5.31</c:v>
                </c:pt>
                <c:pt idx="1063">
                  <c:v>5.315</c:v>
                </c:pt>
                <c:pt idx="1064">
                  <c:v>5.32</c:v>
                </c:pt>
                <c:pt idx="1065">
                  <c:v>5.325</c:v>
                </c:pt>
                <c:pt idx="1066">
                  <c:v>5.33</c:v>
                </c:pt>
                <c:pt idx="1067">
                  <c:v>5.335</c:v>
                </c:pt>
                <c:pt idx="1068">
                  <c:v>5.34</c:v>
                </c:pt>
                <c:pt idx="1069">
                  <c:v>5.345</c:v>
                </c:pt>
                <c:pt idx="1070">
                  <c:v>5.35</c:v>
                </c:pt>
                <c:pt idx="1071">
                  <c:v>5.355</c:v>
                </c:pt>
                <c:pt idx="1072">
                  <c:v>5.36</c:v>
                </c:pt>
                <c:pt idx="1073">
                  <c:v>5.365</c:v>
                </c:pt>
                <c:pt idx="1074">
                  <c:v>5.37</c:v>
                </c:pt>
                <c:pt idx="1075">
                  <c:v>5.375</c:v>
                </c:pt>
                <c:pt idx="1076">
                  <c:v>5.38</c:v>
                </c:pt>
                <c:pt idx="1077">
                  <c:v>5.385</c:v>
                </c:pt>
                <c:pt idx="1078">
                  <c:v>5.39</c:v>
                </c:pt>
                <c:pt idx="1079">
                  <c:v>5.395</c:v>
                </c:pt>
                <c:pt idx="1080">
                  <c:v>5.4</c:v>
                </c:pt>
                <c:pt idx="1081">
                  <c:v>5.405</c:v>
                </c:pt>
                <c:pt idx="1082">
                  <c:v>5.41</c:v>
                </c:pt>
                <c:pt idx="1083">
                  <c:v>5.415</c:v>
                </c:pt>
                <c:pt idx="1084">
                  <c:v>5.42</c:v>
                </c:pt>
                <c:pt idx="1085">
                  <c:v>5.425</c:v>
                </c:pt>
                <c:pt idx="1086">
                  <c:v>5.43</c:v>
                </c:pt>
                <c:pt idx="1087">
                  <c:v>5.435</c:v>
                </c:pt>
                <c:pt idx="1088">
                  <c:v>5.44</c:v>
                </c:pt>
                <c:pt idx="1089">
                  <c:v>5.445</c:v>
                </c:pt>
                <c:pt idx="1090">
                  <c:v>5.45</c:v>
                </c:pt>
                <c:pt idx="1091">
                  <c:v>5.455</c:v>
                </c:pt>
                <c:pt idx="1092">
                  <c:v>5.46</c:v>
                </c:pt>
                <c:pt idx="1093">
                  <c:v>5.465</c:v>
                </c:pt>
                <c:pt idx="1094">
                  <c:v>5.47</c:v>
                </c:pt>
                <c:pt idx="1095">
                  <c:v>5.475</c:v>
                </c:pt>
                <c:pt idx="1096">
                  <c:v>5.48</c:v>
                </c:pt>
                <c:pt idx="1097">
                  <c:v>5.485</c:v>
                </c:pt>
                <c:pt idx="1098">
                  <c:v>5.49</c:v>
                </c:pt>
                <c:pt idx="1099">
                  <c:v>5.495</c:v>
                </c:pt>
                <c:pt idx="1100">
                  <c:v>5.5</c:v>
                </c:pt>
                <c:pt idx="1101">
                  <c:v>5.505</c:v>
                </c:pt>
                <c:pt idx="1102">
                  <c:v>5.51</c:v>
                </c:pt>
                <c:pt idx="1103">
                  <c:v>5.515</c:v>
                </c:pt>
                <c:pt idx="1104">
                  <c:v>5.52</c:v>
                </c:pt>
                <c:pt idx="1105">
                  <c:v>5.525</c:v>
                </c:pt>
                <c:pt idx="1106">
                  <c:v>5.53</c:v>
                </c:pt>
                <c:pt idx="1107">
                  <c:v>5.535</c:v>
                </c:pt>
                <c:pt idx="1108">
                  <c:v>5.54</c:v>
                </c:pt>
                <c:pt idx="1109">
                  <c:v>5.545</c:v>
                </c:pt>
                <c:pt idx="1110">
                  <c:v>5.55</c:v>
                </c:pt>
                <c:pt idx="1111">
                  <c:v>5.555</c:v>
                </c:pt>
                <c:pt idx="1112">
                  <c:v>5.56</c:v>
                </c:pt>
                <c:pt idx="1113">
                  <c:v>5.565</c:v>
                </c:pt>
                <c:pt idx="1114">
                  <c:v>5.57</c:v>
                </c:pt>
                <c:pt idx="1115">
                  <c:v>5.575</c:v>
                </c:pt>
                <c:pt idx="1116">
                  <c:v>5.58</c:v>
                </c:pt>
                <c:pt idx="1117">
                  <c:v>5.585</c:v>
                </c:pt>
                <c:pt idx="1118">
                  <c:v>5.59</c:v>
                </c:pt>
                <c:pt idx="1119">
                  <c:v>5.595</c:v>
                </c:pt>
                <c:pt idx="1120">
                  <c:v>5.6</c:v>
                </c:pt>
                <c:pt idx="1121">
                  <c:v>5.605</c:v>
                </c:pt>
                <c:pt idx="1122">
                  <c:v>5.61</c:v>
                </c:pt>
                <c:pt idx="1123">
                  <c:v>5.615</c:v>
                </c:pt>
                <c:pt idx="1124">
                  <c:v>5.62</c:v>
                </c:pt>
                <c:pt idx="1125">
                  <c:v>5.625</c:v>
                </c:pt>
                <c:pt idx="1126">
                  <c:v>5.63</c:v>
                </c:pt>
                <c:pt idx="1127">
                  <c:v>5.635</c:v>
                </c:pt>
                <c:pt idx="1128">
                  <c:v>5.64</c:v>
                </c:pt>
                <c:pt idx="1129">
                  <c:v>5.645</c:v>
                </c:pt>
                <c:pt idx="1130">
                  <c:v>5.65</c:v>
                </c:pt>
                <c:pt idx="1131">
                  <c:v>5.655</c:v>
                </c:pt>
                <c:pt idx="1132">
                  <c:v>5.66</c:v>
                </c:pt>
                <c:pt idx="1133">
                  <c:v>5.665</c:v>
                </c:pt>
                <c:pt idx="1134">
                  <c:v>5.67</c:v>
                </c:pt>
                <c:pt idx="1135">
                  <c:v>5.675</c:v>
                </c:pt>
                <c:pt idx="1136">
                  <c:v>5.68</c:v>
                </c:pt>
                <c:pt idx="1137">
                  <c:v>5.685</c:v>
                </c:pt>
                <c:pt idx="1138">
                  <c:v>5.69</c:v>
                </c:pt>
                <c:pt idx="1139">
                  <c:v>5.695</c:v>
                </c:pt>
                <c:pt idx="1140">
                  <c:v>5.7</c:v>
                </c:pt>
                <c:pt idx="1141">
                  <c:v>5.705</c:v>
                </c:pt>
                <c:pt idx="1142">
                  <c:v>5.71</c:v>
                </c:pt>
                <c:pt idx="1143">
                  <c:v>5.715</c:v>
                </c:pt>
                <c:pt idx="1144">
                  <c:v>5.72</c:v>
                </c:pt>
                <c:pt idx="1145">
                  <c:v>5.725</c:v>
                </c:pt>
                <c:pt idx="1146">
                  <c:v>5.73</c:v>
                </c:pt>
                <c:pt idx="1147">
                  <c:v>5.735</c:v>
                </c:pt>
                <c:pt idx="1148">
                  <c:v>5.74</c:v>
                </c:pt>
                <c:pt idx="1149">
                  <c:v>5.745</c:v>
                </c:pt>
                <c:pt idx="1150">
                  <c:v>5.75</c:v>
                </c:pt>
                <c:pt idx="1151">
                  <c:v>5.755</c:v>
                </c:pt>
                <c:pt idx="1152">
                  <c:v>5.76</c:v>
                </c:pt>
                <c:pt idx="1153">
                  <c:v>5.765</c:v>
                </c:pt>
                <c:pt idx="1154">
                  <c:v>5.77</c:v>
                </c:pt>
                <c:pt idx="1155">
                  <c:v>5.775</c:v>
                </c:pt>
                <c:pt idx="1156">
                  <c:v>5.78</c:v>
                </c:pt>
                <c:pt idx="1157">
                  <c:v>5.785</c:v>
                </c:pt>
                <c:pt idx="1158">
                  <c:v>5.79</c:v>
                </c:pt>
                <c:pt idx="1159">
                  <c:v>5.795</c:v>
                </c:pt>
                <c:pt idx="1160">
                  <c:v>5.8</c:v>
                </c:pt>
                <c:pt idx="1161">
                  <c:v>5.805</c:v>
                </c:pt>
                <c:pt idx="1162">
                  <c:v>5.81</c:v>
                </c:pt>
                <c:pt idx="1163">
                  <c:v>5.815</c:v>
                </c:pt>
                <c:pt idx="1164">
                  <c:v>5.82</c:v>
                </c:pt>
                <c:pt idx="1165">
                  <c:v>5.825</c:v>
                </c:pt>
                <c:pt idx="1166">
                  <c:v>5.83</c:v>
                </c:pt>
                <c:pt idx="1167">
                  <c:v>5.835</c:v>
                </c:pt>
                <c:pt idx="1168">
                  <c:v>5.84</c:v>
                </c:pt>
                <c:pt idx="1169">
                  <c:v>5.845</c:v>
                </c:pt>
                <c:pt idx="1170">
                  <c:v>5.85</c:v>
                </c:pt>
                <c:pt idx="1171">
                  <c:v>5.855</c:v>
                </c:pt>
                <c:pt idx="1172">
                  <c:v>5.86</c:v>
                </c:pt>
                <c:pt idx="1173">
                  <c:v>5.865</c:v>
                </c:pt>
                <c:pt idx="1174">
                  <c:v>5.87</c:v>
                </c:pt>
                <c:pt idx="1175">
                  <c:v>5.875</c:v>
                </c:pt>
                <c:pt idx="1176">
                  <c:v>5.88</c:v>
                </c:pt>
                <c:pt idx="1177">
                  <c:v>5.885</c:v>
                </c:pt>
                <c:pt idx="1178">
                  <c:v>5.89</c:v>
                </c:pt>
                <c:pt idx="1179">
                  <c:v>5.895</c:v>
                </c:pt>
                <c:pt idx="1180">
                  <c:v>5.9</c:v>
                </c:pt>
                <c:pt idx="1181">
                  <c:v>5.905</c:v>
                </c:pt>
                <c:pt idx="1182">
                  <c:v>5.91</c:v>
                </c:pt>
                <c:pt idx="1183">
                  <c:v>5.915</c:v>
                </c:pt>
                <c:pt idx="1184">
                  <c:v>5.92</c:v>
                </c:pt>
                <c:pt idx="1185">
                  <c:v>5.925</c:v>
                </c:pt>
                <c:pt idx="1186">
                  <c:v>5.93</c:v>
                </c:pt>
                <c:pt idx="1187">
                  <c:v>5.935</c:v>
                </c:pt>
                <c:pt idx="1188">
                  <c:v>5.94</c:v>
                </c:pt>
                <c:pt idx="1189">
                  <c:v>5.945</c:v>
                </c:pt>
                <c:pt idx="1190">
                  <c:v>5.95</c:v>
                </c:pt>
                <c:pt idx="1191">
                  <c:v>5.955</c:v>
                </c:pt>
                <c:pt idx="1192">
                  <c:v>5.96</c:v>
                </c:pt>
                <c:pt idx="1193">
                  <c:v>5.965</c:v>
                </c:pt>
                <c:pt idx="1194">
                  <c:v>5.97</c:v>
                </c:pt>
                <c:pt idx="1195">
                  <c:v>5.975</c:v>
                </c:pt>
                <c:pt idx="1196">
                  <c:v>5.98</c:v>
                </c:pt>
                <c:pt idx="1197">
                  <c:v>5.985</c:v>
                </c:pt>
                <c:pt idx="1198">
                  <c:v>5.99</c:v>
                </c:pt>
                <c:pt idx="1199">
                  <c:v>5.995</c:v>
                </c:pt>
                <c:pt idx="1200">
                  <c:v>6</c:v>
                </c:pt>
                <c:pt idx="1201">
                  <c:v>6.005</c:v>
                </c:pt>
                <c:pt idx="1202">
                  <c:v>6.01</c:v>
                </c:pt>
                <c:pt idx="1203">
                  <c:v>6.015</c:v>
                </c:pt>
                <c:pt idx="1204">
                  <c:v>6.02</c:v>
                </c:pt>
                <c:pt idx="1205">
                  <c:v>6.025</c:v>
                </c:pt>
                <c:pt idx="1206">
                  <c:v>6.03</c:v>
                </c:pt>
                <c:pt idx="1207">
                  <c:v>6.035</c:v>
                </c:pt>
                <c:pt idx="1208">
                  <c:v>6.04</c:v>
                </c:pt>
                <c:pt idx="1209">
                  <c:v>6.045</c:v>
                </c:pt>
                <c:pt idx="1210">
                  <c:v>6.05</c:v>
                </c:pt>
                <c:pt idx="1211">
                  <c:v>6.055</c:v>
                </c:pt>
                <c:pt idx="1212">
                  <c:v>6.06</c:v>
                </c:pt>
                <c:pt idx="1213">
                  <c:v>6.065</c:v>
                </c:pt>
                <c:pt idx="1214">
                  <c:v>6.07</c:v>
                </c:pt>
                <c:pt idx="1215">
                  <c:v>6.075</c:v>
                </c:pt>
                <c:pt idx="1216">
                  <c:v>6.08</c:v>
                </c:pt>
                <c:pt idx="1217">
                  <c:v>6.085</c:v>
                </c:pt>
                <c:pt idx="1218">
                  <c:v>6.09</c:v>
                </c:pt>
                <c:pt idx="1219">
                  <c:v>6.095</c:v>
                </c:pt>
                <c:pt idx="1220">
                  <c:v>6.1</c:v>
                </c:pt>
                <c:pt idx="1221">
                  <c:v>6.105</c:v>
                </c:pt>
                <c:pt idx="1222">
                  <c:v>6.11</c:v>
                </c:pt>
                <c:pt idx="1223">
                  <c:v>6.115</c:v>
                </c:pt>
                <c:pt idx="1224">
                  <c:v>6.12</c:v>
                </c:pt>
                <c:pt idx="1225">
                  <c:v>6.125</c:v>
                </c:pt>
                <c:pt idx="1226">
                  <c:v>6.13</c:v>
                </c:pt>
                <c:pt idx="1227">
                  <c:v>6.135</c:v>
                </c:pt>
                <c:pt idx="1228">
                  <c:v>6.14</c:v>
                </c:pt>
                <c:pt idx="1229">
                  <c:v>6.145</c:v>
                </c:pt>
                <c:pt idx="1230">
                  <c:v>6.15</c:v>
                </c:pt>
                <c:pt idx="1231">
                  <c:v>6.155</c:v>
                </c:pt>
                <c:pt idx="1232">
                  <c:v>6.16</c:v>
                </c:pt>
                <c:pt idx="1233">
                  <c:v>6.165</c:v>
                </c:pt>
                <c:pt idx="1234">
                  <c:v>6.17</c:v>
                </c:pt>
                <c:pt idx="1235">
                  <c:v>6.175</c:v>
                </c:pt>
                <c:pt idx="1236">
                  <c:v>6.18</c:v>
                </c:pt>
                <c:pt idx="1237">
                  <c:v>6.185</c:v>
                </c:pt>
                <c:pt idx="1238">
                  <c:v>6.19</c:v>
                </c:pt>
                <c:pt idx="1239">
                  <c:v>6.195</c:v>
                </c:pt>
                <c:pt idx="1240">
                  <c:v>6.2</c:v>
                </c:pt>
                <c:pt idx="1241">
                  <c:v>6.205</c:v>
                </c:pt>
                <c:pt idx="1242">
                  <c:v>6.21</c:v>
                </c:pt>
                <c:pt idx="1243">
                  <c:v>6.215</c:v>
                </c:pt>
                <c:pt idx="1244">
                  <c:v>6.22</c:v>
                </c:pt>
                <c:pt idx="1245">
                  <c:v>6.225</c:v>
                </c:pt>
                <c:pt idx="1246">
                  <c:v>6.23</c:v>
                </c:pt>
                <c:pt idx="1247">
                  <c:v>6.235</c:v>
                </c:pt>
                <c:pt idx="1248">
                  <c:v>6.24</c:v>
                </c:pt>
                <c:pt idx="1249">
                  <c:v>6.245</c:v>
                </c:pt>
                <c:pt idx="1250">
                  <c:v>6.25</c:v>
                </c:pt>
                <c:pt idx="1251">
                  <c:v>6.255</c:v>
                </c:pt>
                <c:pt idx="1252">
                  <c:v>6.26</c:v>
                </c:pt>
                <c:pt idx="1253">
                  <c:v>6.265</c:v>
                </c:pt>
                <c:pt idx="1254">
                  <c:v>6.27</c:v>
                </c:pt>
                <c:pt idx="1255">
                  <c:v>6.275</c:v>
                </c:pt>
                <c:pt idx="1256">
                  <c:v>6.28</c:v>
                </c:pt>
                <c:pt idx="1257">
                  <c:v>6.285</c:v>
                </c:pt>
                <c:pt idx="1258">
                  <c:v>6.29</c:v>
                </c:pt>
                <c:pt idx="1259">
                  <c:v>6.295</c:v>
                </c:pt>
                <c:pt idx="1260">
                  <c:v>6.3</c:v>
                </c:pt>
                <c:pt idx="1261">
                  <c:v>6.305</c:v>
                </c:pt>
                <c:pt idx="1262">
                  <c:v>6.31</c:v>
                </c:pt>
                <c:pt idx="1263">
                  <c:v>6.315</c:v>
                </c:pt>
                <c:pt idx="1264">
                  <c:v>6.32</c:v>
                </c:pt>
                <c:pt idx="1265">
                  <c:v>6.325</c:v>
                </c:pt>
                <c:pt idx="1266">
                  <c:v>6.33</c:v>
                </c:pt>
                <c:pt idx="1267">
                  <c:v>6.335</c:v>
                </c:pt>
                <c:pt idx="1268">
                  <c:v>6.34</c:v>
                </c:pt>
                <c:pt idx="1269">
                  <c:v>6.345</c:v>
                </c:pt>
                <c:pt idx="1270">
                  <c:v>6.35</c:v>
                </c:pt>
                <c:pt idx="1271">
                  <c:v>6.355</c:v>
                </c:pt>
                <c:pt idx="1272">
                  <c:v>6.36</c:v>
                </c:pt>
                <c:pt idx="1273">
                  <c:v>6.365</c:v>
                </c:pt>
                <c:pt idx="1274">
                  <c:v>6.37</c:v>
                </c:pt>
                <c:pt idx="1275">
                  <c:v>6.375</c:v>
                </c:pt>
                <c:pt idx="1276">
                  <c:v>6.38</c:v>
                </c:pt>
                <c:pt idx="1277">
                  <c:v>6.385</c:v>
                </c:pt>
                <c:pt idx="1278">
                  <c:v>6.39</c:v>
                </c:pt>
                <c:pt idx="1279">
                  <c:v>6.395</c:v>
                </c:pt>
                <c:pt idx="1280">
                  <c:v>6.4</c:v>
                </c:pt>
                <c:pt idx="1281">
                  <c:v>6.405</c:v>
                </c:pt>
                <c:pt idx="1282">
                  <c:v>6.41</c:v>
                </c:pt>
                <c:pt idx="1283">
                  <c:v>6.415</c:v>
                </c:pt>
                <c:pt idx="1284">
                  <c:v>6.42</c:v>
                </c:pt>
                <c:pt idx="1285">
                  <c:v>6.425</c:v>
                </c:pt>
                <c:pt idx="1286">
                  <c:v>6.43</c:v>
                </c:pt>
                <c:pt idx="1287">
                  <c:v>6.435</c:v>
                </c:pt>
                <c:pt idx="1288">
                  <c:v>6.44</c:v>
                </c:pt>
                <c:pt idx="1289">
                  <c:v>6.445</c:v>
                </c:pt>
                <c:pt idx="1290">
                  <c:v>6.45</c:v>
                </c:pt>
                <c:pt idx="1291">
                  <c:v>6.455</c:v>
                </c:pt>
                <c:pt idx="1292">
                  <c:v>6.46</c:v>
                </c:pt>
                <c:pt idx="1293">
                  <c:v>6.465</c:v>
                </c:pt>
                <c:pt idx="1294">
                  <c:v>6.47</c:v>
                </c:pt>
                <c:pt idx="1295">
                  <c:v>6.475</c:v>
                </c:pt>
                <c:pt idx="1296">
                  <c:v>6.48</c:v>
                </c:pt>
                <c:pt idx="1297">
                  <c:v>6.485</c:v>
                </c:pt>
                <c:pt idx="1298">
                  <c:v>6.49</c:v>
                </c:pt>
                <c:pt idx="1299">
                  <c:v>6.495</c:v>
                </c:pt>
                <c:pt idx="1300">
                  <c:v>6.5</c:v>
                </c:pt>
                <c:pt idx="1301">
                  <c:v>6.505</c:v>
                </c:pt>
                <c:pt idx="1302">
                  <c:v>6.51</c:v>
                </c:pt>
                <c:pt idx="1303">
                  <c:v>6.515</c:v>
                </c:pt>
                <c:pt idx="1304">
                  <c:v>6.52</c:v>
                </c:pt>
                <c:pt idx="1305">
                  <c:v>6.525</c:v>
                </c:pt>
                <c:pt idx="1306">
                  <c:v>6.53</c:v>
                </c:pt>
                <c:pt idx="1307">
                  <c:v>6.535</c:v>
                </c:pt>
                <c:pt idx="1308">
                  <c:v>6.54</c:v>
                </c:pt>
                <c:pt idx="1309">
                  <c:v>6.545</c:v>
                </c:pt>
                <c:pt idx="1310">
                  <c:v>6.55</c:v>
                </c:pt>
                <c:pt idx="1311">
                  <c:v>6.555</c:v>
                </c:pt>
                <c:pt idx="1312">
                  <c:v>6.56</c:v>
                </c:pt>
                <c:pt idx="1313">
                  <c:v>6.565</c:v>
                </c:pt>
                <c:pt idx="1314">
                  <c:v>6.57</c:v>
                </c:pt>
                <c:pt idx="1315">
                  <c:v>6.575</c:v>
                </c:pt>
                <c:pt idx="1316">
                  <c:v>6.58</c:v>
                </c:pt>
                <c:pt idx="1317">
                  <c:v>6.585</c:v>
                </c:pt>
                <c:pt idx="1318">
                  <c:v>6.59</c:v>
                </c:pt>
                <c:pt idx="1319">
                  <c:v>6.595</c:v>
                </c:pt>
                <c:pt idx="1320">
                  <c:v>6.6</c:v>
                </c:pt>
                <c:pt idx="1321">
                  <c:v>6.605</c:v>
                </c:pt>
                <c:pt idx="1322">
                  <c:v>6.61</c:v>
                </c:pt>
                <c:pt idx="1323">
                  <c:v>6.615</c:v>
                </c:pt>
                <c:pt idx="1324">
                  <c:v>6.62</c:v>
                </c:pt>
                <c:pt idx="1325">
                  <c:v>6.625</c:v>
                </c:pt>
                <c:pt idx="1326">
                  <c:v>6.63</c:v>
                </c:pt>
                <c:pt idx="1327">
                  <c:v>6.635</c:v>
                </c:pt>
                <c:pt idx="1328">
                  <c:v>6.64</c:v>
                </c:pt>
                <c:pt idx="1329">
                  <c:v>6.645</c:v>
                </c:pt>
                <c:pt idx="1330">
                  <c:v>6.65</c:v>
                </c:pt>
                <c:pt idx="1331">
                  <c:v>6.655</c:v>
                </c:pt>
                <c:pt idx="1332">
                  <c:v>6.66</c:v>
                </c:pt>
                <c:pt idx="1333">
                  <c:v>6.665</c:v>
                </c:pt>
                <c:pt idx="1334">
                  <c:v>6.67</c:v>
                </c:pt>
                <c:pt idx="1335">
                  <c:v>6.675</c:v>
                </c:pt>
                <c:pt idx="1336">
                  <c:v>6.68</c:v>
                </c:pt>
                <c:pt idx="1337">
                  <c:v>6.685</c:v>
                </c:pt>
                <c:pt idx="1338">
                  <c:v>6.69</c:v>
                </c:pt>
                <c:pt idx="1339">
                  <c:v>6.695</c:v>
                </c:pt>
                <c:pt idx="1340">
                  <c:v>6.7</c:v>
                </c:pt>
                <c:pt idx="1341">
                  <c:v>6.705</c:v>
                </c:pt>
                <c:pt idx="1342">
                  <c:v>6.71</c:v>
                </c:pt>
                <c:pt idx="1343">
                  <c:v>6.715</c:v>
                </c:pt>
                <c:pt idx="1344">
                  <c:v>6.72</c:v>
                </c:pt>
                <c:pt idx="1345">
                  <c:v>6.725</c:v>
                </c:pt>
                <c:pt idx="1346">
                  <c:v>6.73</c:v>
                </c:pt>
                <c:pt idx="1347">
                  <c:v>6.735</c:v>
                </c:pt>
                <c:pt idx="1348">
                  <c:v>6.74</c:v>
                </c:pt>
                <c:pt idx="1349">
                  <c:v>6.745</c:v>
                </c:pt>
                <c:pt idx="1350">
                  <c:v>6.75</c:v>
                </c:pt>
                <c:pt idx="1351">
                  <c:v>6.755</c:v>
                </c:pt>
                <c:pt idx="1352">
                  <c:v>6.76</c:v>
                </c:pt>
                <c:pt idx="1353">
                  <c:v>6.765</c:v>
                </c:pt>
                <c:pt idx="1354">
                  <c:v>6.77</c:v>
                </c:pt>
                <c:pt idx="1355">
                  <c:v>6.775</c:v>
                </c:pt>
                <c:pt idx="1356">
                  <c:v>6.78</c:v>
                </c:pt>
                <c:pt idx="1357">
                  <c:v>6.785</c:v>
                </c:pt>
                <c:pt idx="1358">
                  <c:v>6.79</c:v>
                </c:pt>
                <c:pt idx="1359">
                  <c:v>6.795</c:v>
                </c:pt>
                <c:pt idx="1360">
                  <c:v>6.8</c:v>
                </c:pt>
                <c:pt idx="1361">
                  <c:v>6.805</c:v>
                </c:pt>
                <c:pt idx="1362">
                  <c:v>6.81</c:v>
                </c:pt>
                <c:pt idx="1363">
                  <c:v>6.815</c:v>
                </c:pt>
                <c:pt idx="1364">
                  <c:v>6.82</c:v>
                </c:pt>
                <c:pt idx="1365">
                  <c:v>6.825</c:v>
                </c:pt>
                <c:pt idx="1366">
                  <c:v>6.83</c:v>
                </c:pt>
                <c:pt idx="1367">
                  <c:v>6.835</c:v>
                </c:pt>
                <c:pt idx="1368">
                  <c:v>6.84</c:v>
                </c:pt>
                <c:pt idx="1369">
                  <c:v>6.845</c:v>
                </c:pt>
                <c:pt idx="1370">
                  <c:v>6.85</c:v>
                </c:pt>
                <c:pt idx="1371">
                  <c:v>6.855</c:v>
                </c:pt>
                <c:pt idx="1372">
                  <c:v>6.86</c:v>
                </c:pt>
                <c:pt idx="1373">
                  <c:v>6.865</c:v>
                </c:pt>
                <c:pt idx="1374">
                  <c:v>6.87</c:v>
                </c:pt>
                <c:pt idx="1375">
                  <c:v>6.875</c:v>
                </c:pt>
                <c:pt idx="1376">
                  <c:v>6.88</c:v>
                </c:pt>
                <c:pt idx="1377">
                  <c:v>6.885</c:v>
                </c:pt>
                <c:pt idx="1378">
                  <c:v>6.89</c:v>
                </c:pt>
                <c:pt idx="1379">
                  <c:v>6.895</c:v>
                </c:pt>
                <c:pt idx="1380">
                  <c:v>6.9</c:v>
                </c:pt>
                <c:pt idx="1381">
                  <c:v>6.905</c:v>
                </c:pt>
                <c:pt idx="1382">
                  <c:v>6.91</c:v>
                </c:pt>
                <c:pt idx="1383">
                  <c:v>6.915</c:v>
                </c:pt>
                <c:pt idx="1384">
                  <c:v>6.92</c:v>
                </c:pt>
                <c:pt idx="1385">
                  <c:v>6.925</c:v>
                </c:pt>
                <c:pt idx="1386">
                  <c:v>6.93</c:v>
                </c:pt>
                <c:pt idx="1387">
                  <c:v>6.935</c:v>
                </c:pt>
                <c:pt idx="1388">
                  <c:v>6.94</c:v>
                </c:pt>
                <c:pt idx="1389">
                  <c:v>6.945</c:v>
                </c:pt>
                <c:pt idx="1390">
                  <c:v>6.95</c:v>
                </c:pt>
                <c:pt idx="1391">
                  <c:v>6.955</c:v>
                </c:pt>
                <c:pt idx="1392">
                  <c:v>6.96</c:v>
                </c:pt>
                <c:pt idx="1393">
                  <c:v>6.965</c:v>
                </c:pt>
                <c:pt idx="1394">
                  <c:v>6.97</c:v>
                </c:pt>
                <c:pt idx="1395">
                  <c:v>6.975</c:v>
                </c:pt>
                <c:pt idx="1396">
                  <c:v>6.98</c:v>
                </c:pt>
                <c:pt idx="1397">
                  <c:v>6.985</c:v>
                </c:pt>
                <c:pt idx="1398">
                  <c:v>6.99</c:v>
                </c:pt>
                <c:pt idx="1399">
                  <c:v>6.995</c:v>
                </c:pt>
                <c:pt idx="1400">
                  <c:v>7</c:v>
                </c:pt>
                <c:pt idx="1401">
                  <c:v>7.005</c:v>
                </c:pt>
                <c:pt idx="1402">
                  <c:v>7.01</c:v>
                </c:pt>
                <c:pt idx="1403">
                  <c:v>7.015</c:v>
                </c:pt>
                <c:pt idx="1404">
                  <c:v>7.02</c:v>
                </c:pt>
                <c:pt idx="1405">
                  <c:v>7.025</c:v>
                </c:pt>
                <c:pt idx="1406">
                  <c:v>7.03</c:v>
                </c:pt>
                <c:pt idx="1407">
                  <c:v>7.035</c:v>
                </c:pt>
                <c:pt idx="1408">
                  <c:v>7.04</c:v>
                </c:pt>
                <c:pt idx="1409">
                  <c:v>7.045</c:v>
                </c:pt>
                <c:pt idx="1410">
                  <c:v>7.05</c:v>
                </c:pt>
                <c:pt idx="1411">
                  <c:v>7.055</c:v>
                </c:pt>
                <c:pt idx="1412">
                  <c:v>7.06</c:v>
                </c:pt>
                <c:pt idx="1413">
                  <c:v>7.065</c:v>
                </c:pt>
                <c:pt idx="1414">
                  <c:v>7.07</c:v>
                </c:pt>
                <c:pt idx="1415">
                  <c:v>7.075</c:v>
                </c:pt>
                <c:pt idx="1416">
                  <c:v>7.08</c:v>
                </c:pt>
                <c:pt idx="1417">
                  <c:v>7.085</c:v>
                </c:pt>
                <c:pt idx="1418">
                  <c:v>7.09</c:v>
                </c:pt>
                <c:pt idx="1419">
                  <c:v>7.095</c:v>
                </c:pt>
                <c:pt idx="1420">
                  <c:v>7.1</c:v>
                </c:pt>
                <c:pt idx="1421">
                  <c:v>7.105</c:v>
                </c:pt>
                <c:pt idx="1422">
                  <c:v>7.11</c:v>
                </c:pt>
                <c:pt idx="1423">
                  <c:v>7.115</c:v>
                </c:pt>
                <c:pt idx="1424">
                  <c:v>7.12</c:v>
                </c:pt>
                <c:pt idx="1425">
                  <c:v>7.125</c:v>
                </c:pt>
                <c:pt idx="1426">
                  <c:v>7.13</c:v>
                </c:pt>
                <c:pt idx="1427">
                  <c:v>7.135</c:v>
                </c:pt>
                <c:pt idx="1428">
                  <c:v>7.14</c:v>
                </c:pt>
                <c:pt idx="1429">
                  <c:v>7.145</c:v>
                </c:pt>
                <c:pt idx="1430">
                  <c:v>7.15</c:v>
                </c:pt>
                <c:pt idx="1431">
                  <c:v>7.155</c:v>
                </c:pt>
                <c:pt idx="1432">
                  <c:v>7.16</c:v>
                </c:pt>
                <c:pt idx="1433">
                  <c:v>7.165</c:v>
                </c:pt>
                <c:pt idx="1434">
                  <c:v>7.17</c:v>
                </c:pt>
                <c:pt idx="1435">
                  <c:v>7.175</c:v>
                </c:pt>
                <c:pt idx="1436">
                  <c:v>7.18</c:v>
                </c:pt>
                <c:pt idx="1437">
                  <c:v>7.185</c:v>
                </c:pt>
                <c:pt idx="1438">
                  <c:v>7.19</c:v>
                </c:pt>
                <c:pt idx="1439">
                  <c:v>7.195</c:v>
                </c:pt>
                <c:pt idx="1440">
                  <c:v>7.2</c:v>
                </c:pt>
                <c:pt idx="1441">
                  <c:v>7.205</c:v>
                </c:pt>
                <c:pt idx="1442">
                  <c:v>7.21</c:v>
                </c:pt>
                <c:pt idx="1443">
                  <c:v>7.215</c:v>
                </c:pt>
                <c:pt idx="1444">
                  <c:v>7.22</c:v>
                </c:pt>
                <c:pt idx="1445">
                  <c:v>7.225</c:v>
                </c:pt>
                <c:pt idx="1446">
                  <c:v>7.23</c:v>
                </c:pt>
                <c:pt idx="1447">
                  <c:v>7.235</c:v>
                </c:pt>
                <c:pt idx="1448">
                  <c:v>7.24</c:v>
                </c:pt>
                <c:pt idx="1449">
                  <c:v>7.245</c:v>
                </c:pt>
                <c:pt idx="1450">
                  <c:v>7.25</c:v>
                </c:pt>
                <c:pt idx="1451">
                  <c:v>7.255</c:v>
                </c:pt>
                <c:pt idx="1452">
                  <c:v>7.26</c:v>
                </c:pt>
                <c:pt idx="1453">
                  <c:v>7.265</c:v>
                </c:pt>
                <c:pt idx="1454">
                  <c:v>7.27</c:v>
                </c:pt>
                <c:pt idx="1455">
                  <c:v>7.275</c:v>
                </c:pt>
                <c:pt idx="1456">
                  <c:v>7.28</c:v>
                </c:pt>
                <c:pt idx="1457">
                  <c:v>7.285</c:v>
                </c:pt>
                <c:pt idx="1458">
                  <c:v>7.29</c:v>
                </c:pt>
                <c:pt idx="1459">
                  <c:v>7.295</c:v>
                </c:pt>
                <c:pt idx="1460">
                  <c:v>7.3</c:v>
                </c:pt>
                <c:pt idx="1461">
                  <c:v>7.305</c:v>
                </c:pt>
                <c:pt idx="1462">
                  <c:v>7.31</c:v>
                </c:pt>
                <c:pt idx="1463">
                  <c:v>7.315</c:v>
                </c:pt>
                <c:pt idx="1464">
                  <c:v>7.32</c:v>
                </c:pt>
                <c:pt idx="1465">
                  <c:v>7.325</c:v>
                </c:pt>
                <c:pt idx="1466">
                  <c:v>7.33</c:v>
                </c:pt>
                <c:pt idx="1467">
                  <c:v>7.335</c:v>
                </c:pt>
                <c:pt idx="1468">
                  <c:v>7.34</c:v>
                </c:pt>
                <c:pt idx="1469">
                  <c:v>7.345</c:v>
                </c:pt>
                <c:pt idx="1470">
                  <c:v>7.35</c:v>
                </c:pt>
                <c:pt idx="1471">
                  <c:v>7.355</c:v>
                </c:pt>
                <c:pt idx="1472">
                  <c:v>7.36</c:v>
                </c:pt>
                <c:pt idx="1473">
                  <c:v>7.365</c:v>
                </c:pt>
                <c:pt idx="1474">
                  <c:v>7.37</c:v>
                </c:pt>
                <c:pt idx="1475">
                  <c:v>7.375</c:v>
                </c:pt>
                <c:pt idx="1476">
                  <c:v>7.38</c:v>
                </c:pt>
                <c:pt idx="1477">
                  <c:v>7.385</c:v>
                </c:pt>
                <c:pt idx="1478">
                  <c:v>7.39</c:v>
                </c:pt>
                <c:pt idx="1479">
                  <c:v>7.395</c:v>
                </c:pt>
                <c:pt idx="1480">
                  <c:v>7.4</c:v>
                </c:pt>
                <c:pt idx="1481">
                  <c:v>7.405</c:v>
                </c:pt>
                <c:pt idx="1482">
                  <c:v>7.41</c:v>
                </c:pt>
                <c:pt idx="1483">
                  <c:v>7.415</c:v>
                </c:pt>
                <c:pt idx="1484">
                  <c:v>7.42</c:v>
                </c:pt>
                <c:pt idx="1485">
                  <c:v>7.425</c:v>
                </c:pt>
                <c:pt idx="1486">
                  <c:v>7.43</c:v>
                </c:pt>
                <c:pt idx="1487">
                  <c:v>7.435</c:v>
                </c:pt>
                <c:pt idx="1488">
                  <c:v>7.44</c:v>
                </c:pt>
                <c:pt idx="1489">
                  <c:v>7.445</c:v>
                </c:pt>
                <c:pt idx="1490">
                  <c:v>7.45</c:v>
                </c:pt>
                <c:pt idx="1491">
                  <c:v>7.455</c:v>
                </c:pt>
                <c:pt idx="1492">
                  <c:v>7.46</c:v>
                </c:pt>
                <c:pt idx="1493">
                  <c:v>7.465</c:v>
                </c:pt>
                <c:pt idx="1494">
                  <c:v>7.47</c:v>
                </c:pt>
                <c:pt idx="1495">
                  <c:v>7.475</c:v>
                </c:pt>
                <c:pt idx="1496">
                  <c:v>7.48</c:v>
                </c:pt>
                <c:pt idx="1497">
                  <c:v>7.485</c:v>
                </c:pt>
                <c:pt idx="1498">
                  <c:v>7.49</c:v>
                </c:pt>
                <c:pt idx="1499">
                  <c:v>7.495</c:v>
                </c:pt>
                <c:pt idx="1500">
                  <c:v>7.5</c:v>
                </c:pt>
                <c:pt idx="1501">
                  <c:v>7.505</c:v>
                </c:pt>
                <c:pt idx="1502">
                  <c:v>7.51</c:v>
                </c:pt>
                <c:pt idx="1503">
                  <c:v>7.515</c:v>
                </c:pt>
                <c:pt idx="1504">
                  <c:v>7.52</c:v>
                </c:pt>
                <c:pt idx="1505">
                  <c:v>7.525</c:v>
                </c:pt>
                <c:pt idx="1506">
                  <c:v>7.53</c:v>
                </c:pt>
                <c:pt idx="1507">
                  <c:v>7.535</c:v>
                </c:pt>
                <c:pt idx="1508">
                  <c:v>7.54</c:v>
                </c:pt>
                <c:pt idx="1509">
                  <c:v>7.545</c:v>
                </c:pt>
                <c:pt idx="1510">
                  <c:v>7.55</c:v>
                </c:pt>
                <c:pt idx="1511">
                  <c:v>7.555</c:v>
                </c:pt>
                <c:pt idx="1512">
                  <c:v>7.56</c:v>
                </c:pt>
                <c:pt idx="1513">
                  <c:v>7.565</c:v>
                </c:pt>
                <c:pt idx="1514">
                  <c:v>7.57</c:v>
                </c:pt>
                <c:pt idx="1515">
                  <c:v>7.575</c:v>
                </c:pt>
                <c:pt idx="1516">
                  <c:v>7.58</c:v>
                </c:pt>
                <c:pt idx="1517">
                  <c:v>7.585</c:v>
                </c:pt>
                <c:pt idx="1518">
                  <c:v>7.59</c:v>
                </c:pt>
                <c:pt idx="1519">
                  <c:v>7.595</c:v>
                </c:pt>
                <c:pt idx="1520">
                  <c:v>7.6</c:v>
                </c:pt>
                <c:pt idx="1521">
                  <c:v>7.605</c:v>
                </c:pt>
                <c:pt idx="1522">
                  <c:v>7.61</c:v>
                </c:pt>
                <c:pt idx="1523">
                  <c:v>7.615</c:v>
                </c:pt>
                <c:pt idx="1524">
                  <c:v>7.62</c:v>
                </c:pt>
                <c:pt idx="1525">
                  <c:v>7.625</c:v>
                </c:pt>
                <c:pt idx="1526">
                  <c:v>7.63</c:v>
                </c:pt>
                <c:pt idx="1527">
                  <c:v>7.635</c:v>
                </c:pt>
                <c:pt idx="1528">
                  <c:v>7.64</c:v>
                </c:pt>
                <c:pt idx="1529">
                  <c:v>7.645</c:v>
                </c:pt>
                <c:pt idx="1530">
                  <c:v>7.65</c:v>
                </c:pt>
                <c:pt idx="1531">
                  <c:v>7.655</c:v>
                </c:pt>
                <c:pt idx="1532">
                  <c:v>7.66</c:v>
                </c:pt>
                <c:pt idx="1533">
                  <c:v>7.665</c:v>
                </c:pt>
                <c:pt idx="1534">
                  <c:v>7.67</c:v>
                </c:pt>
                <c:pt idx="1535">
                  <c:v>7.675</c:v>
                </c:pt>
                <c:pt idx="1536">
                  <c:v>7.68</c:v>
                </c:pt>
                <c:pt idx="1537">
                  <c:v>7.685</c:v>
                </c:pt>
                <c:pt idx="1538">
                  <c:v>7.69</c:v>
                </c:pt>
                <c:pt idx="1539">
                  <c:v>7.695</c:v>
                </c:pt>
                <c:pt idx="1540">
                  <c:v>7.7</c:v>
                </c:pt>
                <c:pt idx="1541">
                  <c:v>7.705</c:v>
                </c:pt>
                <c:pt idx="1542">
                  <c:v>7.71</c:v>
                </c:pt>
                <c:pt idx="1543">
                  <c:v>7.715</c:v>
                </c:pt>
                <c:pt idx="1544">
                  <c:v>7.72</c:v>
                </c:pt>
                <c:pt idx="1545">
                  <c:v>7.725</c:v>
                </c:pt>
                <c:pt idx="1546">
                  <c:v>7.73</c:v>
                </c:pt>
                <c:pt idx="1547">
                  <c:v>7.735</c:v>
                </c:pt>
                <c:pt idx="1548">
                  <c:v>7.74</c:v>
                </c:pt>
                <c:pt idx="1549">
                  <c:v>7.745</c:v>
                </c:pt>
                <c:pt idx="1550">
                  <c:v>7.75</c:v>
                </c:pt>
                <c:pt idx="1551">
                  <c:v>7.755</c:v>
                </c:pt>
                <c:pt idx="1552">
                  <c:v>7.76</c:v>
                </c:pt>
                <c:pt idx="1553">
                  <c:v>7.765</c:v>
                </c:pt>
                <c:pt idx="1554">
                  <c:v>7.77</c:v>
                </c:pt>
                <c:pt idx="1555">
                  <c:v>7.775</c:v>
                </c:pt>
                <c:pt idx="1556">
                  <c:v>7.78</c:v>
                </c:pt>
                <c:pt idx="1557">
                  <c:v>7.785</c:v>
                </c:pt>
                <c:pt idx="1558">
                  <c:v>7.79</c:v>
                </c:pt>
                <c:pt idx="1559">
                  <c:v>7.795</c:v>
                </c:pt>
                <c:pt idx="1560">
                  <c:v>7.8</c:v>
                </c:pt>
                <c:pt idx="1561">
                  <c:v>7.805</c:v>
                </c:pt>
                <c:pt idx="1562">
                  <c:v>7.81</c:v>
                </c:pt>
                <c:pt idx="1563">
                  <c:v>7.815</c:v>
                </c:pt>
                <c:pt idx="1564">
                  <c:v>7.82</c:v>
                </c:pt>
                <c:pt idx="1565">
                  <c:v>7.825</c:v>
                </c:pt>
                <c:pt idx="1566">
                  <c:v>7.83</c:v>
                </c:pt>
                <c:pt idx="1567">
                  <c:v>7.835</c:v>
                </c:pt>
                <c:pt idx="1568">
                  <c:v>7.84</c:v>
                </c:pt>
                <c:pt idx="1569">
                  <c:v>7.845</c:v>
                </c:pt>
                <c:pt idx="1570">
                  <c:v>7.85</c:v>
                </c:pt>
                <c:pt idx="1571">
                  <c:v>7.855</c:v>
                </c:pt>
                <c:pt idx="1572">
                  <c:v>7.86</c:v>
                </c:pt>
                <c:pt idx="1573">
                  <c:v>7.865</c:v>
                </c:pt>
                <c:pt idx="1574">
                  <c:v>7.87</c:v>
                </c:pt>
                <c:pt idx="1575">
                  <c:v>7.875</c:v>
                </c:pt>
                <c:pt idx="1576">
                  <c:v>7.88</c:v>
                </c:pt>
                <c:pt idx="1577">
                  <c:v>7.885</c:v>
                </c:pt>
                <c:pt idx="1578">
                  <c:v>7.89</c:v>
                </c:pt>
                <c:pt idx="1579">
                  <c:v>7.895</c:v>
                </c:pt>
                <c:pt idx="1580">
                  <c:v>7.9</c:v>
                </c:pt>
                <c:pt idx="1581">
                  <c:v>7.905</c:v>
                </c:pt>
                <c:pt idx="1582">
                  <c:v>7.91</c:v>
                </c:pt>
                <c:pt idx="1583">
                  <c:v>7.915</c:v>
                </c:pt>
                <c:pt idx="1584">
                  <c:v>7.92</c:v>
                </c:pt>
                <c:pt idx="1585">
                  <c:v>7.925</c:v>
                </c:pt>
                <c:pt idx="1586">
                  <c:v>7.93</c:v>
                </c:pt>
                <c:pt idx="1587">
                  <c:v>7.935</c:v>
                </c:pt>
                <c:pt idx="1588">
                  <c:v>7.94</c:v>
                </c:pt>
                <c:pt idx="1589">
                  <c:v>7.945</c:v>
                </c:pt>
                <c:pt idx="1590">
                  <c:v>7.95</c:v>
                </c:pt>
                <c:pt idx="1591">
                  <c:v>7.955</c:v>
                </c:pt>
                <c:pt idx="1592">
                  <c:v>7.96</c:v>
                </c:pt>
                <c:pt idx="1593">
                  <c:v>7.965</c:v>
                </c:pt>
                <c:pt idx="1594">
                  <c:v>7.97</c:v>
                </c:pt>
                <c:pt idx="1595">
                  <c:v>7.975</c:v>
                </c:pt>
                <c:pt idx="1596">
                  <c:v>7.98</c:v>
                </c:pt>
                <c:pt idx="1597">
                  <c:v>7.985</c:v>
                </c:pt>
                <c:pt idx="1598">
                  <c:v>7.99</c:v>
                </c:pt>
                <c:pt idx="1599">
                  <c:v>7.995</c:v>
                </c:pt>
                <c:pt idx="1600">
                  <c:v>8</c:v>
                </c:pt>
                <c:pt idx="1601">
                  <c:v>8.005</c:v>
                </c:pt>
                <c:pt idx="1602">
                  <c:v>8.01</c:v>
                </c:pt>
                <c:pt idx="1603">
                  <c:v>8.015</c:v>
                </c:pt>
                <c:pt idx="1604">
                  <c:v>8.02</c:v>
                </c:pt>
                <c:pt idx="1605">
                  <c:v>8.025</c:v>
                </c:pt>
                <c:pt idx="1606">
                  <c:v>8.03</c:v>
                </c:pt>
                <c:pt idx="1607">
                  <c:v>8.035</c:v>
                </c:pt>
                <c:pt idx="1608">
                  <c:v>8.04</c:v>
                </c:pt>
                <c:pt idx="1609">
                  <c:v>8.045</c:v>
                </c:pt>
                <c:pt idx="1610">
                  <c:v>8.05</c:v>
                </c:pt>
                <c:pt idx="1611">
                  <c:v>8.055</c:v>
                </c:pt>
                <c:pt idx="1612">
                  <c:v>8.06</c:v>
                </c:pt>
                <c:pt idx="1613">
                  <c:v>8.065</c:v>
                </c:pt>
                <c:pt idx="1614">
                  <c:v>8.07</c:v>
                </c:pt>
                <c:pt idx="1615">
                  <c:v>8.075</c:v>
                </c:pt>
                <c:pt idx="1616">
                  <c:v>8.08</c:v>
                </c:pt>
                <c:pt idx="1617">
                  <c:v>8.085</c:v>
                </c:pt>
                <c:pt idx="1618">
                  <c:v>8.09</c:v>
                </c:pt>
                <c:pt idx="1619">
                  <c:v>8.095</c:v>
                </c:pt>
                <c:pt idx="1620">
                  <c:v>8.1</c:v>
                </c:pt>
                <c:pt idx="1621">
                  <c:v>8.105</c:v>
                </c:pt>
                <c:pt idx="1622">
                  <c:v>8.11</c:v>
                </c:pt>
                <c:pt idx="1623">
                  <c:v>8.115</c:v>
                </c:pt>
                <c:pt idx="1624">
                  <c:v>8.12</c:v>
                </c:pt>
                <c:pt idx="1625">
                  <c:v>8.125</c:v>
                </c:pt>
                <c:pt idx="1626">
                  <c:v>8.13</c:v>
                </c:pt>
                <c:pt idx="1627">
                  <c:v>8.135</c:v>
                </c:pt>
                <c:pt idx="1628">
                  <c:v>8.14</c:v>
                </c:pt>
                <c:pt idx="1629">
                  <c:v>8.145</c:v>
                </c:pt>
                <c:pt idx="1630">
                  <c:v>8.15</c:v>
                </c:pt>
                <c:pt idx="1631">
                  <c:v>8.155</c:v>
                </c:pt>
                <c:pt idx="1632">
                  <c:v>8.16</c:v>
                </c:pt>
                <c:pt idx="1633">
                  <c:v>8.165</c:v>
                </c:pt>
                <c:pt idx="1634">
                  <c:v>8.17</c:v>
                </c:pt>
                <c:pt idx="1635">
                  <c:v>8.175</c:v>
                </c:pt>
                <c:pt idx="1636">
                  <c:v>8.18</c:v>
                </c:pt>
                <c:pt idx="1637">
                  <c:v>8.185</c:v>
                </c:pt>
                <c:pt idx="1638">
                  <c:v>8.19</c:v>
                </c:pt>
                <c:pt idx="1639">
                  <c:v>8.195</c:v>
                </c:pt>
                <c:pt idx="1640">
                  <c:v>8.2</c:v>
                </c:pt>
                <c:pt idx="1641">
                  <c:v>8.205</c:v>
                </c:pt>
                <c:pt idx="1642">
                  <c:v>8.21</c:v>
                </c:pt>
                <c:pt idx="1643">
                  <c:v>8.215</c:v>
                </c:pt>
                <c:pt idx="1644">
                  <c:v>8.22</c:v>
                </c:pt>
                <c:pt idx="1645">
                  <c:v>8.225</c:v>
                </c:pt>
                <c:pt idx="1646">
                  <c:v>8.23</c:v>
                </c:pt>
                <c:pt idx="1647">
                  <c:v>8.235</c:v>
                </c:pt>
                <c:pt idx="1648">
                  <c:v>8.24</c:v>
                </c:pt>
                <c:pt idx="1649">
                  <c:v>8.245</c:v>
                </c:pt>
                <c:pt idx="1650">
                  <c:v>8.25</c:v>
                </c:pt>
                <c:pt idx="1651">
                  <c:v>8.255</c:v>
                </c:pt>
                <c:pt idx="1652">
                  <c:v>8.26</c:v>
                </c:pt>
                <c:pt idx="1653">
                  <c:v>8.265</c:v>
                </c:pt>
                <c:pt idx="1654">
                  <c:v>8.27</c:v>
                </c:pt>
                <c:pt idx="1655">
                  <c:v>8.275</c:v>
                </c:pt>
                <c:pt idx="1656">
                  <c:v>8.28</c:v>
                </c:pt>
                <c:pt idx="1657">
                  <c:v>8.285</c:v>
                </c:pt>
                <c:pt idx="1658">
                  <c:v>8.29</c:v>
                </c:pt>
                <c:pt idx="1659">
                  <c:v>8.295</c:v>
                </c:pt>
                <c:pt idx="1660">
                  <c:v>8.3</c:v>
                </c:pt>
                <c:pt idx="1661">
                  <c:v>8.305</c:v>
                </c:pt>
                <c:pt idx="1662">
                  <c:v>8.31</c:v>
                </c:pt>
                <c:pt idx="1663">
                  <c:v>8.315</c:v>
                </c:pt>
                <c:pt idx="1664">
                  <c:v>8.32</c:v>
                </c:pt>
                <c:pt idx="1665">
                  <c:v>8.325</c:v>
                </c:pt>
                <c:pt idx="1666">
                  <c:v>8.33</c:v>
                </c:pt>
                <c:pt idx="1667">
                  <c:v>8.335</c:v>
                </c:pt>
                <c:pt idx="1668">
                  <c:v>8.34</c:v>
                </c:pt>
                <c:pt idx="1669">
                  <c:v>8.345</c:v>
                </c:pt>
                <c:pt idx="1670">
                  <c:v>8.35</c:v>
                </c:pt>
                <c:pt idx="1671">
                  <c:v>8.355</c:v>
                </c:pt>
                <c:pt idx="1672">
                  <c:v>8.36</c:v>
                </c:pt>
                <c:pt idx="1673">
                  <c:v>8.365</c:v>
                </c:pt>
                <c:pt idx="1674">
                  <c:v>8.37</c:v>
                </c:pt>
                <c:pt idx="1675">
                  <c:v>8.375</c:v>
                </c:pt>
                <c:pt idx="1676">
                  <c:v>8.38</c:v>
                </c:pt>
                <c:pt idx="1677">
                  <c:v>8.385</c:v>
                </c:pt>
                <c:pt idx="1678">
                  <c:v>8.39</c:v>
                </c:pt>
                <c:pt idx="1679">
                  <c:v>8.395</c:v>
                </c:pt>
                <c:pt idx="1680">
                  <c:v>8.4</c:v>
                </c:pt>
                <c:pt idx="1681">
                  <c:v>8.405</c:v>
                </c:pt>
                <c:pt idx="1682">
                  <c:v>8.41</c:v>
                </c:pt>
                <c:pt idx="1683">
                  <c:v>8.415</c:v>
                </c:pt>
                <c:pt idx="1684">
                  <c:v>8.42</c:v>
                </c:pt>
                <c:pt idx="1685">
                  <c:v>8.425</c:v>
                </c:pt>
                <c:pt idx="1686">
                  <c:v>8.43</c:v>
                </c:pt>
                <c:pt idx="1687">
                  <c:v>8.435</c:v>
                </c:pt>
                <c:pt idx="1688">
                  <c:v>8.44</c:v>
                </c:pt>
                <c:pt idx="1689">
                  <c:v>8.445</c:v>
                </c:pt>
                <c:pt idx="1690">
                  <c:v>8.45</c:v>
                </c:pt>
                <c:pt idx="1691">
                  <c:v>8.455</c:v>
                </c:pt>
                <c:pt idx="1692">
                  <c:v>8.46</c:v>
                </c:pt>
                <c:pt idx="1693">
                  <c:v>8.465</c:v>
                </c:pt>
                <c:pt idx="1694">
                  <c:v>8.47</c:v>
                </c:pt>
                <c:pt idx="1695">
                  <c:v>8.475</c:v>
                </c:pt>
                <c:pt idx="1696">
                  <c:v>8.48</c:v>
                </c:pt>
                <c:pt idx="1697">
                  <c:v>8.485</c:v>
                </c:pt>
                <c:pt idx="1698">
                  <c:v>8.49</c:v>
                </c:pt>
                <c:pt idx="1699">
                  <c:v>8.495</c:v>
                </c:pt>
                <c:pt idx="1700">
                  <c:v>8.5</c:v>
                </c:pt>
                <c:pt idx="1701">
                  <c:v>8.505</c:v>
                </c:pt>
                <c:pt idx="1702">
                  <c:v>8.51</c:v>
                </c:pt>
                <c:pt idx="1703">
                  <c:v>8.515</c:v>
                </c:pt>
                <c:pt idx="1704">
                  <c:v>8.52</c:v>
                </c:pt>
                <c:pt idx="1705">
                  <c:v>8.525</c:v>
                </c:pt>
                <c:pt idx="1706">
                  <c:v>8.53</c:v>
                </c:pt>
                <c:pt idx="1707">
                  <c:v>8.535</c:v>
                </c:pt>
                <c:pt idx="1708">
                  <c:v>8.54</c:v>
                </c:pt>
                <c:pt idx="1709">
                  <c:v>8.545</c:v>
                </c:pt>
                <c:pt idx="1710">
                  <c:v>8.55</c:v>
                </c:pt>
                <c:pt idx="1711">
                  <c:v>8.555</c:v>
                </c:pt>
                <c:pt idx="1712">
                  <c:v>8.56</c:v>
                </c:pt>
                <c:pt idx="1713">
                  <c:v>8.565</c:v>
                </c:pt>
                <c:pt idx="1714">
                  <c:v>8.57</c:v>
                </c:pt>
                <c:pt idx="1715">
                  <c:v>8.575</c:v>
                </c:pt>
                <c:pt idx="1716">
                  <c:v>8.58</c:v>
                </c:pt>
                <c:pt idx="1717">
                  <c:v>8.585</c:v>
                </c:pt>
                <c:pt idx="1718">
                  <c:v>8.59</c:v>
                </c:pt>
                <c:pt idx="1719">
                  <c:v>8.595</c:v>
                </c:pt>
                <c:pt idx="1720">
                  <c:v>8.6</c:v>
                </c:pt>
                <c:pt idx="1721">
                  <c:v>8.605</c:v>
                </c:pt>
                <c:pt idx="1722">
                  <c:v>8.61</c:v>
                </c:pt>
                <c:pt idx="1723">
                  <c:v>8.615</c:v>
                </c:pt>
                <c:pt idx="1724">
                  <c:v>8.62</c:v>
                </c:pt>
                <c:pt idx="1725">
                  <c:v>8.625</c:v>
                </c:pt>
                <c:pt idx="1726">
                  <c:v>8.63</c:v>
                </c:pt>
                <c:pt idx="1727">
                  <c:v>8.635</c:v>
                </c:pt>
                <c:pt idx="1728">
                  <c:v>8.64</c:v>
                </c:pt>
                <c:pt idx="1729">
                  <c:v>8.645</c:v>
                </c:pt>
                <c:pt idx="1730">
                  <c:v>8.65</c:v>
                </c:pt>
                <c:pt idx="1731">
                  <c:v>8.655</c:v>
                </c:pt>
                <c:pt idx="1732">
                  <c:v>8.66</c:v>
                </c:pt>
                <c:pt idx="1733">
                  <c:v>8.665</c:v>
                </c:pt>
                <c:pt idx="1734">
                  <c:v>8.67</c:v>
                </c:pt>
                <c:pt idx="1735">
                  <c:v>8.675</c:v>
                </c:pt>
                <c:pt idx="1736">
                  <c:v>8.68</c:v>
                </c:pt>
                <c:pt idx="1737">
                  <c:v>8.685</c:v>
                </c:pt>
                <c:pt idx="1738">
                  <c:v>8.69</c:v>
                </c:pt>
                <c:pt idx="1739">
                  <c:v>8.695</c:v>
                </c:pt>
                <c:pt idx="1740">
                  <c:v>8.7</c:v>
                </c:pt>
                <c:pt idx="1741">
                  <c:v>8.705</c:v>
                </c:pt>
                <c:pt idx="1742">
                  <c:v>8.71</c:v>
                </c:pt>
                <c:pt idx="1743">
                  <c:v>8.715</c:v>
                </c:pt>
                <c:pt idx="1744">
                  <c:v>8.72</c:v>
                </c:pt>
                <c:pt idx="1745">
                  <c:v>8.725</c:v>
                </c:pt>
                <c:pt idx="1746">
                  <c:v>8.73</c:v>
                </c:pt>
                <c:pt idx="1747">
                  <c:v>8.735</c:v>
                </c:pt>
                <c:pt idx="1748">
                  <c:v>8.74</c:v>
                </c:pt>
                <c:pt idx="1749">
                  <c:v>8.745</c:v>
                </c:pt>
                <c:pt idx="1750">
                  <c:v>8.75</c:v>
                </c:pt>
                <c:pt idx="1751">
                  <c:v>8.755</c:v>
                </c:pt>
                <c:pt idx="1752">
                  <c:v>8.76</c:v>
                </c:pt>
                <c:pt idx="1753">
                  <c:v>8.765</c:v>
                </c:pt>
                <c:pt idx="1754">
                  <c:v>8.77</c:v>
                </c:pt>
                <c:pt idx="1755">
                  <c:v>8.775</c:v>
                </c:pt>
                <c:pt idx="1756">
                  <c:v>8.78</c:v>
                </c:pt>
                <c:pt idx="1757">
                  <c:v>8.785</c:v>
                </c:pt>
                <c:pt idx="1758">
                  <c:v>8.79</c:v>
                </c:pt>
                <c:pt idx="1759">
                  <c:v>8.795</c:v>
                </c:pt>
                <c:pt idx="1760">
                  <c:v>8.8</c:v>
                </c:pt>
                <c:pt idx="1761">
                  <c:v>8.805</c:v>
                </c:pt>
                <c:pt idx="1762">
                  <c:v>8.81</c:v>
                </c:pt>
                <c:pt idx="1763">
                  <c:v>8.815</c:v>
                </c:pt>
                <c:pt idx="1764">
                  <c:v>8.82</c:v>
                </c:pt>
                <c:pt idx="1765">
                  <c:v>8.825</c:v>
                </c:pt>
                <c:pt idx="1766">
                  <c:v>8.83</c:v>
                </c:pt>
                <c:pt idx="1767">
                  <c:v>8.835</c:v>
                </c:pt>
                <c:pt idx="1768">
                  <c:v>8.84</c:v>
                </c:pt>
                <c:pt idx="1769">
                  <c:v>8.845</c:v>
                </c:pt>
                <c:pt idx="1770">
                  <c:v>8.85</c:v>
                </c:pt>
                <c:pt idx="1771">
                  <c:v>8.855</c:v>
                </c:pt>
                <c:pt idx="1772">
                  <c:v>8.86</c:v>
                </c:pt>
                <c:pt idx="1773">
                  <c:v>8.865</c:v>
                </c:pt>
                <c:pt idx="1774">
                  <c:v>8.87</c:v>
                </c:pt>
                <c:pt idx="1775">
                  <c:v>8.875</c:v>
                </c:pt>
                <c:pt idx="1776">
                  <c:v>8.88</c:v>
                </c:pt>
                <c:pt idx="1777">
                  <c:v>8.885</c:v>
                </c:pt>
                <c:pt idx="1778">
                  <c:v>8.89</c:v>
                </c:pt>
                <c:pt idx="1779">
                  <c:v>8.895</c:v>
                </c:pt>
                <c:pt idx="1780">
                  <c:v>8.9</c:v>
                </c:pt>
                <c:pt idx="1781">
                  <c:v>8.905</c:v>
                </c:pt>
                <c:pt idx="1782">
                  <c:v>8.91</c:v>
                </c:pt>
                <c:pt idx="1783">
                  <c:v>8.915</c:v>
                </c:pt>
                <c:pt idx="1784">
                  <c:v>8.92</c:v>
                </c:pt>
                <c:pt idx="1785">
                  <c:v>8.925</c:v>
                </c:pt>
                <c:pt idx="1786">
                  <c:v>8.93</c:v>
                </c:pt>
                <c:pt idx="1787">
                  <c:v>8.935</c:v>
                </c:pt>
                <c:pt idx="1788">
                  <c:v>8.94</c:v>
                </c:pt>
                <c:pt idx="1789">
                  <c:v>8.945</c:v>
                </c:pt>
                <c:pt idx="1790">
                  <c:v>8.95</c:v>
                </c:pt>
                <c:pt idx="1791">
                  <c:v>8.955</c:v>
                </c:pt>
                <c:pt idx="1792">
                  <c:v>8.96</c:v>
                </c:pt>
                <c:pt idx="1793">
                  <c:v>8.965</c:v>
                </c:pt>
                <c:pt idx="1794">
                  <c:v>8.97</c:v>
                </c:pt>
                <c:pt idx="1795">
                  <c:v>8.975</c:v>
                </c:pt>
                <c:pt idx="1796">
                  <c:v>8.98</c:v>
                </c:pt>
                <c:pt idx="1797">
                  <c:v>8.985</c:v>
                </c:pt>
                <c:pt idx="1798">
                  <c:v>8.99</c:v>
                </c:pt>
                <c:pt idx="1799">
                  <c:v>8.995</c:v>
                </c:pt>
                <c:pt idx="1800">
                  <c:v>9</c:v>
                </c:pt>
                <c:pt idx="1801">
                  <c:v>9.005</c:v>
                </c:pt>
                <c:pt idx="1802">
                  <c:v>9.01</c:v>
                </c:pt>
                <c:pt idx="1803">
                  <c:v>9.015</c:v>
                </c:pt>
                <c:pt idx="1804">
                  <c:v>9.02</c:v>
                </c:pt>
                <c:pt idx="1805">
                  <c:v>9.025</c:v>
                </c:pt>
                <c:pt idx="1806">
                  <c:v>9.03</c:v>
                </c:pt>
                <c:pt idx="1807">
                  <c:v>9.035</c:v>
                </c:pt>
                <c:pt idx="1808">
                  <c:v>9.04</c:v>
                </c:pt>
                <c:pt idx="1809">
                  <c:v>9.045</c:v>
                </c:pt>
                <c:pt idx="1810">
                  <c:v>9.05</c:v>
                </c:pt>
                <c:pt idx="1811">
                  <c:v>9.055</c:v>
                </c:pt>
                <c:pt idx="1812">
                  <c:v>9.06</c:v>
                </c:pt>
                <c:pt idx="1813">
                  <c:v>9.065</c:v>
                </c:pt>
                <c:pt idx="1814">
                  <c:v>9.07</c:v>
                </c:pt>
                <c:pt idx="1815">
                  <c:v>9.075</c:v>
                </c:pt>
                <c:pt idx="1816">
                  <c:v>9.08</c:v>
                </c:pt>
                <c:pt idx="1817">
                  <c:v>9.085</c:v>
                </c:pt>
                <c:pt idx="1818">
                  <c:v>9.09</c:v>
                </c:pt>
                <c:pt idx="1819">
                  <c:v>9.095</c:v>
                </c:pt>
                <c:pt idx="1820">
                  <c:v>9.1</c:v>
                </c:pt>
                <c:pt idx="1821">
                  <c:v>9.105</c:v>
                </c:pt>
                <c:pt idx="1822">
                  <c:v>9.11</c:v>
                </c:pt>
                <c:pt idx="1823">
                  <c:v>9.115</c:v>
                </c:pt>
                <c:pt idx="1824">
                  <c:v>9.12</c:v>
                </c:pt>
                <c:pt idx="1825">
                  <c:v>9.125</c:v>
                </c:pt>
                <c:pt idx="1826">
                  <c:v>9.13</c:v>
                </c:pt>
                <c:pt idx="1827">
                  <c:v>9.135</c:v>
                </c:pt>
                <c:pt idx="1828">
                  <c:v>9.14</c:v>
                </c:pt>
                <c:pt idx="1829">
                  <c:v>9.145</c:v>
                </c:pt>
                <c:pt idx="1830">
                  <c:v>9.15</c:v>
                </c:pt>
                <c:pt idx="1831">
                  <c:v>9.155</c:v>
                </c:pt>
                <c:pt idx="1832">
                  <c:v>9.16</c:v>
                </c:pt>
                <c:pt idx="1833">
                  <c:v>9.165</c:v>
                </c:pt>
                <c:pt idx="1834">
                  <c:v>9.17</c:v>
                </c:pt>
                <c:pt idx="1835">
                  <c:v>9.175</c:v>
                </c:pt>
                <c:pt idx="1836">
                  <c:v>9.18</c:v>
                </c:pt>
                <c:pt idx="1837">
                  <c:v>9.185</c:v>
                </c:pt>
                <c:pt idx="1838">
                  <c:v>9.19</c:v>
                </c:pt>
                <c:pt idx="1839">
                  <c:v>9.195</c:v>
                </c:pt>
                <c:pt idx="1840">
                  <c:v>9.2</c:v>
                </c:pt>
                <c:pt idx="1841">
                  <c:v>9.205</c:v>
                </c:pt>
                <c:pt idx="1842">
                  <c:v>9.21</c:v>
                </c:pt>
                <c:pt idx="1843">
                  <c:v>9.215</c:v>
                </c:pt>
                <c:pt idx="1844">
                  <c:v>9.22</c:v>
                </c:pt>
                <c:pt idx="1845">
                  <c:v>9.225</c:v>
                </c:pt>
                <c:pt idx="1846">
                  <c:v>9.23</c:v>
                </c:pt>
                <c:pt idx="1847">
                  <c:v>9.235</c:v>
                </c:pt>
                <c:pt idx="1848">
                  <c:v>9.24</c:v>
                </c:pt>
                <c:pt idx="1849">
                  <c:v>9.245</c:v>
                </c:pt>
                <c:pt idx="1850">
                  <c:v>9.25</c:v>
                </c:pt>
                <c:pt idx="1851">
                  <c:v>9.255</c:v>
                </c:pt>
                <c:pt idx="1852">
                  <c:v>9.26</c:v>
                </c:pt>
                <c:pt idx="1853">
                  <c:v>9.265</c:v>
                </c:pt>
                <c:pt idx="1854">
                  <c:v>9.27</c:v>
                </c:pt>
                <c:pt idx="1855">
                  <c:v>9.275</c:v>
                </c:pt>
                <c:pt idx="1856">
                  <c:v>9.28</c:v>
                </c:pt>
                <c:pt idx="1857">
                  <c:v>9.285</c:v>
                </c:pt>
                <c:pt idx="1858">
                  <c:v>9.29</c:v>
                </c:pt>
                <c:pt idx="1859">
                  <c:v>9.295</c:v>
                </c:pt>
                <c:pt idx="1860">
                  <c:v>9.3</c:v>
                </c:pt>
                <c:pt idx="1861">
                  <c:v>9.305</c:v>
                </c:pt>
                <c:pt idx="1862">
                  <c:v>9.31</c:v>
                </c:pt>
                <c:pt idx="1863">
                  <c:v>9.315</c:v>
                </c:pt>
                <c:pt idx="1864">
                  <c:v>9.32</c:v>
                </c:pt>
                <c:pt idx="1865">
                  <c:v>9.325</c:v>
                </c:pt>
                <c:pt idx="1866">
                  <c:v>9.33</c:v>
                </c:pt>
                <c:pt idx="1867">
                  <c:v>9.335</c:v>
                </c:pt>
                <c:pt idx="1868">
                  <c:v>9.34</c:v>
                </c:pt>
                <c:pt idx="1869">
                  <c:v>9.345</c:v>
                </c:pt>
                <c:pt idx="1870">
                  <c:v>9.35</c:v>
                </c:pt>
                <c:pt idx="1871">
                  <c:v>9.355</c:v>
                </c:pt>
                <c:pt idx="1872">
                  <c:v>9.36</c:v>
                </c:pt>
                <c:pt idx="1873">
                  <c:v>9.365</c:v>
                </c:pt>
                <c:pt idx="1874">
                  <c:v>9.37</c:v>
                </c:pt>
                <c:pt idx="1875">
                  <c:v>9.375</c:v>
                </c:pt>
                <c:pt idx="1876">
                  <c:v>9.38</c:v>
                </c:pt>
                <c:pt idx="1877">
                  <c:v>9.385</c:v>
                </c:pt>
                <c:pt idx="1878">
                  <c:v>9.39</c:v>
                </c:pt>
                <c:pt idx="1879">
                  <c:v>9.395</c:v>
                </c:pt>
                <c:pt idx="1880">
                  <c:v>9.4</c:v>
                </c:pt>
                <c:pt idx="1881">
                  <c:v>9.405</c:v>
                </c:pt>
                <c:pt idx="1882">
                  <c:v>9.41</c:v>
                </c:pt>
                <c:pt idx="1883">
                  <c:v>9.415</c:v>
                </c:pt>
                <c:pt idx="1884">
                  <c:v>9.42</c:v>
                </c:pt>
                <c:pt idx="1885">
                  <c:v>9.425</c:v>
                </c:pt>
                <c:pt idx="1886">
                  <c:v>9.43</c:v>
                </c:pt>
                <c:pt idx="1887">
                  <c:v>9.435</c:v>
                </c:pt>
                <c:pt idx="1888">
                  <c:v>9.44</c:v>
                </c:pt>
                <c:pt idx="1889">
                  <c:v>9.445</c:v>
                </c:pt>
                <c:pt idx="1890">
                  <c:v>9.45</c:v>
                </c:pt>
                <c:pt idx="1891">
                  <c:v>9.455</c:v>
                </c:pt>
                <c:pt idx="1892">
                  <c:v>9.46</c:v>
                </c:pt>
                <c:pt idx="1893">
                  <c:v>9.465</c:v>
                </c:pt>
                <c:pt idx="1894">
                  <c:v>9.47</c:v>
                </c:pt>
                <c:pt idx="1895">
                  <c:v>9.475</c:v>
                </c:pt>
                <c:pt idx="1896">
                  <c:v>9.48</c:v>
                </c:pt>
                <c:pt idx="1897">
                  <c:v>9.485</c:v>
                </c:pt>
                <c:pt idx="1898">
                  <c:v>9.49</c:v>
                </c:pt>
                <c:pt idx="1899">
                  <c:v>9.495</c:v>
                </c:pt>
                <c:pt idx="1900">
                  <c:v>9.5</c:v>
                </c:pt>
                <c:pt idx="1901">
                  <c:v>9.505</c:v>
                </c:pt>
                <c:pt idx="1902">
                  <c:v>9.51</c:v>
                </c:pt>
                <c:pt idx="1903">
                  <c:v>9.515</c:v>
                </c:pt>
                <c:pt idx="1904">
                  <c:v>9.52</c:v>
                </c:pt>
                <c:pt idx="1905">
                  <c:v>9.525</c:v>
                </c:pt>
                <c:pt idx="1906">
                  <c:v>9.53</c:v>
                </c:pt>
                <c:pt idx="1907">
                  <c:v>9.535</c:v>
                </c:pt>
                <c:pt idx="1908">
                  <c:v>9.54</c:v>
                </c:pt>
                <c:pt idx="1909">
                  <c:v>9.545</c:v>
                </c:pt>
                <c:pt idx="1910">
                  <c:v>9.55</c:v>
                </c:pt>
                <c:pt idx="1911">
                  <c:v>9.555</c:v>
                </c:pt>
                <c:pt idx="1912">
                  <c:v>9.56</c:v>
                </c:pt>
                <c:pt idx="1913">
                  <c:v>9.565</c:v>
                </c:pt>
                <c:pt idx="1914">
                  <c:v>9.57</c:v>
                </c:pt>
                <c:pt idx="1915">
                  <c:v>9.575</c:v>
                </c:pt>
                <c:pt idx="1916">
                  <c:v>9.58</c:v>
                </c:pt>
                <c:pt idx="1917">
                  <c:v>9.585</c:v>
                </c:pt>
                <c:pt idx="1918">
                  <c:v>9.59</c:v>
                </c:pt>
                <c:pt idx="1919">
                  <c:v>9.595</c:v>
                </c:pt>
                <c:pt idx="1920">
                  <c:v>9.6</c:v>
                </c:pt>
                <c:pt idx="1921">
                  <c:v>9.605</c:v>
                </c:pt>
                <c:pt idx="1922">
                  <c:v>9.61</c:v>
                </c:pt>
                <c:pt idx="1923">
                  <c:v>9.615</c:v>
                </c:pt>
                <c:pt idx="1924">
                  <c:v>9.62</c:v>
                </c:pt>
                <c:pt idx="1925">
                  <c:v>9.625</c:v>
                </c:pt>
                <c:pt idx="1926">
                  <c:v>9.63</c:v>
                </c:pt>
                <c:pt idx="1927">
                  <c:v>9.635</c:v>
                </c:pt>
                <c:pt idx="1928">
                  <c:v>9.64</c:v>
                </c:pt>
                <c:pt idx="1929">
                  <c:v>9.645</c:v>
                </c:pt>
                <c:pt idx="1930">
                  <c:v>9.65</c:v>
                </c:pt>
                <c:pt idx="1931">
                  <c:v>9.655</c:v>
                </c:pt>
                <c:pt idx="1932">
                  <c:v>9.66</c:v>
                </c:pt>
                <c:pt idx="1933">
                  <c:v>9.665</c:v>
                </c:pt>
                <c:pt idx="1934">
                  <c:v>9.67</c:v>
                </c:pt>
                <c:pt idx="1935">
                  <c:v>9.675</c:v>
                </c:pt>
                <c:pt idx="1936">
                  <c:v>9.68</c:v>
                </c:pt>
                <c:pt idx="1937">
                  <c:v>9.685</c:v>
                </c:pt>
                <c:pt idx="1938">
                  <c:v>9.69</c:v>
                </c:pt>
                <c:pt idx="1939">
                  <c:v>9.695</c:v>
                </c:pt>
                <c:pt idx="1940">
                  <c:v>9.7</c:v>
                </c:pt>
                <c:pt idx="1941">
                  <c:v>9.705</c:v>
                </c:pt>
                <c:pt idx="1942">
                  <c:v>9.71</c:v>
                </c:pt>
                <c:pt idx="1943">
                  <c:v>9.715</c:v>
                </c:pt>
                <c:pt idx="1944">
                  <c:v>9.72</c:v>
                </c:pt>
                <c:pt idx="1945">
                  <c:v>9.725</c:v>
                </c:pt>
                <c:pt idx="1946">
                  <c:v>9.73</c:v>
                </c:pt>
                <c:pt idx="1947">
                  <c:v>9.735</c:v>
                </c:pt>
                <c:pt idx="1948">
                  <c:v>9.74</c:v>
                </c:pt>
                <c:pt idx="1949">
                  <c:v>9.745</c:v>
                </c:pt>
                <c:pt idx="1950">
                  <c:v>9.75</c:v>
                </c:pt>
                <c:pt idx="1951">
                  <c:v>9.755</c:v>
                </c:pt>
                <c:pt idx="1952">
                  <c:v>9.76</c:v>
                </c:pt>
                <c:pt idx="1953">
                  <c:v>9.765</c:v>
                </c:pt>
                <c:pt idx="1954">
                  <c:v>9.77</c:v>
                </c:pt>
                <c:pt idx="1955">
                  <c:v>9.775</c:v>
                </c:pt>
                <c:pt idx="1956">
                  <c:v>9.78</c:v>
                </c:pt>
                <c:pt idx="1957">
                  <c:v>9.785</c:v>
                </c:pt>
                <c:pt idx="1958">
                  <c:v>9.79</c:v>
                </c:pt>
                <c:pt idx="1959">
                  <c:v>9.795</c:v>
                </c:pt>
                <c:pt idx="1960">
                  <c:v>9.8</c:v>
                </c:pt>
                <c:pt idx="1961">
                  <c:v>9.805</c:v>
                </c:pt>
                <c:pt idx="1962">
                  <c:v>9.81</c:v>
                </c:pt>
                <c:pt idx="1963">
                  <c:v>9.815</c:v>
                </c:pt>
                <c:pt idx="1964">
                  <c:v>9.82</c:v>
                </c:pt>
                <c:pt idx="1965">
                  <c:v>9.825</c:v>
                </c:pt>
                <c:pt idx="1966">
                  <c:v>9.83</c:v>
                </c:pt>
                <c:pt idx="1967">
                  <c:v>9.835</c:v>
                </c:pt>
                <c:pt idx="1968">
                  <c:v>9.84</c:v>
                </c:pt>
                <c:pt idx="1969">
                  <c:v>9.845</c:v>
                </c:pt>
                <c:pt idx="1970">
                  <c:v>9.85</c:v>
                </c:pt>
                <c:pt idx="1971">
                  <c:v>9.855</c:v>
                </c:pt>
                <c:pt idx="1972">
                  <c:v>9.86</c:v>
                </c:pt>
                <c:pt idx="1973">
                  <c:v>9.865</c:v>
                </c:pt>
                <c:pt idx="1974">
                  <c:v>9.87</c:v>
                </c:pt>
                <c:pt idx="1975">
                  <c:v>9.875</c:v>
                </c:pt>
                <c:pt idx="1976">
                  <c:v>9.88</c:v>
                </c:pt>
                <c:pt idx="1977">
                  <c:v>9.885</c:v>
                </c:pt>
                <c:pt idx="1978">
                  <c:v>9.89</c:v>
                </c:pt>
                <c:pt idx="1979">
                  <c:v>9.895</c:v>
                </c:pt>
                <c:pt idx="1980">
                  <c:v>9.9</c:v>
                </c:pt>
                <c:pt idx="1981">
                  <c:v>9.905</c:v>
                </c:pt>
                <c:pt idx="1982">
                  <c:v>9.91</c:v>
                </c:pt>
                <c:pt idx="1983">
                  <c:v>9.915</c:v>
                </c:pt>
                <c:pt idx="1984">
                  <c:v>9.92</c:v>
                </c:pt>
                <c:pt idx="1985">
                  <c:v>9.925</c:v>
                </c:pt>
                <c:pt idx="1986">
                  <c:v>9.93</c:v>
                </c:pt>
                <c:pt idx="1987">
                  <c:v>9.935</c:v>
                </c:pt>
                <c:pt idx="1988">
                  <c:v>9.94</c:v>
                </c:pt>
                <c:pt idx="1989">
                  <c:v>9.945</c:v>
                </c:pt>
                <c:pt idx="1990">
                  <c:v>9.95</c:v>
                </c:pt>
                <c:pt idx="1991">
                  <c:v>9.955</c:v>
                </c:pt>
                <c:pt idx="1992">
                  <c:v>9.96</c:v>
                </c:pt>
                <c:pt idx="1993">
                  <c:v>9.965</c:v>
                </c:pt>
                <c:pt idx="1994">
                  <c:v>9.97</c:v>
                </c:pt>
                <c:pt idx="1995">
                  <c:v>9.975</c:v>
                </c:pt>
                <c:pt idx="1996">
                  <c:v>9.98</c:v>
                </c:pt>
                <c:pt idx="1997">
                  <c:v>9.985</c:v>
                </c:pt>
                <c:pt idx="1998">
                  <c:v>9.99</c:v>
                </c:pt>
                <c:pt idx="1999">
                  <c:v>9.995</c:v>
                </c:pt>
                <c:pt idx="2000">
                  <c:v>10</c:v>
                </c:pt>
                <c:pt idx="2001">
                  <c:v>10.005</c:v>
                </c:pt>
                <c:pt idx="2002">
                  <c:v>10.01</c:v>
                </c:pt>
                <c:pt idx="2003">
                  <c:v>10.015</c:v>
                </c:pt>
                <c:pt idx="2004">
                  <c:v>10.02</c:v>
                </c:pt>
                <c:pt idx="2005">
                  <c:v>10.025</c:v>
                </c:pt>
                <c:pt idx="2006">
                  <c:v>10.03</c:v>
                </c:pt>
                <c:pt idx="2007">
                  <c:v>10.035</c:v>
                </c:pt>
                <c:pt idx="2008">
                  <c:v>10.04</c:v>
                </c:pt>
                <c:pt idx="2009">
                  <c:v>10.045</c:v>
                </c:pt>
                <c:pt idx="2010">
                  <c:v>10.05</c:v>
                </c:pt>
                <c:pt idx="2011">
                  <c:v>10.055</c:v>
                </c:pt>
                <c:pt idx="2012">
                  <c:v>10.06</c:v>
                </c:pt>
                <c:pt idx="2013">
                  <c:v>10.065</c:v>
                </c:pt>
                <c:pt idx="2014">
                  <c:v>10.07</c:v>
                </c:pt>
                <c:pt idx="2015">
                  <c:v>10.075</c:v>
                </c:pt>
                <c:pt idx="2016">
                  <c:v>10.08</c:v>
                </c:pt>
                <c:pt idx="2017">
                  <c:v>10.085</c:v>
                </c:pt>
                <c:pt idx="2018">
                  <c:v>10.09</c:v>
                </c:pt>
                <c:pt idx="2019">
                  <c:v>10.095</c:v>
                </c:pt>
                <c:pt idx="2020">
                  <c:v>10.1</c:v>
                </c:pt>
                <c:pt idx="2021">
                  <c:v>10.105</c:v>
                </c:pt>
                <c:pt idx="2022">
                  <c:v>10.11</c:v>
                </c:pt>
                <c:pt idx="2023">
                  <c:v>10.115</c:v>
                </c:pt>
                <c:pt idx="2024">
                  <c:v>10.12</c:v>
                </c:pt>
                <c:pt idx="2025">
                  <c:v>10.125</c:v>
                </c:pt>
                <c:pt idx="2026">
                  <c:v>10.13</c:v>
                </c:pt>
                <c:pt idx="2027">
                  <c:v>10.135</c:v>
                </c:pt>
                <c:pt idx="2028">
                  <c:v>10.14</c:v>
                </c:pt>
                <c:pt idx="2029">
                  <c:v>10.145</c:v>
                </c:pt>
                <c:pt idx="2030">
                  <c:v>10.15</c:v>
                </c:pt>
                <c:pt idx="2031">
                  <c:v>10.155</c:v>
                </c:pt>
                <c:pt idx="2032">
                  <c:v>10.16</c:v>
                </c:pt>
                <c:pt idx="2033">
                  <c:v>10.165</c:v>
                </c:pt>
                <c:pt idx="2034">
                  <c:v>10.17</c:v>
                </c:pt>
                <c:pt idx="2035">
                  <c:v>10.175</c:v>
                </c:pt>
                <c:pt idx="2036">
                  <c:v>10.18</c:v>
                </c:pt>
                <c:pt idx="2037">
                  <c:v>10.185</c:v>
                </c:pt>
                <c:pt idx="2038">
                  <c:v>10.19</c:v>
                </c:pt>
                <c:pt idx="2039">
                  <c:v>10.195</c:v>
                </c:pt>
                <c:pt idx="2040">
                  <c:v>10.2</c:v>
                </c:pt>
                <c:pt idx="2041">
                  <c:v>10.205</c:v>
                </c:pt>
                <c:pt idx="2042">
                  <c:v>10.21</c:v>
                </c:pt>
                <c:pt idx="2043">
                  <c:v>10.215</c:v>
                </c:pt>
                <c:pt idx="2044">
                  <c:v>10.22</c:v>
                </c:pt>
                <c:pt idx="2045">
                  <c:v>10.225</c:v>
                </c:pt>
                <c:pt idx="2046">
                  <c:v>10.23</c:v>
                </c:pt>
                <c:pt idx="2047">
                  <c:v>10.235</c:v>
                </c:pt>
                <c:pt idx="2048">
                  <c:v>10.24</c:v>
                </c:pt>
                <c:pt idx="2049">
                  <c:v>10.245</c:v>
                </c:pt>
                <c:pt idx="2050">
                  <c:v>10.25</c:v>
                </c:pt>
                <c:pt idx="2051">
                  <c:v>10.255</c:v>
                </c:pt>
                <c:pt idx="2052">
                  <c:v>10.26</c:v>
                </c:pt>
                <c:pt idx="2053">
                  <c:v>10.265</c:v>
                </c:pt>
                <c:pt idx="2054">
                  <c:v>10.27</c:v>
                </c:pt>
                <c:pt idx="2055">
                  <c:v>10.275</c:v>
                </c:pt>
                <c:pt idx="2056">
                  <c:v>10.28</c:v>
                </c:pt>
                <c:pt idx="2057">
                  <c:v>10.285</c:v>
                </c:pt>
                <c:pt idx="2058">
                  <c:v>10.29</c:v>
                </c:pt>
                <c:pt idx="2059">
                  <c:v>10.295</c:v>
                </c:pt>
                <c:pt idx="2060">
                  <c:v>10.3</c:v>
                </c:pt>
                <c:pt idx="2061">
                  <c:v>10.305</c:v>
                </c:pt>
                <c:pt idx="2062">
                  <c:v>10.31</c:v>
                </c:pt>
                <c:pt idx="2063">
                  <c:v>10.315</c:v>
                </c:pt>
                <c:pt idx="2064">
                  <c:v>10.32</c:v>
                </c:pt>
                <c:pt idx="2065">
                  <c:v>10.325</c:v>
                </c:pt>
                <c:pt idx="2066">
                  <c:v>10.33</c:v>
                </c:pt>
                <c:pt idx="2067">
                  <c:v>10.335</c:v>
                </c:pt>
                <c:pt idx="2068">
                  <c:v>10.34</c:v>
                </c:pt>
                <c:pt idx="2069">
                  <c:v>10.345</c:v>
                </c:pt>
                <c:pt idx="2070">
                  <c:v>10.35</c:v>
                </c:pt>
                <c:pt idx="2071">
                  <c:v>10.355</c:v>
                </c:pt>
                <c:pt idx="2072">
                  <c:v>10.36</c:v>
                </c:pt>
                <c:pt idx="2073">
                  <c:v>10.365</c:v>
                </c:pt>
                <c:pt idx="2074">
                  <c:v>10.37</c:v>
                </c:pt>
                <c:pt idx="2075">
                  <c:v>10.375</c:v>
                </c:pt>
                <c:pt idx="2076">
                  <c:v>10.38</c:v>
                </c:pt>
                <c:pt idx="2077">
                  <c:v>10.385</c:v>
                </c:pt>
                <c:pt idx="2078">
                  <c:v>10.39</c:v>
                </c:pt>
                <c:pt idx="2079">
                  <c:v>10.395</c:v>
                </c:pt>
                <c:pt idx="2080">
                  <c:v>10.4</c:v>
                </c:pt>
                <c:pt idx="2081">
                  <c:v>10.405</c:v>
                </c:pt>
                <c:pt idx="2082">
                  <c:v>10.41</c:v>
                </c:pt>
                <c:pt idx="2083">
                  <c:v>10.415</c:v>
                </c:pt>
                <c:pt idx="2084">
                  <c:v>10.42</c:v>
                </c:pt>
                <c:pt idx="2085">
                  <c:v>10.425</c:v>
                </c:pt>
                <c:pt idx="2086">
                  <c:v>10.43</c:v>
                </c:pt>
                <c:pt idx="2087">
                  <c:v>10.435</c:v>
                </c:pt>
                <c:pt idx="2088">
                  <c:v>10.44</c:v>
                </c:pt>
                <c:pt idx="2089">
                  <c:v>10.445</c:v>
                </c:pt>
                <c:pt idx="2090">
                  <c:v>10.45</c:v>
                </c:pt>
                <c:pt idx="2091">
                  <c:v>10.455</c:v>
                </c:pt>
                <c:pt idx="2092">
                  <c:v>10.46</c:v>
                </c:pt>
                <c:pt idx="2093">
                  <c:v>10.465</c:v>
                </c:pt>
                <c:pt idx="2094">
                  <c:v>10.47</c:v>
                </c:pt>
                <c:pt idx="2095">
                  <c:v>10.475</c:v>
                </c:pt>
                <c:pt idx="2096">
                  <c:v>10.48</c:v>
                </c:pt>
                <c:pt idx="2097">
                  <c:v>10.485</c:v>
                </c:pt>
                <c:pt idx="2098">
                  <c:v>10.49</c:v>
                </c:pt>
                <c:pt idx="2099">
                  <c:v>10.495</c:v>
                </c:pt>
                <c:pt idx="2100">
                  <c:v>10.5</c:v>
                </c:pt>
                <c:pt idx="2101">
                  <c:v>10.505</c:v>
                </c:pt>
                <c:pt idx="2102">
                  <c:v>10.51</c:v>
                </c:pt>
                <c:pt idx="2103">
                  <c:v>10.515</c:v>
                </c:pt>
                <c:pt idx="2104">
                  <c:v>10.52</c:v>
                </c:pt>
                <c:pt idx="2105">
                  <c:v>10.525</c:v>
                </c:pt>
                <c:pt idx="2106">
                  <c:v>10.53</c:v>
                </c:pt>
                <c:pt idx="2107">
                  <c:v>10.535</c:v>
                </c:pt>
                <c:pt idx="2108">
                  <c:v>10.54</c:v>
                </c:pt>
                <c:pt idx="2109">
                  <c:v>10.545</c:v>
                </c:pt>
                <c:pt idx="2110">
                  <c:v>10.55</c:v>
                </c:pt>
                <c:pt idx="2111">
                  <c:v>10.555</c:v>
                </c:pt>
                <c:pt idx="2112">
                  <c:v>10.56</c:v>
                </c:pt>
                <c:pt idx="2113">
                  <c:v>10.565</c:v>
                </c:pt>
                <c:pt idx="2114">
                  <c:v>10.57</c:v>
                </c:pt>
                <c:pt idx="2115">
                  <c:v>10.575</c:v>
                </c:pt>
                <c:pt idx="2116">
                  <c:v>10.58</c:v>
                </c:pt>
                <c:pt idx="2117">
                  <c:v>10.585</c:v>
                </c:pt>
                <c:pt idx="2118">
                  <c:v>10.59</c:v>
                </c:pt>
                <c:pt idx="2119">
                  <c:v>10.595</c:v>
                </c:pt>
                <c:pt idx="2120">
                  <c:v>10.6</c:v>
                </c:pt>
                <c:pt idx="2121">
                  <c:v>10.605</c:v>
                </c:pt>
                <c:pt idx="2122">
                  <c:v>10.61</c:v>
                </c:pt>
                <c:pt idx="2123">
                  <c:v>10.615</c:v>
                </c:pt>
                <c:pt idx="2124">
                  <c:v>10.62</c:v>
                </c:pt>
                <c:pt idx="2125">
                  <c:v>10.625</c:v>
                </c:pt>
                <c:pt idx="2126">
                  <c:v>10.63</c:v>
                </c:pt>
                <c:pt idx="2127">
                  <c:v>10.635</c:v>
                </c:pt>
                <c:pt idx="2128">
                  <c:v>10.64</c:v>
                </c:pt>
                <c:pt idx="2129">
                  <c:v>10.645</c:v>
                </c:pt>
                <c:pt idx="2130">
                  <c:v>10.65</c:v>
                </c:pt>
                <c:pt idx="2131">
                  <c:v>10.655</c:v>
                </c:pt>
                <c:pt idx="2132">
                  <c:v>10.66</c:v>
                </c:pt>
                <c:pt idx="2133">
                  <c:v>10.665</c:v>
                </c:pt>
                <c:pt idx="2134">
                  <c:v>10.67</c:v>
                </c:pt>
                <c:pt idx="2135">
                  <c:v>10.675</c:v>
                </c:pt>
                <c:pt idx="2136">
                  <c:v>10.68</c:v>
                </c:pt>
                <c:pt idx="2137">
                  <c:v>10.685</c:v>
                </c:pt>
                <c:pt idx="2138">
                  <c:v>10.69</c:v>
                </c:pt>
                <c:pt idx="2139">
                  <c:v>10.695</c:v>
                </c:pt>
                <c:pt idx="2140">
                  <c:v>10.7</c:v>
                </c:pt>
                <c:pt idx="2141">
                  <c:v>10.705</c:v>
                </c:pt>
                <c:pt idx="2142">
                  <c:v>10.71</c:v>
                </c:pt>
                <c:pt idx="2143">
                  <c:v>10.715</c:v>
                </c:pt>
                <c:pt idx="2144">
                  <c:v>10.72</c:v>
                </c:pt>
                <c:pt idx="2145">
                  <c:v>10.725</c:v>
                </c:pt>
                <c:pt idx="2146">
                  <c:v>10.73</c:v>
                </c:pt>
                <c:pt idx="2147">
                  <c:v>10.735</c:v>
                </c:pt>
                <c:pt idx="2148">
                  <c:v>10.74</c:v>
                </c:pt>
                <c:pt idx="2149">
                  <c:v>10.745</c:v>
                </c:pt>
                <c:pt idx="2150">
                  <c:v>10.75</c:v>
                </c:pt>
                <c:pt idx="2151">
                  <c:v>10.755</c:v>
                </c:pt>
                <c:pt idx="2152">
                  <c:v>10.76</c:v>
                </c:pt>
                <c:pt idx="2153">
                  <c:v>10.765</c:v>
                </c:pt>
                <c:pt idx="2154">
                  <c:v>10.77</c:v>
                </c:pt>
                <c:pt idx="2155">
                  <c:v>10.775</c:v>
                </c:pt>
                <c:pt idx="2156">
                  <c:v>10.78</c:v>
                </c:pt>
                <c:pt idx="2157">
                  <c:v>10.785</c:v>
                </c:pt>
                <c:pt idx="2158">
                  <c:v>10.79</c:v>
                </c:pt>
                <c:pt idx="2159">
                  <c:v>10.795</c:v>
                </c:pt>
                <c:pt idx="2160">
                  <c:v>10.8</c:v>
                </c:pt>
                <c:pt idx="2161">
                  <c:v>10.805</c:v>
                </c:pt>
                <c:pt idx="2162">
                  <c:v>10.81</c:v>
                </c:pt>
                <c:pt idx="2163">
                  <c:v>10.815</c:v>
                </c:pt>
                <c:pt idx="2164">
                  <c:v>10.82</c:v>
                </c:pt>
                <c:pt idx="2165">
                  <c:v>10.825</c:v>
                </c:pt>
                <c:pt idx="2166">
                  <c:v>10.83</c:v>
                </c:pt>
                <c:pt idx="2167">
                  <c:v>10.835</c:v>
                </c:pt>
                <c:pt idx="2168">
                  <c:v>10.84</c:v>
                </c:pt>
                <c:pt idx="2169">
                  <c:v>10.845</c:v>
                </c:pt>
                <c:pt idx="2170">
                  <c:v>10.85</c:v>
                </c:pt>
                <c:pt idx="2171">
                  <c:v>10.855</c:v>
                </c:pt>
                <c:pt idx="2172">
                  <c:v>10.86</c:v>
                </c:pt>
                <c:pt idx="2173">
                  <c:v>10.865</c:v>
                </c:pt>
                <c:pt idx="2174">
                  <c:v>10.87</c:v>
                </c:pt>
                <c:pt idx="2175">
                  <c:v>10.875</c:v>
                </c:pt>
                <c:pt idx="2176">
                  <c:v>10.88</c:v>
                </c:pt>
                <c:pt idx="2177">
                  <c:v>10.885</c:v>
                </c:pt>
                <c:pt idx="2178">
                  <c:v>10.89</c:v>
                </c:pt>
                <c:pt idx="2179">
                  <c:v>10.895</c:v>
                </c:pt>
                <c:pt idx="2180">
                  <c:v>10.9</c:v>
                </c:pt>
                <c:pt idx="2181">
                  <c:v>10.905</c:v>
                </c:pt>
                <c:pt idx="2182">
                  <c:v>10.91</c:v>
                </c:pt>
                <c:pt idx="2183">
                  <c:v>10.915</c:v>
                </c:pt>
                <c:pt idx="2184">
                  <c:v>10.92</c:v>
                </c:pt>
                <c:pt idx="2185">
                  <c:v>10.925</c:v>
                </c:pt>
                <c:pt idx="2186">
                  <c:v>10.93</c:v>
                </c:pt>
                <c:pt idx="2187">
                  <c:v>10.935</c:v>
                </c:pt>
                <c:pt idx="2188">
                  <c:v>10.94</c:v>
                </c:pt>
                <c:pt idx="2189">
                  <c:v>10.945</c:v>
                </c:pt>
                <c:pt idx="2190">
                  <c:v>10.95</c:v>
                </c:pt>
                <c:pt idx="2191">
                  <c:v>10.955</c:v>
                </c:pt>
                <c:pt idx="2192">
                  <c:v>10.96</c:v>
                </c:pt>
                <c:pt idx="2193">
                  <c:v>10.965</c:v>
                </c:pt>
                <c:pt idx="2194">
                  <c:v>10.97</c:v>
                </c:pt>
                <c:pt idx="2195">
                  <c:v>10.975</c:v>
                </c:pt>
                <c:pt idx="2196">
                  <c:v>10.98</c:v>
                </c:pt>
                <c:pt idx="2197">
                  <c:v>10.985</c:v>
                </c:pt>
                <c:pt idx="2198">
                  <c:v>10.99</c:v>
                </c:pt>
                <c:pt idx="2199">
                  <c:v>10.995</c:v>
                </c:pt>
                <c:pt idx="2200">
                  <c:v>11</c:v>
                </c:pt>
                <c:pt idx="2201">
                  <c:v>11.005</c:v>
                </c:pt>
                <c:pt idx="2202">
                  <c:v>11.01</c:v>
                </c:pt>
                <c:pt idx="2203">
                  <c:v>11.015</c:v>
                </c:pt>
                <c:pt idx="2204">
                  <c:v>11.02</c:v>
                </c:pt>
                <c:pt idx="2205">
                  <c:v>11.025</c:v>
                </c:pt>
                <c:pt idx="2206">
                  <c:v>11.03</c:v>
                </c:pt>
                <c:pt idx="2207">
                  <c:v>11.035</c:v>
                </c:pt>
                <c:pt idx="2208">
                  <c:v>11.04</c:v>
                </c:pt>
                <c:pt idx="2209">
                  <c:v>11.045</c:v>
                </c:pt>
                <c:pt idx="2210">
                  <c:v>11.05</c:v>
                </c:pt>
                <c:pt idx="2211">
                  <c:v>11.055</c:v>
                </c:pt>
                <c:pt idx="2212">
                  <c:v>11.06</c:v>
                </c:pt>
                <c:pt idx="2213">
                  <c:v>11.065</c:v>
                </c:pt>
                <c:pt idx="2214">
                  <c:v>11.07</c:v>
                </c:pt>
                <c:pt idx="2215">
                  <c:v>11.075</c:v>
                </c:pt>
                <c:pt idx="2216">
                  <c:v>11.08</c:v>
                </c:pt>
                <c:pt idx="2217">
                  <c:v>11.085</c:v>
                </c:pt>
                <c:pt idx="2218">
                  <c:v>11.09</c:v>
                </c:pt>
                <c:pt idx="2219">
                  <c:v>11.095</c:v>
                </c:pt>
                <c:pt idx="2220">
                  <c:v>11.1</c:v>
                </c:pt>
                <c:pt idx="2221">
                  <c:v>11.105</c:v>
                </c:pt>
                <c:pt idx="2222">
                  <c:v>11.11</c:v>
                </c:pt>
                <c:pt idx="2223">
                  <c:v>11.115</c:v>
                </c:pt>
                <c:pt idx="2224">
                  <c:v>11.12</c:v>
                </c:pt>
                <c:pt idx="2225">
                  <c:v>11.125</c:v>
                </c:pt>
                <c:pt idx="2226">
                  <c:v>11.13</c:v>
                </c:pt>
                <c:pt idx="2227">
                  <c:v>11.135</c:v>
                </c:pt>
                <c:pt idx="2228">
                  <c:v>11.14</c:v>
                </c:pt>
                <c:pt idx="2229">
                  <c:v>11.145</c:v>
                </c:pt>
                <c:pt idx="2230">
                  <c:v>11.15</c:v>
                </c:pt>
                <c:pt idx="2231">
                  <c:v>11.155</c:v>
                </c:pt>
                <c:pt idx="2232">
                  <c:v>11.16</c:v>
                </c:pt>
                <c:pt idx="2233">
                  <c:v>11.165</c:v>
                </c:pt>
                <c:pt idx="2234">
                  <c:v>11.17</c:v>
                </c:pt>
                <c:pt idx="2235">
                  <c:v>11.175</c:v>
                </c:pt>
                <c:pt idx="2236">
                  <c:v>11.18</c:v>
                </c:pt>
                <c:pt idx="2237">
                  <c:v>11.185</c:v>
                </c:pt>
                <c:pt idx="2238">
                  <c:v>11.19</c:v>
                </c:pt>
                <c:pt idx="2239">
                  <c:v>11.195</c:v>
                </c:pt>
                <c:pt idx="2240">
                  <c:v>11.2</c:v>
                </c:pt>
                <c:pt idx="2241">
                  <c:v>11.205</c:v>
                </c:pt>
                <c:pt idx="2242">
                  <c:v>11.21</c:v>
                </c:pt>
                <c:pt idx="2243">
                  <c:v>11.215</c:v>
                </c:pt>
                <c:pt idx="2244">
                  <c:v>11.22</c:v>
                </c:pt>
                <c:pt idx="2245">
                  <c:v>11.225</c:v>
                </c:pt>
                <c:pt idx="2246">
                  <c:v>11.23</c:v>
                </c:pt>
                <c:pt idx="2247">
                  <c:v>11.235</c:v>
                </c:pt>
                <c:pt idx="2248">
                  <c:v>11.24</c:v>
                </c:pt>
                <c:pt idx="2249">
                  <c:v>11.245</c:v>
                </c:pt>
                <c:pt idx="2250">
                  <c:v>11.25</c:v>
                </c:pt>
                <c:pt idx="2251">
                  <c:v>11.255</c:v>
                </c:pt>
                <c:pt idx="2252">
                  <c:v>11.26</c:v>
                </c:pt>
                <c:pt idx="2253">
                  <c:v>11.265</c:v>
                </c:pt>
                <c:pt idx="2254">
                  <c:v>11.27</c:v>
                </c:pt>
                <c:pt idx="2255">
                  <c:v>11.275</c:v>
                </c:pt>
                <c:pt idx="2256">
                  <c:v>11.28</c:v>
                </c:pt>
                <c:pt idx="2257">
                  <c:v>11.285</c:v>
                </c:pt>
                <c:pt idx="2258">
                  <c:v>11.29</c:v>
                </c:pt>
                <c:pt idx="2259">
                  <c:v>11.295</c:v>
                </c:pt>
                <c:pt idx="2260">
                  <c:v>11.3</c:v>
                </c:pt>
                <c:pt idx="2261">
                  <c:v>11.305</c:v>
                </c:pt>
                <c:pt idx="2262">
                  <c:v>11.31</c:v>
                </c:pt>
                <c:pt idx="2263">
                  <c:v>11.315</c:v>
                </c:pt>
                <c:pt idx="2264">
                  <c:v>11.32</c:v>
                </c:pt>
                <c:pt idx="2265">
                  <c:v>11.325</c:v>
                </c:pt>
                <c:pt idx="2266">
                  <c:v>11.33</c:v>
                </c:pt>
                <c:pt idx="2267">
                  <c:v>11.335</c:v>
                </c:pt>
                <c:pt idx="2268">
                  <c:v>11.34</c:v>
                </c:pt>
                <c:pt idx="2269">
                  <c:v>11.345</c:v>
                </c:pt>
                <c:pt idx="2270">
                  <c:v>11.35</c:v>
                </c:pt>
                <c:pt idx="2271">
                  <c:v>11.355</c:v>
                </c:pt>
                <c:pt idx="2272">
                  <c:v>11.36</c:v>
                </c:pt>
                <c:pt idx="2273">
                  <c:v>11.365</c:v>
                </c:pt>
                <c:pt idx="2274">
                  <c:v>11.37</c:v>
                </c:pt>
                <c:pt idx="2275">
                  <c:v>11.375</c:v>
                </c:pt>
                <c:pt idx="2276">
                  <c:v>11.38</c:v>
                </c:pt>
                <c:pt idx="2277">
                  <c:v>11.385</c:v>
                </c:pt>
                <c:pt idx="2278">
                  <c:v>11.39</c:v>
                </c:pt>
                <c:pt idx="2279">
                  <c:v>11.395</c:v>
                </c:pt>
                <c:pt idx="2280">
                  <c:v>11.4</c:v>
                </c:pt>
                <c:pt idx="2281">
                  <c:v>11.405</c:v>
                </c:pt>
                <c:pt idx="2282">
                  <c:v>11.41</c:v>
                </c:pt>
                <c:pt idx="2283">
                  <c:v>11.415</c:v>
                </c:pt>
                <c:pt idx="2284">
                  <c:v>11.42</c:v>
                </c:pt>
                <c:pt idx="2285">
                  <c:v>11.425</c:v>
                </c:pt>
                <c:pt idx="2286">
                  <c:v>11.43</c:v>
                </c:pt>
                <c:pt idx="2287">
                  <c:v>11.435</c:v>
                </c:pt>
                <c:pt idx="2288">
                  <c:v>11.44</c:v>
                </c:pt>
                <c:pt idx="2289">
                  <c:v>11.445</c:v>
                </c:pt>
                <c:pt idx="2290">
                  <c:v>11.45</c:v>
                </c:pt>
                <c:pt idx="2291">
                  <c:v>11.455</c:v>
                </c:pt>
                <c:pt idx="2292">
                  <c:v>11.46</c:v>
                </c:pt>
                <c:pt idx="2293">
                  <c:v>11.465</c:v>
                </c:pt>
                <c:pt idx="2294">
                  <c:v>11.47</c:v>
                </c:pt>
                <c:pt idx="2295">
                  <c:v>11.475</c:v>
                </c:pt>
                <c:pt idx="2296">
                  <c:v>11.48</c:v>
                </c:pt>
                <c:pt idx="2297">
                  <c:v>11.485</c:v>
                </c:pt>
                <c:pt idx="2298">
                  <c:v>11.49</c:v>
                </c:pt>
                <c:pt idx="2299">
                  <c:v>11.495</c:v>
                </c:pt>
                <c:pt idx="2300">
                  <c:v>11.5</c:v>
                </c:pt>
                <c:pt idx="2301">
                  <c:v>11.505</c:v>
                </c:pt>
                <c:pt idx="2302">
                  <c:v>11.51</c:v>
                </c:pt>
                <c:pt idx="2303">
                  <c:v>11.515</c:v>
                </c:pt>
                <c:pt idx="2304">
                  <c:v>11.52</c:v>
                </c:pt>
                <c:pt idx="2305">
                  <c:v>11.525</c:v>
                </c:pt>
                <c:pt idx="2306">
                  <c:v>11.53</c:v>
                </c:pt>
                <c:pt idx="2307">
                  <c:v>11.535</c:v>
                </c:pt>
                <c:pt idx="2308">
                  <c:v>11.54</c:v>
                </c:pt>
                <c:pt idx="2309">
                  <c:v>11.545</c:v>
                </c:pt>
                <c:pt idx="2310">
                  <c:v>11.55</c:v>
                </c:pt>
                <c:pt idx="2311">
                  <c:v>11.555</c:v>
                </c:pt>
                <c:pt idx="2312">
                  <c:v>11.56</c:v>
                </c:pt>
                <c:pt idx="2313">
                  <c:v>11.565</c:v>
                </c:pt>
                <c:pt idx="2314">
                  <c:v>11.57</c:v>
                </c:pt>
                <c:pt idx="2315">
                  <c:v>11.575</c:v>
                </c:pt>
                <c:pt idx="2316">
                  <c:v>11.58</c:v>
                </c:pt>
                <c:pt idx="2317">
                  <c:v>11.585</c:v>
                </c:pt>
                <c:pt idx="2318">
                  <c:v>11.59</c:v>
                </c:pt>
                <c:pt idx="2319">
                  <c:v>11.595</c:v>
                </c:pt>
                <c:pt idx="2320">
                  <c:v>11.6</c:v>
                </c:pt>
                <c:pt idx="2321">
                  <c:v>11.605</c:v>
                </c:pt>
                <c:pt idx="2322">
                  <c:v>11.61</c:v>
                </c:pt>
                <c:pt idx="2323">
                  <c:v>11.615</c:v>
                </c:pt>
                <c:pt idx="2324">
                  <c:v>11.62</c:v>
                </c:pt>
                <c:pt idx="2325">
                  <c:v>11.625</c:v>
                </c:pt>
                <c:pt idx="2326">
                  <c:v>11.63</c:v>
                </c:pt>
                <c:pt idx="2327">
                  <c:v>11.635</c:v>
                </c:pt>
                <c:pt idx="2328">
                  <c:v>11.64</c:v>
                </c:pt>
                <c:pt idx="2329">
                  <c:v>11.645</c:v>
                </c:pt>
                <c:pt idx="2330">
                  <c:v>11.65</c:v>
                </c:pt>
                <c:pt idx="2331">
                  <c:v>11.655</c:v>
                </c:pt>
                <c:pt idx="2332">
                  <c:v>11.66</c:v>
                </c:pt>
                <c:pt idx="2333">
                  <c:v>11.665</c:v>
                </c:pt>
                <c:pt idx="2334">
                  <c:v>11.67</c:v>
                </c:pt>
                <c:pt idx="2335">
                  <c:v>11.675</c:v>
                </c:pt>
                <c:pt idx="2336">
                  <c:v>11.68</c:v>
                </c:pt>
                <c:pt idx="2337">
                  <c:v>11.685</c:v>
                </c:pt>
                <c:pt idx="2338">
                  <c:v>11.69</c:v>
                </c:pt>
                <c:pt idx="2339">
                  <c:v>11.695</c:v>
                </c:pt>
                <c:pt idx="2340">
                  <c:v>11.7</c:v>
                </c:pt>
                <c:pt idx="2341">
                  <c:v>11.705</c:v>
                </c:pt>
                <c:pt idx="2342">
                  <c:v>11.71</c:v>
                </c:pt>
                <c:pt idx="2343">
                  <c:v>11.715</c:v>
                </c:pt>
                <c:pt idx="2344">
                  <c:v>11.72</c:v>
                </c:pt>
                <c:pt idx="2345">
                  <c:v>11.725</c:v>
                </c:pt>
                <c:pt idx="2346">
                  <c:v>11.73</c:v>
                </c:pt>
                <c:pt idx="2347">
                  <c:v>11.735</c:v>
                </c:pt>
                <c:pt idx="2348">
                  <c:v>11.74</c:v>
                </c:pt>
                <c:pt idx="2349">
                  <c:v>11.745</c:v>
                </c:pt>
                <c:pt idx="2350">
                  <c:v>11.75</c:v>
                </c:pt>
                <c:pt idx="2351">
                  <c:v>11.755</c:v>
                </c:pt>
                <c:pt idx="2352">
                  <c:v>11.76</c:v>
                </c:pt>
                <c:pt idx="2353">
                  <c:v>11.765</c:v>
                </c:pt>
                <c:pt idx="2354">
                  <c:v>11.77</c:v>
                </c:pt>
                <c:pt idx="2355">
                  <c:v>11.775</c:v>
                </c:pt>
                <c:pt idx="2356">
                  <c:v>11.78</c:v>
                </c:pt>
                <c:pt idx="2357">
                  <c:v>11.785</c:v>
                </c:pt>
                <c:pt idx="2358">
                  <c:v>11.79</c:v>
                </c:pt>
                <c:pt idx="2359">
                  <c:v>11.795</c:v>
                </c:pt>
                <c:pt idx="2360">
                  <c:v>11.8</c:v>
                </c:pt>
                <c:pt idx="2361">
                  <c:v>11.805</c:v>
                </c:pt>
                <c:pt idx="2362">
                  <c:v>11.81</c:v>
                </c:pt>
                <c:pt idx="2363">
                  <c:v>11.815</c:v>
                </c:pt>
                <c:pt idx="2364">
                  <c:v>11.82</c:v>
                </c:pt>
                <c:pt idx="2365">
                  <c:v>11.825</c:v>
                </c:pt>
                <c:pt idx="2366">
                  <c:v>11.83</c:v>
                </c:pt>
                <c:pt idx="2367">
                  <c:v>11.835</c:v>
                </c:pt>
                <c:pt idx="2368">
                  <c:v>11.84</c:v>
                </c:pt>
                <c:pt idx="2369">
                  <c:v>11.845</c:v>
                </c:pt>
                <c:pt idx="2370">
                  <c:v>11.85</c:v>
                </c:pt>
                <c:pt idx="2371">
                  <c:v>11.855</c:v>
                </c:pt>
                <c:pt idx="2372">
                  <c:v>11.86</c:v>
                </c:pt>
                <c:pt idx="2373">
                  <c:v>11.865</c:v>
                </c:pt>
                <c:pt idx="2374">
                  <c:v>11.87</c:v>
                </c:pt>
                <c:pt idx="2375">
                  <c:v>11.875</c:v>
                </c:pt>
                <c:pt idx="2376">
                  <c:v>11.88</c:v>
                </c:pt>
                <c:pt idx="2377">
                  <c:v>11.885</c:v>
                </c:pt>
                <c:pt idx="2378">
                  <c:v>11.89</c:v>
                </c:pt>
                <c:pt idx="2379">
                  <c:v>11.895</c:v>
                </c:pt>
                <c:pt idx="2380">
                  <c:v>11.9</c:v>
                </c:pt>
                <c:pt idx="2381">
                  <c:v>11.905</c:v>
                </c:pt>
                <c:pt idx="2382">
                  <c:v>11.91</c:v>
                </c:pt>
                <c:pt idx="2383">
                  <c:v>11.915</c:v>
                </c:pt>
                <c:pt idx="2384">
                  <c:v>11.92</c:v>
                </c:pt>
                <c:pt idx="2385">
                  <c:v>11.925</c:v>
                </c:pt>
                <c:pt idx="2386">
                  <c:v>11.93</c:v>
                </c:pt>
                <c:pt idx="2387">
                  <c:v>11.935</c:v>
                </c:pt>
                <c:pt idx="2388">
                  <c:v>11.94</c:v>
                </c:pt>
                <c:pt idx="2389">
                  <c:v>11.945</c:v>
                </c:pt>
                <c:pt idx="2390">
                  <c:v>11.95</c:v>
                </c:pt>
                <c:pt idx="2391">
                  <c:v>11.955</c:v>
                </c:pt>
                <c:pt idx="2392">
                  <c:v>11.96</c:v>
                </c:pt>
                <c:pt idx="2393">
                  <c:v>11.965</c:v>
                </c:pt>
                <c:pt idx="2394">
                  <c:v>11.97</c:v>
                </c:pt>
                <c:pt idx="2395">
                  <c:v>11.975</c:v>
                </c:pt>
                <c:pt idx="2396">
                  <c:v>11.98</c:v>
                </c:pt>
                <c:pt idx="2397">
                  <c:v>11.985</c:v>
                </c:pt>
                <c:pt idx="2398">
                  <c:v>11.99</c:v>
                </c:pt>
                <c:pt idx="2399">
                  <c:v>11.995</c:v>
                </c:pt>
                <c:pt idx="2400">
                  <c:v>12</c:v>
                </c:pt>
                <c:pt idx="2401">
                  <c:v>12.005</c:v>
                </c:pt>
                <c:pt idx="2402">
                  <c:v>12.01</c:v>
                </c:pt>
                <c:pt idx="2403">
                  <c:v>12.015</c:v>
                </c:pt>
                <c:pt idx="2404">
                  <c:v>12.02</c:v>
                </c:pt>
                <c:pt idx="2405">
                  <c:v>12.025</c:v>
                </c:pt>
                <c:pt idx="2406">
                  <c:v>12.03</c:v>
                </c:pt>
                <c:pt idx="2407">
                  <c:v>12.035</c:v>
                </c:pt>
                <c:pt idx="2408">
                  <c:v>12.04</c:v>
                </c:pt>
                <c:pt idx="2409">
                  <c:v>12.045</c:v>
                </c:pt>
                <c:pt idx="2410">
                  <c:v>12.05</c:v>
                </c:pt>
                <c:pt idx="2411">
                  <c:v>12.055</c:v>
                </c:pt>
                <c:pt idx="2412">
                  <c:v>12.06</c:v>
                </c:pt>
                <c:pt idx="2413">
                  <c:v>12.065</c:v>
                </c:pt>
                <c:pt idx="2414">
                  <c:v>12.07</c:v>
                </c:pt>
                <c:pt idx="2415">
                  <c:v>12.075</c:v>
                </c:pt>
                <c:pt idx="2416">
                  <c:v>12.08</c:v>
                </c:pt>
                <c:pt idx="2417">
                  <c:v>12.085</c:v>
                </c:pt>
                <c:pt idx="2418">
                  <c:v>12.09</c:v>
                </c:pt>
                <c:pt idx="2419">
                  <c:v>12.095</c:v>
                </c:pt>
                <c:pt idx="2420">
                  <c:v>12.1</c:v>
                </c:pt>
                <c:pt idx="2421">
                  <c:v>12.105</c:v>
                </c:pt>
                <c:pt idx="2422">
                  <c:v>12.11</c:v>
                </c:pt>
                <c:pt idx="2423">
                  <c:v>12.115</c:v>
                </c:pt>
                <c:pt idx="2424">
                  <c:v>12.12</c:v>
                </c:pt>
                <c:pt idx="2425">
                  <c:v>12.125</c:v>
                </c:pt>
                <c:pt idx="2426">
                  <c:v>12.13</c:v>
                </c:pt>
                <c:pt idx="2427">
                  <c:v>12.135</c:v>
                </c:pt>
                <c:pt idx="2428">
                  <c:v>12.14</c:v>
                </c:pt>
                <c:pt idx="2429">
                  <c:v>12.145</c:v>
                </c:pt>
                <c:pt idx="2430">
                  <c:v>12.15</c:v>
                </c:pt>
                <c:pt idx="2431">
                  <c:v>12.155</c:v>
                </c:pt>
                <c:pt idx="2432">
                  <c:v>12.16</c:v>
                </c:pt>
                <c:pt idx="2433">
                  <c:v>12.165</c:v>
                </c:pt>
                <c:pt idx="2434">
                  <c:v>12.17</c:v>
                </c:pt>
                <c:pt idx="2435">
                  <c:v>12.175</c:v>
                </c:pt>
                <c:pt idx="2436">
                  <c:v>12.18</c:v>
                </c:pt>
                <c:pt idx="2437">
                  <c:v>12.185</c:v>
                </c:pt>
                <c:pt idx="2438">
                  <c:v>12.19</c:v>
                </c:pt>
                <c:pt idx="2439">
                  <c:v>12.195</c:v>
                </c:pt>
                <c:pt idx="2440">
                  <c:v>12.2</c:v>
                </c:pt>
                <c:pt idx="2441">
                  <c:v>12.205</c:v>
                </c:pt>
                <c:pt idx="2442">
                  <c:v>12.21</c:v>
                </c:pt>
                <c:pt idx="2443">
                  <c:v>12.215</c:v>
                </c:pt>
                <c:pt idx="2444">
                  <c:v>12.22</c:v>
                </c:pt>
                <c:pt idx="2445">
                  <c:v>12.225</c:v>
                </c:pt>
                <c:pt idx="2446">
                  <c:v>12.23</c:v>
                </c:pt>
                <c:pt idx="2447">
                  <c:v>12.235</c:v>
                </c:pt>
                <c:pt idx="2448">
                  <c:v>12.24</c:v>
                </c:pt>
                <c:pt idx="2449">
                  <c:v>12.245</c:v>
                </c:pt>
                <c:pt idx="2450">
                  <c:v>12.25</c:v>
                </c:pt>
                <c:pt idx="2451">
                  <c:v>12.255</c:v>
                </c:pt>
                <c:pt idx="2452">
                  <c:v>12.26</c:v>
                </c:pt>
                <c:pt idx="2453">
                  <c:v>12.265</c:v>
                </c:pt>
                <c:pt idx="2454">
                  <c:v>12.27</c:v>
                </c:pt>
                <c:pt idx="2455">
                  <c:v>12.275</c:v>
                </c:pt>
                <c:pt idx="2456">
                  <c:v>12.28</c:v>
                </c:pt>
                <c:pt idx="2457">
                  <c:v>12.285</c:v>
                </c:pt>
                <c:pt idx="2458">
                  <c:v>12.29</c:v>
                </c:pt>
                <c:pt idx="2459">
                  <c:v>12.295</c:v>
                </c:pt>
                <c:pt idx="2460">
                  <c:v>12.3</c:v>
                </c:pt>
                <c:pt idx="2461">
                  <c:v>12.305</c:v>
                </c:pt>
                <c:pt idx="2462">
                  <c:v>12.31</c:v>
                </c:pt>
                <c:pt idx="2463">
                  <c:v>12.315</c:v>
                </c:pt>
                <c:pt idx="2464">
                  <c:v>12.32</c:v>
                </c:pt>
                <c:pt idx="2465">
                  <c:v>12.325</c:v>
                </c:pt>
                <c:pt idx="2466">
                  <c:v>12.33</c:v>
                </c:pt>
                <c:pt idx="2467">
                  <c:v>12.335</c:v>
                </c:pt>
                <c:pt idx="2468">
                  <c:v>12.34</c:v>
                </c:pt>
                <c:pt idx="2469">
                  <c:v>12.345</c:v>
                </c:pt>
                <c:pt idx="2470">
                  <c:v>12.35</c:v>
                </c:pt>
                <c:pt idx="2471">
                  <c:v>12.355</c:v>
                </c:pt>
                <c:pt idx="2472">
                  <c:v>12.36</c:v>
                </c:pt>
                <c:pt idx="2473">
                  <c:v>12.365</c:v>
                </c:pt>
                <c:pt idx="2474">
                  <c:v>12.37</c:v>
                </c:pt>
                <c:pt idx="2475">
                  <c:v>12.375</c:v>
                </c:pt>
                <c:pt idx="2476">
                  <c:v>12.38</c:v>
                </c:pt>
                <c:pt idx="2477">
                  <c:v>12.385</c:v>
                </c:pt>
                <c:pt idx="2478">
                  <c:v>12.39</c:v>
                </c:pt>
                <c:pt idx="2479">
                  <c:v>12.395</c:v>
                </c:pt>
                <c:pt idx="2480">
                  <c:v>12.4</c:v>
                </c:pt>
                <c:pt idx="2481">
                  <c:v>12.405</c:v>
                </c:pt>
                <c:pt idx="2482">
                  <c:v>12.41</c:v>
                </c:pt>
                <c:pt idx="2483">
                  <c:v>12.415</c:v>
                </c:pt>
                <c:pt idx="2484">
                  <c:v>12.42</c:v>
                </c:pt>
                <c:pt idx="2485">
                  <c:v>12.425</c:v>
                </c:pt>
                <c:pt idx="2486">
                  <c:v>12.43</c:v>
                </c:pt>
                <c:pt idx="2487">
                  <c:v>12.435</c:v>
                </c:pt>
                <c:pt idx="2488">
                  <c:v>12.44</c:v>
                </c:pt>
                <c:pt idx="2489">
                  <c:v>12.445</c:v>
                </c:pt>
                <c:pt idx="2490">
                  <c:v>12.45</c:v>
                </c:pt>
                <c:pt idx="2491">
                  <c:v>12.455</c:v>
                </c:pt>
                <c:pt idx="2492">
                  <c:v>12.46</c:v>
                </c:pt>
                <c:pt idx="2493">
                  <c:v>12.465</c:v>
                </c:pt>
                <c:pt idx="2494">
                  <c:v>12.47</c:v>
                </c:pt>
                <c:pt idx="2495">
                  <c:v>12.475</c:v>
                </c:pt>
                <c:pt idx="2496">
                  <c:v>12.48</c:v>
                </c:pt>
                <c:pt idx="2497">
                  <c:v>12.485</c:v>
                </c:pt>
                <c:pt idx="2498">
                  <c:v>12.49</c:v>
                </c:pt>
                <c:pt idx="2499">
                  <c:v>12.495</c:v>
                </c:pt>
                <c:pt idx="2500">
                  <c:v>12.5</c:v>
                </c:pt>
                <c:pt idx="2501">
                  <c:v>12.505</c:v>
                </c:pt>
                <c:pt idx="2502">
                  <c:v>12.51</c:v>
                </c:pt>
                <c:pt idx="2503">
                  <c:v>12.515</c:v>
                </c:pt>
                <c:pt idx="2504">
                  <c:v>12.52</c:v>
                </c:pt>
                <c:pt idx="2505">
                  <c:v>12.525</c:v>
                </c:pt>
                <c:pt idx="2506">
                  <c:v>12.53</c:v>
                </c:pt>
                <c:pt idx="2507">
                  <c:v>12.535</c:v>
                </c:pt>
                <c:pt idx="2508">
                  <c:v>12.54</c:v>
                </c:pt>
                <c:pt idx="2509">
                  <c:v>12.545</c:v>
                </c:pt>
                <c:pt idx="2510">
                  <c:v>12.55</c:v>
                </c:pt>
                <c:pt idx="2511">
                  <c:v>12.555</c:v>
                </c:pt>
                <c:pt idx="2512">
                  <c:v>12.56</c:v>
                </c:pt>
                <c:pt idx="2513">
                  <c:v>12.565</c:v>
                </c:pt>
                <c:pt idx="2514">
                  <c:v>12.57</c:v>
                </c:pt>
                <c:pt idx="2515">
                  <c:v>12.575</c:v>
                </c:pt>
                <c:pt idx="2516">
                  <c:v>12.58</c:v>
                </c:pt>
                <c:pt idx="2517">
                  <c:v>12.585</c:v>
                </c:pt>
                <c:pt idx="2518">
                  <c:v>12.59</c:v>
                </c:pt>
                <c:pt idx="2519">
                  <c:v>12.595</c:v>
                </c:pt>
                <c:pt idx="2520">
                  <c:v>12.6</c:v>
                </c:pt>
                <c:pt idx="2521">
                  <c:v>12.605</c:v>
                </c:pt>
                <c:pt idx="2522">
                  <c:v>12.61</c:v>
                </c:pt>
                <c:pt idx="2523">
                  <c:v>12.615</c:v>
                </c:pt>
                <c:pt idx="2524">
                  <c:v>12.62</c:v>
                </c:pt>
                <c:pt idx="2525">
                  <c:v>12.625</c:v>
                </c:pt>
                <c:pt idx="2526">
                  <c:v>12.63</c:v>
                </c:pt>
                <c:pt idx="2527">
                  <c:v>12.635</c:v>
                </c:pt>
                <c:pt idx="2528">
                  <c:v>12.64</c:v>
                </c:pt>
                <c:pt idx="2529">
                  <c:v>12.645</c:v>
                </c:pt>
                <c:pt idx="2530">
                  <c:v>12.65</c:v>
                </c:pt>
                <c:pt idx="2531">
                  <c:v>12.655</c:v>
                </c:pt>
                <c:pt idx="2532">
                  <c:v>12.66</c:v>
                </c:pt>
                <c:pt idx="2533">
                  <c:v>12.665</c:v>
                </c:pt>
                <c:pt idx="2534">
                  <c:v>12.67</c:v>
                </c:pt>
                <c:pt idx="2535">
                  <c:v>12.675</c:v>
                </c:pt>
                <c:pt idx="2536">
                  <c:v>12.68</c:v>
                </c:pt>
                <c:pt idx="2537">
                  <c:v>12.685</c:v>
                </c:pt>
                <c:pt idx="2538">
                  <c:v>12.69</c:v>
                </c:pt>
                <c:pt idx="2539">
                  <c:v>12.695</c:v>
                </c:pt>
                <c:pt idx="2540">
                  <c:v>12.7</c:v>
                </c:pt>
                <c:pt idx="2541">
                  <c:v>12.705</c:v>
                </c:pt>
                <c:pt idx="2542">
                  <c:v>12.71</c:v>
                </c:pt>
                <c:pt idx="2543">
                  <c:v>12.715</c:v>
                </c:pt>
                <c:pt idx="2544">
                  <c:v>12.72</c:v>
                </c:pt>
                <c:pt idx="2545">
                  <c:v>12.725</c:v>
                </c:pt>
                <c:pt idx="2546">
                  <c:v>12.73</c:v>
                </c:pt>
                <c:pt idx="2547">
                  <c:v>12.735</c:v>
                </c:pt>
                <c:pt idx="2548">
                  <c:v>12.74</c:v>
                </c:pt>
                <c:pt idx="2549">
                  <c:v>12.745</c:v>
                </c:pt>
                <c:pt idx="2550">
                  <c:v>12.75</c:v>
                </c:pt>
                <c:pt idx="2551">
                  <c:v>12.755</c:v>
                </c:pt>
                <c:pt idx="2552">
                  <c:v>12.76</c:v>
                </c:pt>
                <c:pt idx="2553">
                  <c:v>12.765</c:v>
                </c:pt>
                <c:pt idx="2554">
                  <c:v>12.77</c:v>
                </c:pt>
                <c:pt idx="2555">
                  <c:v>12.775</c:v>
                </c:pt>
                <c:pt idx="2556">
                  <c:v>12.78</c:v>
                </c:pt>
                <c:pt idx="2557">
                  <c:v>12.785</c:v>
                </c:pt>
                <c:pt idx="2558">
                  <c:v>12.79</c:v>
                </c:pt>
                <c:pt idx="2559">
                  <c:v>12.795</c:v>
                </c:pt>
                <c:pt idx="2560">
                  <c:v>12.8</c:v>
                </c:pt>
                <c:pt idx="2561">
                  <c:v>12.805</c:v>
                </c:pt>
                <c:pt idx="2562">
                  <c:v>12.81</c:v>
                </c:pt>
                <c:pt idx="2563">
                  <c:v>12.815</c:v>
                </c:pt>
                <c:pt idx="2564">
                  <c:v>12.82</c:v>
                </c:pt>
                <c:pt idx="2565">
                  <c:v>12.825</c:v>
                </c:pt>
                <c:pt idx="2566">
                  <c:v>12.83</c:v>
                </c:pt>
                <c:pt idx="2567">
                  <c:v>12.835</c:v>
                </c:pt>
                <c:pt idx="2568">
                  <c:v>12.84</c:v>
                </c:pt>
                <c:pt idx="2569">
                  <c:v>12.845</c:v>
                </c:pt>
                <c:pt idx="2570">
                  <c:v>12.85</c:v>
                </c:pt>
                <c:pt idx="2571">
                  <c:v>12.855</c:v>
                </c:pt>
                <c:pt idx="2572">
                  <c:v>12.86</c:v>
                </c:pt>
                <c:pt idx="2573">
                  <c:v>12.865</c:v>
                </c:pt>
                <c:pt idx="2574">
                  <c:v>12.87</c:v>
                </c:pt>
                <c:pt idx="2575">
                  <c:v>12.875</c:v>
                </c:pt>
                <c:pt idx="2576">
                  <c:v>12.88</c:v>
                </c:pt>
                <c:pt idx="2577">
                  <c:v>12.885</c:v>
                </c:pt>
                <c:pt idx="2578">
                  <c:v>12.89</c:v>
                </c:pt>
                <c:pt idx="2579">
                  <c:v>12.895</c:v>
                </c:pt>
                <c:pt idx="2580">
                  <c:v>12.9</c:v>
                </c:pt>
                <c:pt idx="2581">
                  <c:v>12.905</c:v>
                </c:pt>
                <c:pt idx="2582">
                  <c:v>12.91</c:v>
                </c:pt>
                <c:pt idx="2583">
                  <c:v>12.915</c:v>
                </c:pt>
                <c:pt idx="2584">
                  <c:v>12.92</c:v>
                </c:pt>
                <c:pt idx="2585">
                  <c:v>12.925</c:v>
                </c:pt>
                <c:pt idx="2586">
                  <c:v>12.93</c:v>
                </c:pt>
                <c:pt idx="2587">
                  <c:v>12.935</c:v>
                </c:pt>
                <c:pt idx="2588">
                  <c:v>12.94</c:v>
                </c:pt>
                <c:pt idx="2589">
                  <c:v>12.945</c:v>
                </c:pt>
                <c:pt idx="2590">
                  <c:v>12.95</c:v>
                </c:pt>
                <c:pt idx="2591">
                  <c:v>12.955</c:v>
                </c:pt>
                <c:pt idx="2592">
                  <c:v>12.96</c:v>
                </c:pt>
                <c:pt idx="2593">
                  <c:v>12.965</c:v>
                </c:pt>
                <c:pt idx="2594">
                  <c:v>12.97</c:v>
                </c:pt>
                <c:pt idx="2595">
                  <c:v>12.975</c:v>
                </c:pt>
                <c:pt idx="2596">
                  <c:v>12.98</c:v>
                </c:pt>
                <c:pt idx="2597">
                  <c:v>12.985</c:v>
                </c:pt>
                <c:pt idx="2598">
                  <c:v>12.99</c:v>
                </c:pt>
                <c:pt idx="2599">
                  <c:v>12.995</c:v>
                </c:pt>
                <c:pt idx="2600">
                  <c:v>13</c:v>
                </c:pt>
                <c:pt idx="2601">
                  <c:v>13.005</c:v>
                </c:pt>
                <c:pt idx="2602">
                  <c:v>13.01</c:v>
                </c:pt>
                <c:pt idx="2603">
                  <c:v>13.015</c:v>
                </c:pt>
                <c:pt idx="2604">
                  <c:v>13.02</c:v>
                </c:pt>
                <c:pt idx="2605">
                  <c:v>13.025</c:v>
                </c:pt>
                <c:pt idx="2606">
                  <c:v>13.03</c:v>
                </c:pt>
                <c:pt idx="2607">
                  <c:v>13.035</c:v>
                </c:pt>
                <c:pt idx="2608">
                  <c:v>13.04</c:v>
                </c:pt>
                <c:pt idx="2609">
                  <c:v>13.045</c:v>
                </c:pt>
                <c:pt idx="2610">
                  <c:v>13.05</c:v>
                </c:pt>
                <c:pt idx="2611">
                  <c:v>13.055</c:v>
                </c:pt>
                <c:pt idx="2612">
                  <c:v>13.06</c:v>
                </c:pt>
                <c:pt idx="2613">
                  <c:v>13.065</c:v>
                </c:pt>
                <c:pt idx="2614">
                  <c:v>13.07</c:v>
                </c:pt>
                <c:pt idx="2615">
                  <c:v>13.075</c:v>
                </c:pt>
                <c:pt idx="2616">
                  <c:v>13.08</c:v>
                </c:pt>
                <c:pt idx="2617">
                  <c:v>13.085</c:v>
                </c:pt>
                <c:pt idx="2618">
                  <c:v>13.09</c:v>
                </c:pt>
                <c:pt idx="2619">
                  <c:v>13.095</c:v>
                </c:pt>
                <c:pt idx="2620">
                  <c:v>13.1</c:v>
                </c:pt>
                <c:pt idx="2621">
                  <c:v>13.105</c:v>
                </c:pt>
                <c:pt idx="2622">
                  <c:v>13.11</c:v>
                </c:pt>
                <c:pt idx="2623">
                  <c:v>13.115</c:v>
                </c:pt>
                <c:pt idx="2624">
                  <c:v>13.12</c:v>
                </c:pt>
                <c:pt idx="2625">
                  <c:v>13.125</c:v>
                </c:pt>
                <c:pt idx="2626">
                  <c:v>13.13</c:v>
                </c:pt>
                <c:pt idx="2627">
                  <c:v>13.135</c:v>
                </c:pt>
                <c:pt idx="2628">
                  <c:v>13.14</c:v>
                </c:pt>
                <c:pt idx="2629">
                  <c:v>13.145</c:v>
                </c:pt>
                <c:pt idx="2630">
                  <c:v>13.15</c:v>
                </c:pt>
                <c:pt idx="2631">
                  <c:v>13.155</c:v>
                </c:pt>
                <c:pt idx="2632">
                  <c:v>13.16</c:v>
                </c:pt>
                <c:pt idx="2633">
                  <c:v>13.165</c:v>
                </c:pt>
                <c:pt idx="2634">
                  <c:v>13.17</c:v>
                </c:pt>
                <c:pt idx="2635">
                  <c:v>13.175</c:v>
                </c:pt>
                <c:pt idx="2636">
                  <c:v>13.18</c:v>
                </c:pt>
                <c:pt idx="2637">
                  <c:v>13.185</c:v>
                </c:pt>
                <c:pt idx="2638">
                  <c:v>13.19</c:v>
                </c:pt>
                <c:pt idx="2639">
                  <c:v>13.195</c:v>
                </c:pt>
                <c:pt idx="2640">
                  <c:v>13.2</c:v>
                </c:pt>
                <c:pt idx="2641">
                  <c:v>13.205</c:v>
                </c:pt>
                <c:pt idx="2642">
                  <c:v>13.21</c:v>
                </c:pt>
                <c:pt idx="2643">
                  <c:v>13.215</c:v>
                </c:pt>
                <c:pt idx="2644">
                  <c:v>13.22</c:v>
                </c:pt>
                <c:pt idx="2645">
                  <c:v>13.225</c:v>
                </c:pt>
                <c:pt idx="2646">
                  <c:v>13.23</c:v>
                </c:pt>
                <c:pt idx="2647">
                  <c:v>13.235</c:v>
                </c:pt>
                <c:pt idx="2648">
                  <c:v>13.24</c:v>
                </c:pt>
                <c:pt idx="2649">
                  <c:v>13.245</c:v>
                </c:pt>
                <c:pt idx="2650">
                  <c:v>13.25</c:v>
                </c:pt>
                <c:pt idx="2651">
                  <c:v>13.255</c:v>
                </c:pt>
                <c:pt idx="2652">
                  <c:v>13.26</c:v>
                </c:pt>
                <c:pt idx="2653">
                  <c:v>13.265</c:v>
                </c:pt>
                <c:pt idx="2654">
                  <c:v>13.27</c:v>
                </c:pt>
                <c:pt idx="2655">
                  <c:v>13.275</c:v>
                </c:pt>
                <c:pt idx="2656">
                  <c:v>13.28</c:v>
                </c:pt>
                <c:pt idx="2657">
                  <c:v>13.285</c:v>
                </c:pt>
                <c:pt idx="2658">
                  <c:v>13.29</c:v>
                </c:pt>
                <c:pt idx="2659">
                  <c:v>13.295</c:v>
                </c:pt>
                <c:pt idx="2660">
                  <c:v>13.3</c:v>
                </c:pt>
                <c:pt idx="2661">
                  <c:v>13.305</c:v>
                </c:pt>
                <c:pt idx="2662">
                  <c:v>13.31</c:v>
                </c:pt>
                <c:pt idx="2663">
                  <c:v>13.315</c:v>
                </c:pt>
                <c:pt idx="2664">
                  <c:v>13.32</c:v>
                </c:pt>
                <c:pt idx="2665">
                  <c:v>13.325</c:v>
                </c:pt>
                <c:pt idx="2666">
                  <c:v>13.33</c:v>
                </c:pt>
                <c:pt idx="2667">
                  <c:v>13.335</c:v>
                </c:pt>
                <c:pt idx="2668">
                  <c:v>13.34</c:v>
                </c:pt>
                <c:pt idx="2669">
                  <c:v>13.345</c:v>
                </c:pt>
                <c:pt idx="2670">
                  <c:v>13.35</c:v>
                </c:pt>
                <c:pt idx="2671">
                  <c:v>13.355</c:v>
                </c:pt>
                <c:pt idx="2672">
                  <c:v>13.36</c:v>
                </c:pt>
                <c:pt idx="2673">
                  <c:v>13.365</c:v>
                </c:pt>
                <c:pt idx="2674">
                  <c:v>13.37</c:v>
                </c:pt>
                <c:pt idx="2675">
                  <c:v>13.375</c:v>
                </c:pt>
                <c:pt idx="2676">
                  <c:v>13.38</c:v>
                </c:pt>
                <c:pt idx="2677">
                  <c:v>13.385</c:v>
                </c:pt>
                <c:pt idx="2678">
                  <c:v>13.39</c:v>
                </c:pt>
                <c:pt idx="2679">
                  <c:v>13.395</c:v>
                </c:pt>
                <c:pt idx="2680">
                  <c:v>13.4</c:v>
                </c:pt>
                <c:pt idx="2681">
                  <c:v>13.405</c:v>
                </c:pt>
                <c:pt idx="2682">
                  <c:v>13.41</c:v>
                </c:pt>
                <c:pt idx="2683">
                  <c:v>13.415</c:v>
                </c:pt>
                <c:pt idx="2684">
                  <c:v>13.42</c:v>
                </c:pt>
                <c:pt idx="2685">
                  <c:v>13.425</c:v>
                </c:pt>
                <c:pt idx="2686">
                  <c:v>13.43</c:v>
                </c:pt>
                <c:pt idx="2687">
                  <c:v>13.435</c:v>
                </c:pt>
                <c:pt idx="2688">
                  <c:v>13.44</c:v>
                </c:pt>
                <c:pt idx="2689">
                  <c:v>13.445</c:v>
                </c:pt>
                <c:pt idx="2690">
                  <c:v>13.45</c:v>
                </c:pt>
                <c:pt idx="2691">
                  <c:v>13.455</c:v>
                </c:pt>
                <c:pt idx="2692">
                  <c:v>13.46</c:v>
                </c:pt>
                <c:pt idx="2693">
                  <c:v>13.465</c:v>
                </c:pt>
                <c:pt idx="2694">
                  <c:v>13.47</c:v>
                </c:pt>
                <c:pt idx="2695">
                  <c:v>13.475</c:v>
                </c:pt>
                <c:pt idx="2696">
                  <c:v>13.48</c:v>
                </c:pt>
                <c:pt idx="2697">
                  <c:v>13.485</c:v>
                </c:pt>
                <c:pt idx="2698">
                  <c:v>13.49</c:v>
                </c:pt>
                <c:pt idx="2699">
                  <c:v>13.495</c:v>
                </c:pt>
                <c:pt idx="2700">
                  <c:v>13.5</c:v>
                </c:pt>
                <c:pt idx="2701">
                  <c:v>13.505</c:v>
                </c:pt>
                <c:pt idx="2702">
                  <c:v>13.51</c:v>
                </c:pt>
                <c:pt idx="2703">
                  <c:v>13.515</c:v>
                </c:pt>
                <c:pt idx="2704">
                  <c:v>13.52</c:v>
                </c:pt>
                <c:pt idx="2705">
                  <c:v>13.525</c:v>
                </c:pt>
                <c:pt idx="2706">
                  <c:v>13.53</c:v>
                </c:pt>
                <c:pt idx="2707">
                  <c:v>13.535</c:v>
                </c:pt>
                <c:pt idx="2708">
                  <c:v>13.54</c:v>
                </c:pt>
                <c:pt idx="2709">
                  <c:v>13.545</c:v>
                </c:pt>
                <c:pt idx="2710">
                  <c:v>13.55</c:v>
                </c:pt>
                <c:pt idx="2711">
                  <c:v>13.555</c:v>
                </c:pt>
                <c:pt idx="2712">
                  <c:v>13.56</c:v>
                </c:pt>
                <c:pt idx="2713">
                  <c:v>13.565</c:v>
                </c:pt>
                <c:pt idx="2714">
                  <c:v>13.57</c:v>
                </c:pt>
                <c:pt idx="2715">
                  <c:v>13.575</c:v>
                </c:pt>
                <c:pt idx="2716">
                  <c:v>13.58</c:v>
                </c:pt>
                <c:pt idx="2717">
                  <c:v>13.585</c:v>
                </c:pt>
                <c:pt idx="2718">
                  <c:v>13.59</c:v>
                </c:pt>
                <c:pt idx="2719">
                  <c:v>13.595</c:v>
                </c:pt>
                <c:pt idx="2720">
                  <c:v>13.6</c:v>
                </c:pt>
                <c:pt idx="2721">
                  <c:v>13.605</c:v>
                </c:pt>
                <c:pt idx="2722">
                  <c:v>13.61</c:v>
                </c:pt>
                <c:pt idx="2723">
                  <c:v>13.615</c:v>
                </c:pt>
                <c:pt idx="2724">
                  <c:v>13.62</c:v>
                </c:pt>
                <c:pt idx="2725">
                  <c:v>13.625</c:v>
                </c:pt>
                <c:pt idx="2726">
                  <c:v>13.63</c:v>
                </c:pt>
                <c:pt idx="2727">
                  <c:v>13.635</c:v>
                </c:pt>
                <c:pt idx="2728">
                  <c:v>13.64</c:v>
                </c:pt>
                <c:pt idx="2729">
                  <c:v>13.645</c:v>
                </c:pt>
                <c:pt idx="2730">
                  <c:v>13.65</c:v>
                </c:pt>
                <c:pt idx="2731">
                  <c:v>13.655</c:v>
                </c:pt>
                <c:pt idx="2732">
                  <c:v>13.66</c:v>
                </c:pt>
                <c:pt idx="2733">
                  <c:v>13.665</c:v>
                </c:pt>
                <c:pt idx="2734">
                  <c:v>13.67</c:v>
                </c:pt>
                <c:pt idx="2735">
                  <c:v>13.675</c:v>
                </c:pt>
                <c:pt idx="2736">
                  <c:v>13.68</c:v>
                </c:pt>
                <c:pt idx="2737">
                  <c:v>13.685</c:v>
                </c:pt>
                <c:pt idx="2738">
                  <c:v>13.69</c:v>
                </c:pt>
                <c:pt idx="2739">
                  <c:v>13.695</c:v>
                </c:pt>
                <c:pt idx="2740">
                  <c:v>13.7</c:v>
                </c:pt>
                <c:pt idx="2741">
                  <c:v>13.705</c:v>
                </c:pt>
                <c:pt idx="2742">
                  <c:v>13.71</c:v>
                </c:pt>
                <c:pt idx="2743">
                  <c:v>13.715</c:v>
                </c:pt>
                <c:pt idx="2744">
                  <c:v>13.72</c:v>
                </c:pt>
                <c:pt idx="2745">
                  <c:v>13.725</c:v>
                </c:pt>
                <c:pt idx="2746">
                  <c:v>13.73</c:v>
                </c:pt>
                <c:pt idx="2747">
                  <c:v>13.735</c:v>
                </c:pt>
                <c:pt idx="2748">
                  <c:v>13.74</c:v>
                </c:pt>
                <c:pt idx="2749">
                  <c:v>13.745</c:v>
                </c:pt>
                <c:pt idx="2750">
                  <c:v>13.75</c:v>
                </c:pt>
                <c:pt idx="2751">
                  <c:v>13.755</c:v>
                </c:pt>
                <c:pt idx="2752">
                  <c:v>13.76</c:v>
                </c:pt>
                <c:pt idx="2753">
                  <c:v>13.765</c:v>
                </c:pt>
                <c:pt idx="2754">
                  <c:v>13.77</c:v>
                </c:pt>
                <c:pt idx="2755">
                  <c:v>13.775</c:v>
                </c:pt>
                <c:pt idx="2756">
                  <c:v>13.78</c:v>
                </c:pt>
                <c:pt idx="2757">
                  <c:v>13.785</c:v>
                </c:pt>
                <c:pt idx="2758">
                  <c:v>13.79</c:v>
                </c:pt>
                <c:pt idx="2759">
                  <c:v>13.795</c:v>
                </c:pt>
                <c:pt idx="2760">
                  <c:v>13.8</c:v>
                </c:pt>
                <c:pt idx="2761">
                  <c:v>13.805</c:v>
                </c:pt>
                <c:pt idx="2762">
                  <c:v>13.81</c:v>
                </c:pt>
                <c:pt idx="2763">
                  <c:v>13.815</c:v>
                </c:pt>
                <c:pt idx="2764">
                  <c:v>13.82</c:v>
                </c:pt>
                <c:pt idx="2765">
                  <c:v>13.825</c:v>
                </c:pt>
                <c:pt idx="2766">
                  <c:v>13.83</c:v>
                </c:pt>
                <c:pt idx="2767">
                  <c:v>13.835</c:v>
                </c:pt>
                <c:pt idx="2768">
                  <c:v>13.84</c:v>
                </c:pt>
                <c:pt idx="2769">
                  <c:v>13.845</c:v>
                </c:pt>
                <c:pt idx="2770">
                  <c:v>13.85</c:v>
                </c:pt>
                <c:pt idx="2771">
                  <c:v>13.855</c:v>
                </c:pt>
                <c:pt idx="2772">
                  <c:v>13.86</c:v>
                </c:pt>
                <c:pt idx="2773">
                  <c:v>13.865</c:v>
                </c:pt>
                <c:pt idx="2774">
                  <c:v>13.87</c:v>
                </c:pt>
                <c:pt idx="2775">
                  <c:v>13.875</c:v>
                </c:pt>
                <c:pt idx="2776">
                  <c:v>13.88</c:v>
                </c:pt>
                <c:pt idx="2777">
                  <c:v>13.885</c:v>
                </c:pt>
                <c:pt idx="2778">
                  <c:v>13.89</c:v>
                </c:pt>
                <c:pt idx="2779">
                  <c:v>13.895</c:v>
                </c:pt>
                <c:pt idx="2780">
                  <c:v>13.9</c:v>
                </c:pt>
                <c:pt idx="2781">
                  <c:v>13.905</c:v>
                </c:pt>
                <c:pt idx="2782">
                  <c:v>13.91</c:v>
                </c:pt>
                <c:pt idx="2783">
                  <c:v>13.915</c:v>
                </c:pt>
                <c:pt idx="2784">
                  <c:v>13.92</c:v>
                </c:pt>
                <c:pt idx="2785">
                  <c:v>13.925</c:v>
                </c:pt>
                <c:pt idx="2786">
                  <c:v>13.93</c:v>
                </c:pt>
                <c:pt idx="2787">
                  <c:v>13.935</c:v>
                </c:pt>
                <c:pt idx="2788">
                  <c:v>13.94</c:v>
                </c:pt>
                <c:pt idx="2789">
                  <c:v>13.945</c:v>
                </c:pt>
                <c:pt idx="2790">
                  <c:v>13.95</c:v>
                </c:pt>
                <c:pt idx="2791">
                  <c:v>13.955</c:v>
                </c:pt>
                <c:pt idx="2792">
                  <c:v>13.96</c:v>
                </c:pt>
                <c:pt idx="2793">
                  <c:v>13.965</c:v>
                </c:pt>
                <c:pt idx="2794">
                  <c:v>13.97</c:v>
                </c:pt>
                <c:pt idx="2795">
                  <c:v>13.975</c:v>
                </c:pt>
                <c:pt idx="2796">
                  <c:v>13.98</c:v>
                </c:pt>
                <c:pt idx="2797">
                  <c:v>13.985</c:v>
                </c:pt>
                <c:pt idx="2798">
                  <c:v>13.99</c:v>
                </c:pt>
                <c:pt idx="2799">
                  <c:v>13.995</c:v>
                </c:pt>
                <c:pt idx="2800">
                  <c:v>14</c:v>
                </c:pt>
                <c:pt idx="2801">
                  <c:v>14.005</c:v>
                </c:pt>
                <c:pt idx="2802">
                  <c:v>14.01</c:v>
                </c:pt>
                <c:pt idx="2803">
                  <c:v>14.015</c:v>
                </c:pt>
                <c:pt idx="2804">
                  <c:v>14.02</c:v>
                </c:pt>
                <c:pt idx="2805">
                  <c:v>14.025</c:v>
                </c:pt>
                <c:pt idx="2806">
                  <c:v>14.03</c:v>
                </c:pt>
                <c:pt idx="2807">
                  <c:v>14.035</c:v>
                </c:pt>
                <c:pt idx="2808">
                  <c:v>14.04</c:v>
                </c:pt>
                <c:pt idx="2809">
                  <c:v>14.045</c:v>
                </c:pt>
                <c:pt idx="2810">
                  <c:v>14.05</c:v>
                </c:pt>
                <c:pt idx="2811">
                  <c:v>14.055</c:v>
                </c:pt>
                <c:pt idx="2812">
                  <c:v>14.06</c:v>
                </c:pt>
                <c:pt idx="2813">
                  <c:v>14.065</c:v>
                </c:pt>
                <c:pt idx="2814">
                  <c:v>14.07</c:v>
                </c:pt>
                <c:pt idx="2815">
                  <c:v>14.075</c:v>
                </c:pt>
                <c:pt idx="2816">
                  <c:v>14.08</c:v>
                </c:pt>
                <c:pt idx="2817">
                  <c:v>14.085</c:v>
                </c:pt>
                <c:pt idx="2818">
                  <c:v>14.09</c:v>
                </c:pt>
                <c:pt idx="2819">
                  <c:v>14.095</c:v>
                </c:pt>
                <c:pt idx="2820">
                  <c:v>14.1</c:v>
                </c:pt>
                <c:pt idx="2821">
                  <c:v>14.105</c:v>
                </c:pt>
                <c:pt idx="2822">
                  <c:v>14.11</c:v>
                </c:pt>
                <c:pt idx="2823">
                  <c:v>14.115</c:v>
                </c:pt>
                <c:pt idx="2824">
                  <c:v>14.12</c:v>
                </c:pt>
                <c:pt idx="2825">
                  <c:v>14.125</c:v>
                </c:pt>
                <c:pt idx="2826">
                  <c:v>14.13</c:v>
                </c:pt>
                <c:pt idx="2827">
                  <c:v>14.135</c:v>
                </c:pt>
                <c:pt idx="2828">
                  <c:v>14.14</c:v>
                </c:pt>
                <c:pt idx="2829">
                  <c:v>14.145</c:v>
                </c:pt>
                <c:pt idx="2830">
                  <c:v>14.15</c:v>
                </c:pt>
                <c:pt idx="2831">
                  <c:v>14.155</c:v>
                </c:pt>
                <c:pt idx="2832">
                  <c:v>14.16</c:v>
                </c:pt>
                <c:pt idx="2833">
                  <c:v>14.165</c:v>
                </c:pt>
                <c:pt idx="2834">
                  <c:v>14.17</c:v>
                </c:pt>
                <c:pt idx="2835">
                  <c:v>14.175</c:v>
                </c:pt>
                <c:pt idx="2836">
                  <c:v>14.18</c:v>
                </c:pt>
                <c:pt idx="2837">
                  <c:v>14.185</c:v>
                </c:pt>
                <c:pt idx="2838">
                  <c:v>14.19</c:v>
                </c:pt>
                <c:pt idx="2839">
                  <c:v>14.195</c:v>
                </c:pt>
                <c:pt idx="2840">
                  <c:v>14.2</c:v>
                </c:pt>
                <c:pt idx="2841">
                  <c:v>14.205</c:v>
                </c:pt>
                <c:pt idx="2842">
                  <c:v>14.21</c:v>
                </c:pt>
                <c:pt idx="2843">
                  <c:v>14.215</c:v>
                </c:pt>
                <c:pt idx="2844">
                  <c:v>14.22</c:v>
                </c:pt>
                <c:pt idx="2845">
                  <c:v>14.225</c:v>
                </c:pt>
                <c:pt idx="2846">
                  <c:v>14.23</c:v>
                </c:pt>
                <c:pt idx="2847">
                  <c:v>14.235</c:v>
                </c:pt>
                <c:pt idx="2848">
                  <c:v>14.24</c:v>
                </c:pt>
                <c:pt idx="2849">
                  <c:v>14.245</c:v>
                </c:pt>
                <c:pt idx="2850">
                  <c:v>14.25</c:v>
                </c:pt>
                <c:pt idx="2851">
                  <c:v>14.255</c:v>
                </c:pt>
                <c:pt idx="2852">
                  <c:v>14.26</c:v>
                </c:pt>
                <c:pt idx="2853">
                  <c:v>14.265</c:v>
                </c:pt>
                <c:pt idx="2854">
                  <c:v>14.27</c:v>
                </c:pt>
                <c:pt idx="2855">
                  <c:v>14.275</c:v>
                </c:pt>
                <c:pt idx="2856">
                  <c:v>14.28</c:v>
                </c:pt>
                <c:pt idx="2857">
                  <c:v>14.285</c:v>
                </c:pt>
                <c:pt idx="2858">
                  <c:v>14.29</c:v>
                </c:pt>
                <c:pt idx="2859">
                  <c:v>14.295</c:v>
                </c:pt>
                <c:pt idx="2860">
                  <c:v>14.3</c:v>
                </c:pt>
                <c:pt idx="2861">
                  <c:v>14.305</c:v>
                </c:pt>
                <c:pt idx="2862">
                  <c:v>14.31</c:v>
                </c:pt>
                <c:pt idx="2863">
                  <c:v>14.315</c:v>
                </c:pt>
                <c:pt idx="2864">
                  <c:v>14.32</c:v>
                </c:pt>
                <c:pt idx="2865">
                  <c:v>14.325</c:v>
                </c:pt>
                <c:pt idx="2866">
                  <c:v>14.33</c:v>
                </c:pt>
                <c:pt idx="2867">
                  <c:v>14.335</c:v>
                </c:pt>
                <c:pt idx="2868">
                  <c:v>14.34</c:v>
                </c:pt>
                <c:pt idx="2869">
                  <c:v>14.345</c:v>
                </c:pt>
                <c:pt idx="2870">
                  <c:v>14.35</c:v>
                </c:pt>
                <c:pt idx="2871">
                  <c:v>14.355</c:v>
                </c:pt>
                <c:pt idx="2872">
                  <c:v>14.36</c:v>
                </c:pt>
                <c:pt idx="2873">
                  <c:v>14.365</c:v>
                </c:pt>
                <c:pt idx="2874">
                  <c:v>14.37</c:v>
                </c:pt>
                <c:pt idx="2875">
                  <c:v>14.375</c:v>
                </c:pt>
                <c:pt idx="2876">
                  <c:v>14.38</c:v>
                </c:pt>
                <c:pt idx="2877">
                  <c:v>14.385</c:v>
                </c:pt>
                <c:pt idx="2878">
                  <c:v>14.39</c:v>
                </c:pt>
                <c:pt idx="2879">
                  <c:v>14.395</c:v>
                </c:pt>
                <c:pt idx="2880">
                  <c:v>14.4</c:v>
                </c:pt>
                <c:pt idx="2881">
                  <c:v>14.405</c:v>
                </c:pt>
                <c:pt idx="2882">
                  <c:v>14.41</c:v>
                </c:pt>
                <c:pt idx="2883">
                  <c:v>14.415</c:v>
                </c:pt>
                <c:pt idx="2884">
                  <c:v>14.42</c:v>
                </c:pt>
                <c:pt idx="2885">
                  <c:v>14.425</c:v>
                </c:pt>
                <c:pt idx="2886">
                  <c:v>14.43</c:v>
                </c:pt>
                <c:pt idx="2887">
                  <c:v>14.435</c:v>
                </c:pt>
                <c:pt idx="2888">
                  <c:v>14.44</c:v>
                </c:pt>
                <c:pt idx="2889">
                  <c:v>14.445</c:v>
                </c:pt>
                <c:pt idx="2890">
                  <c:v>14.45</c:v>
                </c:pt>
                <c:pt idx="2891">
                  <c:v>14.455</c:v>
                </c:pt>
                <c:pt idx="2892">
                  <c:v>14.46</c:v>
                </c:pt>
                <c:pt idx="2893">
                  <c:v>14.465</c:v>
                </c:pt>
                <c:pt idx="2894">
                  <c:v>14.47</c:v>
                </c:pt>
                <c:pt idx="2895">
                  <c:v>14.475</c:v>
                </c:pt>
                <c:pt idx="2896">
                  <c:v>14.48</c:v>
                </c:pt>
                <c:pt idx="2897">
                  <c:v>14.485</c:v>
                </c:pt>
                <c:pt idx="2898">
                  <c:v>14.49</c:v>
                </c:pt>
                <c:pt idx="2899">
                  <c:v>14.495</c:v>
                </c:pt>
                <c:pt idx="2900">
                  <c:v>14.5</c:v>
                </c:pt>
                <c:pt idx="2901">
                  <c:v>14.505</c:v>
                </c:pt>
                <c:pt idx="2902">
                  <c:v>14.51</c:v>
                </c:pt>
                <c:pt idx="2903">
                  <c:v>14.515</c:v>
                </c:pt>
                <c:pt idx="2904">
                  <c:v>14.52</c:v>
                </c:pt>
                <c:pt idx="2905">
                  <c:v>14.525</c:v>
                </c:pt>
                <c:pt idx="2906">
                  <c:v>14.53</c:v>
                </c:pt>
                <c:pt idx="2907">
                  <c:v>14.535</c:v>
                </c:pt>
                <c:pt idx="2908">
                  <c:v>14.54</c:v>
                </c:pt>
                <c:pt idx="2909">
                  <c:v>14.545</c:v>
                </c:pt>
                <c:pt idx="2910">
                  <c:v>14.55</c:v>
                </c:pt>
                <c:pt idx="2911">
                  <c:v>14.555</c:v>
                </c:pt>
                <c:pt idx="2912">
                  <c:v>14.56</c:v>
                </c:pt>
                <c:pt idx="2913">
                  <c:v>14.565</c:v>
                </c:pt>
                <c:pt idx="2914">
                  <c:v>14.57</c:v>
                </c:pt>
                <c:pt idx="2915">
                  <c:v>14.575</c:v>
                </c:pt>
                <c:pt idx="2916">
                  <c:v>14.58</c:v>
                </c:pt>
                <c:pt idx="2917">
                  <c:v>14.585</c:v>
                </c:pt>
                <c:pt idx="2918">
                  <c:v>14.59</c:v>
                </c:pt>
                <c:pt idx="2919">
                  <c:v>14.595</c:v>
                </c:pt>
                <c:pt idx="2920">
                  <c:v>14.6</c:v>
                </c:pt>
                <c:pt idx="2921">
                  <c:v>14.605</c:v>
                </c:pt>
                <c:pt idx="2922">
                  <c:v>14.61</c:v>
                </c:pt>
                <c:pt idx="2923">
                  <c:v>14.615</c:v>
                </c:pt>
                <c:pt idx="2924">
                  <c:v>14.62</c:v>
                </c:pt>
                <c:pt idx="2925">
                  <c:v>14.625</c:v>
                </c:pt>
                <c:pt idx="2926">
                  <c:v>14.63</c:v>
                </c:pt>
                <c:pt idx="2927">
                  <c:v>14.635</c:v>
                </c:pt>
                <c:pt idx="2928">
                  <c:v>14.64</c:v>
                </c:pt>
                <c:pt idx="2929">
                  <c:v>14.645</c:v>
                </c:pt>
                <c:pt idx="2930">
                  <c:v>14.65</c:v>
                </c:pt>
                <c:pt idx="2931">
                  <c:v>14.655</c:v>
                </c:pt>
                <c:pt idx="2932">
                  <c:v>14.66</c:v>
                </c:pt>
                <c:pt idx="2933">
                  <c:v>14.665</c:v>
                </c:pt>
                <c:pt idx="2934">
                  <c:v>14.67</c:v>
                </c:pt>
                <c:pt idx="2935">
                  <c:v>14.675</c:v>
                </c:pt>
                <c:pt idx="2936">
                  <c:v>14.68</c:v>
                </c:pt>
                <c:pt idx="2937">
                  <c:v>14.685</c:v>
                </c:pt>
                <c:pt idx="2938">
                  <c:v>14.69</c:v>
                </c:pt>
                <c:pt idx="2939">
                  <c:v>14.695</c:v>
                </c:pt>
                <c:pt idx="2940">
                  <c:v>14.7</c:v>
                </c:pt>
                <c:pt idx="2941">
                  <c:v>14.705</c:v>
                </c:pt>
                <c:pt idx="2942">
                  <c:v>14.71</c:v>
                </c:pt>
                <c:pt idx="2943">
                  <c:v>14.715</c:v>
                </c:pt>
                <c:pt idx="2944">
                  <c:v>14.72</c:v>
                </c:pt>
                <c:pt idx="2945">
                  <c:v>14.725</c:v>
                </c:pt>
                <c:pt idx="2946">
                  <c:v>14.73</c:v>
                </c:pt>
                <c:pt idx="2947">
                  <c:v>14.735</c:v>
                </c:pt>
                <c:pt idx="2948">
                  <c:v>14.74</c:v>
                </c:pt>
                <c:pt idx="2949">
                  <c:v>14.745</c:v>
                </c:pt>
                <c:pt idx="2950">
                  <c:v>14.75</c:v>
                </c:pt>
                <c:pt idx="2951">
                  <c:v>14.755</c:v>
                </c:pt>
                <c:pt idx="2952">
                  <c:v>14.76</c:v>
                </c:pt>
                <c:pt idx="2953">
                  <c:v>14.765</c:v>
                </c:pt>
                <c:pt idx="2954">
                  <c:v>14.77</c:v>
                </c:pt>
                <c:pt idx="2955">
                  <c:v>14.775</c:v>
                </c:pt>
                <c:pt idx="2956">
                  <c:v>14.78</c:v>
                </c:pt>
                <c:pt idx="2957">
                  <c:v>14.785</c:v>
                </c:pt>
                <c:pt idx="2958">
                  <c:v>14.79</c:v>
                </c:pt>
                <c:pt idx="2959">
                  <c:v>14.795</c:v>
                </c:pt>
                <c:pt idx="2960">
                  <c:v>14.8</c:v>
                </c:pt>
                <c:pt idx="2961">
                  <c:v>14.805</c:v>
                </c:pt>
                <c:pt idx="2962">
                  <c:v>14.81</c:v>
                </c:pt>
                <c:pt idx="2963">
                  <c:v>14.815</c:v>
                </c:pt>
                <c:pt idx="2964">
                  <c:v>14.82</c:v>
                </c:pt>
                <c:pt idx="2965">
                  <c:v>14.825</c:v>
                </c:pt>
                <c:pt idx="2966">
                  <c:v>14.83</c:v>
                </c:pt>
                <c:pt idx="2967">
                  <c:v>14.835</c:v>
                </c:pt>
                <c:pt idx="2968">
                  <c:v>14.84</c:v>
                </c:pt>
                <c:pt idx="2969">
                  <c:v>14.845</c:v>
                </c:pt>
                <c:pt idx="2970">
                  <c:v>14.85</c:v>
                </c:pt>
                <c:pt idx="2971">
                  <c:v>14.855</c:v>
                </c:pt>
                <c:pt idx="2972">
                  <c:v>14.86</c:v>
                </c:pt>
                <c:pt idx="2973">
                  <c:v>14.865</c:v>
                </c:pt>
                <c:pt idx="2974">
                  <c:v>14.87</c:v>
                </c:pt>
                <c:pt idx="2975">
                  <c:v>14.875</c:v>
                </c:pt>
                <c:pt idx="2976">
                  <c:v>14.88</c:v>
                </c:pt>
                <c:pt idx="2977">
                  <c:v>14.885</c:v>
                </c:pt>
                <c:pt idx="2978">
                  <c:v>14.89</c:v>
                </c:pt>
                <c:pt idx="2979">
                  <c:v>14.895</c:v>
                </c:pt>
                <c:pt idx="2980">
                  <c:v>14.9</c:v>
                </c:pt>
                <c:pt idx="2981">
                  <c:v>14.905</c:v>
                </c:pt>
                <c:pt idx="2982">
                  <c:v>14.91</c:v>
                </c:pt>
                <c:pt idx="2983">
                  <c:v>14.915</c:v>
                </c:pt>
                <c:pt idx="2984">
                  <c:v>14.92</c:v>
                </c:pt>
                <c:pt idx="2985">
                  <c:v>14.925</c:v>
                </c:pt>
                <c:pt idx="2986">
                  <c:v>14.93</c:v>
                </c:pt>
                <c:pt idx="2987">
                  <c:v>14.935</c:v>
                </c:pt>
                <c:pt idx="2988">
                  <c:v>14.94</c:v>
                </c:pt>
                <c:pt idx="2989">
                  <c:v>14.945</c:v>
                </c:pt>
                <c:pt idx="2990">
                  <c:v>14.95</c:v>
                </c:pt>
                <c:pt idx="2991">
                  <c:v>14.955</c:v>
                </c:pt>
                <c:pt idx="2992">
                  <c:v>14.96</c:v>
                </c:pt>
                <c:pt idx="2993">
                  <c:v>14.965</c:v>
                </c:pt>
                <c:pt idx="2994">
                  <c:v>14.97</c:v>
                </c:pt>
                <c:pt idx="2995">
                  <c:v>14.975</c:v>
                </c:pt>
                <c:pt idx="2996">
                  <c:v>14.98</c:v>
                </c:pt>
                <c:pt idx="2997">
                  <c:v>14.985</c:v>
                </c:pt>
                <c:pt idx="2998">
                  <c:v>14.99</c:v>
                </c:pt>
                <c:pt idx="2999">
                  <c:v>14.995</c:v>
                </c:pt>
                <c:pt idx="3000">
                  <c:v>15</c:v>
                </c:pt>
                <c:pt idx="3001">
                  <c:v>15.005</c:v>
                </c:pt>
                <c:pt idx="3002">
                  <c:v>15.01</c:v>
                </c:pt>
                <c:pt idx="3003">
                  <c:v>15.015</c:v>
                </c:pt>
                <c:pt idx="3004">
                  <c:v>15.02</c:v>
                </c:pt>
                <c:pt idx="3005">
                  <c:v>15.025</c:v>
                </c:pt>
                <c:pt idx="3006">
                  <c:v>15.03</c:v>
                </c:pt>
                <c:pt idx="3007">
                  <c:v>15.035</c:v>
                </c:pt>
                <c:pt idx="3008">
                  <c:v>15.04</c:v>
                </c:pt>
                <c:pt idx="3009">
                  <c:v>15.045</c:v>
                </c:pt>
                <c:pt idx="3010">
                  <c:v>15.05</c:v>
                </c:pt>
                <c:pt idx="3011">
                  <c:v>15.055</c:v>
                </c:pt>
                <c:pt idx="3012">
                  <c:v>15.06</c:v>
                </c:pt>
                <c:pt idx="3013">
                  <c:v>15.065</c:v>
                </c:pt>
                <c:pt idx="3014">
                  <c:v>15.07</c:v>
                </c:pt>
                <c:pt idx="3015">
                  <c:v>15.075</c:v>
                </c:pt>
                <c:pt idx="3016">
                  <c:v>15.08</c:v>
                </c:pt>
                <c:pt idx="3017">
                  <c:v>15.085</c:v>
                </c:pt>
                <c:pt idx="3018">
                  <c:v>15.09</c:v>
                </c:pt>
                <c:pt idx="3019">
                  <c:v>15.095</c:v>
                </c:pt>
                <c:pt idx="3020">
                  <c:v>15.1</c:v>
                </c:pt>
                <c:pt idx="3021">
                  <c:v>15.105</c:v>
                </c:pt>
                <c:pt idx="3022">
                  <c:v>15.11</c:v>
                </c:pt>
                <c:pt idx="3023">
                  <c:v>15.115</c:v>
                </c:pt>
                <c:pt idx="3024">
                  <c:v>15.12</c:v>
                </c:pt>
                <c:pt idx="3025">
                  <c:v>15.125</c:v>
                </c:pt>
                <c:pt idx="3026">
                  <c:v>15.13</c:v>
                </c:pt>
                <c:pt idx="3027">
                  <c:v>15.135</c:v>
                </c:pt>
                <c:pt idx="3028">
                  <c:v>15.14</c:v>
                </c:pt>
                <c:pt idx="3029">
                  <c:v>15.145</c:v>
                </c:pt>
                <c:pt idx="3030">
                  <c:v>15.15</c:v>
                </c:pt>
                <c:pt idx="3031">
                  <c:v>15.155</c:v>
                </c:pt>
                <c:pt idx="3032">
                  <c:v>15.16</c:v>
                </c:pt>
                <c:pt idx="3033">
                  <c:v>15.165</c:v>
                </c:pt>
                <c:pt idx="3034">
                  <c:v>15.17</c:v>
                </c:pt>
                <c:pt idx="3035">
                  <c:v>15.175</c:v>
                </c:pt>
                <c:pt idx="3036">
                  <c:v>15.18</c:v>
                </c:pt>
                <c:pt idx="3037">
                  <c:v>15.185</c:v>
                </c:pt>
                <c:pt idx="3038">
                  <c:v>15.19</c:v>
                </c:pt>
                <c:pt idx="3039">
                  <c:v>15.195</c:v>
                </c:pt>
                <c:pt idx="3040">
                  <c:v>15.2</c:v>
                </c:pt>
                <c:pt idx="3041">
                  <c:v>15.205</c:v>
                </c:pt>
                <c:pt idx="3042">
                  <c:v>15.21</c:v>
                </c:pt>
                <c:pt idx="3043">
                  <c:v>15.215</c:v>
                </c:pt>
                <c:pt idx="3044">
                  <c:v>15.22</c:v>
                </c:pt>
                <c:pt idx="3045">
                  <c:v>15.225</c:v>
                </c:pt>
                <c:pt idx="3046">
                  <c:v>15.23</c:v>
                </c:pt>
                <c:pt idx="3047">
                  <c:v>15.235</c:v>
                </c:pt>
                <c:pt idx="3048">
                  <c:v>15.24</c:v>
                </c:pt>
                <c:pt idx="3049">
                  <c:v>15.245</c:v>
                </c:pt>
                <c:pt idx="3050">
                  <c:v>15.25</c:v>
                </c:pt>
                <c:pt idx="3051">
                  <c:v>15.255</c:v>
                </c:pt>
                <c:pt idx="3052">
                  <c:v>15.26</c:v>
                </c:pt>
                <c:pt idx="3053">
                  <c:v>15.265</c:v>
                </c:pt>
                <c:pt idx="3054">
                  <c:v>15.27</c:v>
                </c:pt>
                <c:pt idx="3055">
                  <c:v>15.275</c:v>
                </c:pt>
                <c:pt idx="3056">
                  <c:v>15.28</c:v>
                </c:pt>
                <c:pt idx="3057">
                  <c:v>15.285</c:v>
                </c:pt>
                <c:pt idx="3058">
                  <c:v>15.29</c:v>
                </c:pt>
                <c:pt idx="3059">
                  <c:v>15.295</c:v>
                </c:pt>
                <c:pt idx="3060">
                  <c:v>15.3</c:v>
                </c:pt>
                <c:pt idx="3061">
                  <c:v>15.305</c:v>
                </c:pt>
                <c:pt idx="3062">
                  <c:v>15.31</c:v>
                </c:pt>
                <c:pt idx="3063">
                  <c:v>15.315</c:v>
                </c:pt>
                <c:pt idx="3064">
                  <c:v>15.32</c:v>
                </c:pt>
                <c:pt idx="3065">
                  <c:v>15.325</c:v>
                </c:pt>
                <c:pt idx="3066">
                  <c:v>15.33</c:v>
                </c:pt>
                <c:pt idx="3067">
                  <c:v>15.335</c:v>
                </c:pt>
                <c:pt idx="3068">
                  <c:v>15.34</c:v>
                </c:pt>
                <c:pt idx="3069">
                  <c:v>15.345</c:v>
                </c:pt>
                <c:pt idx="3070">
                  <c:v>15.35</c:v>
                </c:pt>
                <c:pt idx="3071">
                  <c:v>15.355</c:v>
                </c:pt>
                <c:pt idx="3072">
                  <c:v>15.36</c:v>
                </c:pt>
                <c:pt idx="3073">
                  <c:v>15.365</c:v>
                </c:pt>
                <c:pt idx="3074">
                  <c:v>15.37</c:v>
                </c:pt>
                <c:pt idx="3075">
                  <c:v>15.375</c:v>
                </c:pt>
                <c:pt idx="3076">
                  <c:v>15.38</c:v>
                </c:pt>
                <c:pt idx="3077">
                  <c:v>15.385</c:v>
                </c:pt>
                <c:pt idx="3078">
                  <c:v>15.39</c:v>
                </c:pt>
                <c:pt idx="3079">
                  <c:v>15.395</c:v>
                </c:pt>
                <c:pt idx="3080">
                  <c:v>15.4</c:v>
                </c:pt>
                <c:pt idx="3081">
                  <c:v>15.405</c:v>
                </c:pt>
                <c:pt idx="3082">
                  <c:v>15.41</c:v>
                </c:pt>
                <c:pt idx="3083">
                  <c:v>15.415</c:v>
                </c:pt>
                <c:pt idx="3084">
                  <c:v>15.42</c:v>
                </c:pt>
                <c:pt idx="3085">
                  <c:v>15.425</c:v>
                </c:pt>
                <c:pt idx="3086">
                  <c:v>15.43</c:v>
                </c:pt>
                <c:pt idx="3087">
                  <c:v>15.435</c:v>
                </c:pt>
                <c:pt idx="3088">
                  <c:v>15.44</c:v>
                </c:pt>
                <c:pt idx="3089">
                  <c:v>15.445</c:v>
                </c:pt>
                <c:pt idx="3090">
                  <c:v>15.45</c:v>
                </c:pt>
                <c:pt idx="3091">
                  <c:v>15.455</c:v>
                </c:pt>
                <c:pt idx="3092">
                  <c:v>15.46</c:v>
                </c:pt>
                <c:pt idx="3093">
                  <c:v>15.465</c:v>
                </c:pt>
                <c:pt idx="3094">
                  <c:v>15.47</c:v>
                </c:pt>
                <c:pt idx="3095">
                  <c:v>15.475</c:v>
                </c:pt>
                <c:pt idx="3096">
                  <c:v>15.48</c:v>
                </c:pt>
                <c:pt idx="3097">
                  <c:v>15.485</c:v>
                </c:pt>
                <c:pt idx="3098">
                  <c:v>15.49</c:v>
                </c:pt>
                <c:pt idx="3099">
                  <c:v>15.495</c:v>
                </c:pt>
                <c:pt idx="3100">
                  <c:v>15.5</c:v>
                </c:pt>
                <c:pt idx="3101">
                  <c:v>15.505</c:v>
                </c:pt>
                <c:pt idx="3102">
                  <c:v>15.51</c:v>
                </c:pt>
                <c:pt idx="3103">
                  <c:v>15.515</c:v>
                </c:pt>
                <c:pt idx="3104">
                  <c:v>15.52</c:v>
                </c:pt>
                <c:pt idx="3105">
                  <c:v>15.525</c:v>
                </c:pt>
                <c:pt idx="3106">
                  <c:v>15.53</c:v>
                </c:pt>
                <c:pt idx="3107">
                  <c:v>15.535</c:v>
                </c:pt>
                <c:pt idx="3108">
                  <c:v>15.54</c:v>
                </c:pt>
                <c:pt idx="3109">
                  <c:v>15.545</c:v>
                </c:pt>
                <c:pt idx="3110">
                  <c:v>15.55</c:v>
                </c:pt>
                <c:pt idx="3111">
                  <c:v>15.555</c:v>
                </c:pt>
                <c:pt idx="3112">
                  <c:v>15.56</c:v>
                </c:pt>
                <c:pt idx="3113">
                  <c:v>15.565</c:v>
                </c:pt>
                <c:pt idx="3114">
                  <c:v>15.57</c:v>
                </c:pt>
                <c:pt idx="3115">
                  <c:v>15.575</c:v>
                </c:pt>
                <c:pt idx="3116">
                  <c:v>15.58</c:v>
                </c:pt>
                <c:pt idx="3117">
                  <c:v>15.585</c:v>
                </c:pt>
                <c:pt idx="3118">
                  <c:v>15.59</c:v>
                </c:pt>
                <c:pt idx="3119">
                  <c:v>15.595</c:v>
                </c:pt>
                <c:pt idx="3120">
                  <c:v>15.6</c:v>
                </c:pt>
                <c:pt idx="3121">
                  <c:v>15.605</c:v>
                </c:pt>
                <c:pt idx="3122">
                  <c:v>15.61</c:v>
                </c:pt>
                <c:pt idx="3123">
                  <c:v>15.615</c:v>
                </c:pt>
                <c:pt idx="3124">
                  <c:v>15.62</c:v>
                </c:pt>
                <c:pt idx="3125">
                  <c:v>15.625</c:v>
                </c:pt>
                <c:pt idx="3126">
                  <c:v>15.63</c:v>
                </c:pt>
                <c:pt idx="3127">
                  <c:v>15.635</c:v>
                </c:pt>
                <c:pt idx="3128">
                  <c:v>15.64</c:v>
                </c:pt>
                <c:pt idx="3129">
                  <c:v>15.645</c:v>
                </c:pt>
                <c:pt idx="3130">
                  <c:v>15.65</c:v>
                </c:pt>
                <c:pt idx="3131">
                  <c:v>15.655</c:v>
                </c:pt>
                <c:pt idx="3132">
                  <c:v>15.66</c:v>
                </c:pt>
                <c:pt idx="3133">
                  <c:v>15.665</c:v>
                </c:pt>
                <c:pt idx="3134">
                  <c:v>15.67</c:v>
                </c:pt>
                <c:pt idx="3135">
                  <c:v>15.675</c:v>
                </c:pt>
                <c:pt idx="3136">
                  <c:v>15.68</c:v>
                </c:pt>
                <c:pt idx="3137">
                  <c:v>15.685</c:v>
                </c:pt>
                <c:pt idx="3138">
                  <c:v>15.69</c:v>
                </c:pt>
                <c:pt idx="3139">
                  <c:v>15.695</c:v>
                </c:pt>
                <c:pt idx="3140">
                  <c:v>15.7</c:v>
                </c:pt>
                <c:pt idx="3141">
                  <c:v>15.705</c:v>
                </c:pt>
                <c:pt idx="3142">
                  <c:v>15.71</c:v>
                </c:pt>
                <c:pt idx="3143">
                  <c:v>15.715</c:v>
                </c:pt>
                <c:pt idx="3144">
                  <c:v>15.72</c:v>
                </c:pt>
                <c:pt idx="3145">
                  <c:v>15.725</c:v>
                </c:pt>
                <c:pt idx="3146">
                  <c:v>15.73</c:v>
                </c:pt>
                <c:pt idx="3147">
                  <c:v>15.735</c:v>
                </c:pt>
                <c:pt idx="3148">
                  <c:v>15.74</c:v>
                </c:pt>
                <c:pt idx="3149">
                  <c:v>15.745</c:v>
                </c:pt>
                <c:pt idx="3150">
                  <c:v>15.75</c:v>
                </c:pt>
                <c:pt idx="3151">
                  <c:v>15.755</c:v>
                </c:pt>
                <c:pt idx="3152">
                  <c:v>15.76</c:v>
                </c:pt>
                <c:pt idx="3153">
                  <c:v>15.765</c:v>
                </c:pt>
                <c:pt idx="3154">
                  <c:v>15.77</c:v>
                </c:pt>
                <c:pt idx="3155">
                  <c:v>15.775</c:v>
                </c:pt>
                <c:pt idx="3156">
                  <c:v>15.78</c:v>
                </c:pt>
                <c:pt idx="3157">
                  <c:v>15.785</c:v>
                </c:pt>
                <c:pt idx="3158">
                  <c:v>15.79</c:v>
                </c:pt>
                <c:pt idx="3159">
                  <c:v>15.795</c:v>
                </c:pt>
                <c:pt idx="3160">
                  <c:v>15.8</c:v>
                </c:pt>
                <c:pt idx="3161">
                  <c:v>15.805</c:v>
                </c:pt>
                <c:pt idx="3162">
                  <c:v>15.81</c:v>
                </c:pt>
                <c:pt idx="3163">
                  <c:v>15.815</c:v>
                </c:pt>
                <c:pt idx="3164">
                  <c:v>15.82</c:v>
                </c:pt>
                <c:pt idx="3165">
                  <c:v>15.825</c:v>
                </c:pt>
                <c:pt idx="3166">
                  <c:v>15.83</c:v>
                </c:pt>
                <c:pt idx="3167">
                  <c:v>15.835</c:v>
                </c:pt>
                <c:pt idx="3168">
                  <c:v>15.84</c:v>
                </c:pt>
                <c:pt idx="3169">
                  <c:v>15.845</c:v>
                </c:pt>
                <c:pt idx="3170">
                  <c:v>15.85</c:v>
                </c:pt>
                <c:pt idx="3171">
                  <c:v>15.855</c:v>
                </c:pt>
                <c:pt idx="3172">
                  <c:v>15.86</c:v>
                </c:pt>
                <c:pt idx="3173">
                  <c:v>15.865</c:v>
                </c:pt>
                <c:pt idx="3174">
                  <c:v>15.87</c:v>
                </c:pt>
                <c:pt idx="3175">
                  <c:v>15.875</c:v>
                </c:pt>
                <c:pt idx="3176">
                  <c:v>15.88</c:v>
                </c:pt>
                <c:pt idx="3177">
                  <c:v>15.885</c:v>
                </c:pt>
                <c:pt idx="3178">
                  <c:v>15.89</c:v>
                </c:pt>
                <c:pt idx="3179">
                  <c:v>15.895</c:v>
                </c:pt>
                <c:pt idx="3180">
                  <c:v>15.9</c:v>
                </c:pt>
                <c:pt idx="3181">
                  <c:v>15.905</c:v>
                </c:pt>
                <c:pt idx="3182">
                  <c:v>15.91</c:v>
                </c:pt>
                <c:pt idx="3183">
                  <c:v>15.915</c:v>
                </c:pt>
                <c:pt idx="3184">
                  <c:v>15.92</c:v>
                </c:pt>
                <c:pt idx="3185">
                  <c:v>15.925</c:v>
                </c:pt>
                <c:pt idx="3186">
                  <c:v>15.93</c:v>
                </c:pt>
                <c:pt idx="3187">
                  <c:v>15.935</c:v>
                </c:pt>
                <c:pt idx="3188">
                  <c:v>15.94</c:v>
                </c:pt>
                <c:pt idx="3189">
                  <c:v>15.945</c:v>
                </c:pt>
                <c:pt idx="3190">
                  <c:v>15.95</c:v>
                </c:pt>
                <c:pt idx="3191">
                  <c:v>15.955</c:v>
                </c:pt>
                <c:pt idx="3192">
                  <c:v>15.96</c:v>
                </c:pt>
                <c:pt idx="3193">
                  <c:v>15.965</c:v>
                </c:pt>
                <c:pt idx="3194">
                  <c:v>15.97</c:v>
                </c:pt>
                <c:pt idx="3195">
                  <c:v>15.975</c:v>
                </c:pt>
                <c:pt idx="3196">
                  <c:v>15.98</c:v>
                </c:pt>
                <c:pt idx="3197">
                  <c:v>15.985</c:v>
                </c:pt>
                <c:pt idx="3198">
                  <c:v>15.99</c:v>
                </c:pt>
                <c:pt idx="3199">
                  <c:v>15.995</c:v>
                </c:pt>
                <c:pt idx="3200">
                  <c:v>16</c:v>
                </c:pt>
                <c:pt idx="3201">
                  <c:v>16.005</c:v>
                </c:pt>
                <c:pt idx="3202">
                  <c:v>16.01</c:v>
                </c:pt>
                <c:pt idx="3203">
                  <c:v>16.015</c:v>
                </c:pt>
                <c:pt idx="3204">
                  <c:v>16.02</c:v>
                </c:pt>
                <c:pt idx="3205">
                  <c:v>16.025</c:v>
                </c:pt>
                <c:pt idx="3206">
                  <c:v>16.03</c:v>
                </c:pt>
                <c:pt idx="3207">
                  <c:v>16.035</c:v>
                </c:pt>
                <c:pt idx="3208">
                  <c:v>16.04</c:v>
                </c:pt>
                <c:pt idx="3209">
                  <c:v>16.045</c:v>
                </c:pt>
                <c:pt idx="3210">
                  <c:v>16.05</c:v>
                </c:pt>
                <c:pt idx="3211">
                  <c:v>16.055</c:v>
                </c:pt>
                <c:pt idx="3212">
                  <c:v>16.06</c:v>
                </c:pt>
                <c:pt idx="3213">
                  <c:v>16.065</c:v>
                </c:pt>
                <c:pt idx="3214">
                  <c:v>16.07</c:v>
                </c:pt>
                <c:pt idx="3215">
                  <c:v>16.075</c:v>
                </c:pt>
                <c:pt idx="3216">
                  <c:v>16.08</c:v>
                </c:pt>
                <c:pt idx="3217">
                  <c:v>16.085</c:v>
                </c:pt>
                <c:pt idx="3218">
                  <c:v>16.09</c:v>
                </c:pt>
                <c:pt idx="3219">
                  <c:v>16.095</c:v>
                </c:pt>
                <c:pt idx="3220">
                  <c:v>16.1</c:v>
                </c:pt>
                <c:pt idx="3221">
                  <c:v>16.105</c:v>
                </c:pt>
                <c:pt idx="3222">
                  <c:v>16.11</c:v>
                </c:pt>
                <c:pt idx="3223">
                  <c:v>16.115</c:v>
                </c:pt>
                <c:pt idx="3224">
                  <c:v>16.12</c:v>
                </c:pt>
                <c:pt idx="3225">
                  <c:v>16.125</c:v>
                </c:pt>
                <c:pt idx="3226">
                  <c:v>16.13</c:v>
                </c:pt>
                <c:pt idx="3227">
                  <c:v>16.135</c:v>
                </c:pt>
                <c:pt idx="3228">
                  <c:v>16.14</c:v>
                </c:pt>
                <c:pt idx="3229">
                  <c:v>16.145</c:v>
                </c:pt>
                <c:pt idx="3230">
                  <c:v>16.15</c:v>
                </c:pt>
                <c:pt idx="3231">
                  <c:v>16.155</c:v>
                </c:pt>
                <c:pt idx="3232">
                  <c:v>16.16</c:v>
                </c:pt>
                <c:pt idx="3233">
                  <c:v>16.165</c:v>
                </c:pt>
                <c:pt idx="3234">
                  <c:v>16.17</c:v>
                </c:pt>
                <c:pt idx="3235">
                  <c:v>16.175</c:v>
                </c:pt>
                <c:pt idx="3236">
                  <c:v>16.18</c:v>
                </c:pt>
                <c:pt idx="3237">
                  <c:v>16.185</c:v>
                </c:pt>
                <c:pt idx="3238">
                  <c:v>16.19</c:v>
                </c:pt>
                <c:pt idx="3239">
                  <c:v>16.195</c:v>
                </c:pt>
                <c:pt idx="3240">
                  <c:v>16.2</c:v>
                </c:pt>
                <c:pt idx="3241">
                  <c:v>16.205</c:v>
                </c:pt>
                <c:pt idx="3242">
                  <c:v>16.21</c:v>
                </c:pt>
                <c:pt idx="3243">
                  <c:v>16.215</c:v>
                </c:pt>
                <c:pt idx="3244">
                  <c:v>16.22</c:v>
                </c:pt>
                <c:pt idx="3245">
                  <c:v>16.225</c:v>
                </c:pt>
                <c:pt idx="3246">
                  <c:v>16.23</c:v>
                </c:pt>
                <c:pt idx="3247">
                  <c:v>16.235</c:v>
                </c:pt>
                <c:pt idx="3248">
                  <c:v>16.24</c:v>
                </c:pt>
                <c:pt idx="3249">
                  <c:v>16.245</c:v>
                </c:pt>
                <c:pt idx="3250">
                  <c:v>16.25</c:v>
                </c:pt>
                <c:pt idx="3251">
                  <c:v>16.255</c:v>
                </c:pt>
                <c:pt idx="3252">
                  <c:v>16.26</c:v>
                </c:pt>
                <c:pt idx="3253">
                  <c:v>16.265</c:v>
                </c:pt>
                <c:pt idx="3254">
                  <c:v>16.27</c:v>
                </c:pt>
                <c:pt idx="3255">
                  <c:v>16.275</c:v>
                </c:pt>
                <c:pt idx="3256">
                  <c:v>16.28</c:v>
                </c:pt>
                <c:pt idx="3257">
                  <c:v>16.285</c:v>
                </c:pt>
                <c:pt idx="3258">
                  <c:v>16.29</c:v>
                </c:pt>
                <c:pt idx="3259">
                  <c:v>16.295</c:v>
                </c:pt>
                <c:pt idx="3260">
                  <c:v>16.3</c:v>
                </c:pt>
                <c:pt idx="3261">
                  <c:v>16.305</c:v>
                </c:pt>
                <c:pt idx="3262">
                  <c:v>16.31</c:v>
                </c:pt>
                <c:pt idx="3263">
                  <c:v>16.315</c:v>
                </c:pt>
                <c:pt idx="3264">
                  <c:v>16.32</c:v>
                </c:pt>
                <c:pt idx="3265">
                  <c:v>16.325</c:v>
                </c:pt>
                <c:pt idx="3266">
                  <c:v>16.33</c:v>
                </c:pt>
                <c:pt idx="3267">
                  <c:v>16.335</c:v>
                </c:pt>
                <c:pt idx="3268">
                  <c:v>16.34</c:v>
                </c:pt>
                <c:pt idx="3269">
                  <c:v>16.345</c:v>
                </c:pt>
                <c:pt idx="3270">
                  <c:v>16.35</c:v>
                </c:pt>
                <c:pt idx="3271">
                  <c:v>16.355</c:v>
                </c:pt>
                <c:pt idx="3272">
                  <c:v>16.36</c:v>
                </c:pt>
                <c:pt idx="3273">
                  <c:v>16.365</c:v>
                </c:pt>
                <c:pt idx="3274">
                  <c:v>16.37</c:v>
                </c:pt>
                <c:pt idx="3275">
                  <c:v>16.375</c:v>
                </c:pt>
                <c:pt idx="3276">
                  <c:v>16.38</c:v>
                </c:pt>
                <c:pt idx="3277">
                  <c:v>16.385</c:v>
                </c:pt>
                <c:pt idx="3278">
                  <c:v>16.39</c:v>
                </c:pt>
                <c:pt idx="3279">
                  <c:v>16.395</c:v>
                </c:pt>
                <c:pt idx="3280">
                  <c:v>16.4</c:v>
                </c:pt>
                <c:pt idx="3281">
                  <c:v>16.405</c:v>
                </c:pt>
                <c:pt idx="3282">
                  <c:v>16.41</c:v>
                </c:pt>
                <c:pt idx="3283">
                  <c:v>16.415</c:v>
                </c:pt>
                <c:pt idx="3284">
                  <c:v>16.42</c:v>
                </c:pt>
                <c:pt idx="3285">
                  <c:v>16.425</c:v>
                </c:pt>
                <c:pt idx="3286">
                  <c:v>16.43</c:v>
                </c:pt>
                <c:pt idx="3287">
                  <c:v>16.435</c:v>
                </c:pt>
                <c:pt idx="3288">
                  <c:v>16.44</c:v>
                </c:pt>
                <c:pt idx="3289">
                  <c:v>16.445</c:v>
                </c:pt>
                <c:pt idx="3290">
                  <c:v>16.45</c:v>
                </c:pt>
                <c:pt idx="3291">
                  <c:v>16.455</c:v>
                </c:pt>
                <c:pt idx="3292">
                  <c:v>16.46</c:v>
                </c:pt>
                <c:pt idx="3293">
                  <c:v>16.465</c:v>
                </c:pt>
                <c:pt idx="3294">
                  <c:v>16.47</c:v>
                </c:pt>
                <c:pt idx="3295">
                  <c:v>16.475</c:v>
                </c:pt>
                <c:pt idx="3296">
                  <c:v>16.48</c:v>
                </c:pt>
                <c:pt idx="3297">
                  <c:v>16.485</c:v>
                </c:pt>
                <c:pt idx="3298">
                  <c:v>16.49</c:v>
                </c:pt>
                <c:pt idx="3299">
                  <c:v>16.495</c:v>
                </c:pt>
                <c:pt idx="3300">
                  <c:v>16.5</c:v>
                </c:pt>
                <c:pt idx="3301">
                  <c:v>16.505</c:v>
                </c:pt>
                <c:pt idx="3302">
                  <c:v>16.51</c:v>
                </c:pt>
                <c:pt idx="3303">
                  <c:v>16.515</c:v>
                </c:pt>
                <c:pt idx="3304">
                  <c:v>16.52</c:v>
                </c:pt>
                <c:pt idx="3305">
                  <c:v>16.525</c:v>
                </c:pt>
                <c:pt idx="3306">
                  <c:v>16.53</c:v>
                </c:pt>
                <c:pt idx="3307">
                  <c:v>16.535</c:v>
                </c:pt>
                <c:pt idx="3308">
                  <c:v>16.54</c:v>
                </c:pt>
                <c:pt idx="3309">
                  <c:v>16.545</c:v>
                </c:pt>
                <c:pt idx="3310">
                  <c:v>16.55</c:v>
                </c:pt>
                <c:pt idx="3311">
                  <c:v>16.555</c:v>
                </c:pt>
                <c:pt idx="3312">
                  <c:v>16.56</c:v>
                </c:pt>
                <c:pt idx="3313">
                  <c:v>16.565</c:v>
                </c:pt>
                <c:pt idx="3314">
                  <c:v>16.57</c:v>
                </c:pt>
                <c:pt idx="3315">
                  <c:v>16.575</c:v>
                </c:pt>
                <c:pt idx="3316">
                  <c:v>16.58</c:v>
                </c:pt>
                <c:pt idx="3317">
                  <c:v>16.585</c:v>
                </c:pt>
                <c:pt idx="3318">
                  <c:v>16.59</c:v>
                </c:pt>
                <c:pt idx="3319">
                  <c:v>16.595</c:v>
                </c:pt>
                <c:pt idx="3320">
                  <c:v>16.6</c:v>
                </c:pt>
                <c:pt idx="3321">
                  <c:v>16.605</c:v>
                </c:pt>
                <c:pt idx="3322">
                  <c:v>16.61</c:v>
                </c:pt>
                <c:pt idx="3323">
                  <c:v>16.615</c:v>
                </c:pt>
                <c:pt idx="3324">
                  <c:v>16.62</c:v>
                </c:pt>
                <c:pt idx="3325">
                  <c:v>16.625</c:v>
                </c:pt>
                <c:pt idx="3326">
                  <c:v>16.63</c:v>
                </c:pt>
                <c:pt idx="3327">
                  <c:v>16.635</c:v>
                </c:pt>
                <c:pt idx="3328">
                  <c:v>16.64</c:v>
                </c:pt>
                <c:pt idx="3329">
                  <c:v>16.645</c:v>
                </c:pt>
                <c:pt idx="3330">
                  <c:v>16.65</c:v>
                </c:pt>
                <c:pt idx="3331">
                  <c:v>16.655</c:v>
                </c:pt>
                <c:pt idx="3332">
                  <c:v>16.66</c:v>
                </c:pt>
                <c:pt idx="3333">
                  <c:v>16.665</c:v>
                </c:pt>
                <c:pt idx="3334">
                  <c:v>16.67</c:v>
                </c:pt>
                <c:pt idx="3335">
                  <c:v>16.675</c:v>
                </c:pt>
                <c:pt idx="3336">
                  <c:v>16.68</c:v>
                </c:pt>
                <c:pt idx="3337">
                  <c:v>16.685</c:v>
                </c:pt>
                <c:pt idx="3338">
                  <c:v>16.69</c:v>
                </c:pt>
                <c:pt idx="3339">
                  <c:v>16.695</c:v>
                </c:pt>
                <c:pt idx="3340">
                  <c:v>16.7</c:v>
                </c:pt>
                <c:pt idx="3341">
                  <c:v>16.705</c:v>
                </c:pt>
                <c:pt idx="3342">
                  <c:v>16.71</c:v>
                </c:pt>
                <c:pt idx="3343">
                  <c:v>16.715</c:v>
                </c:pt>
                <c:pt idx="3344">
                  <c:v>16.72</c:v>
                </c:pt>
                <c:pt idx="3345">
                  <c:v>16.725</c:v>
                </c:pt>
                <c:pt idx="3346">
                  <c:v>16.73</c:v>
                </c:pt>
                <c:pt idx="3347">
                  <c:v>16.735</c:v>
                </c:pt>
                <c:pt idx="3348">
                  <c:v>16.74</c:v>
                </c:pt>
                <c:pt idx="3349">
                  <c:v>16.745</c:v>
                </c:pt>
                <c:pt idx="3350">
                  <c:v>16.75</c:v>
                </c:pt>
                <c:pt idx="3351">
                  <c:v>16.755</c:v>
                </c:pt>
                <c:pt idx="3352">
                  <c:v>16.76</c:v>
                </c:pt>
                <c:pt idx="3353">
                  <c:v>16.765</c:v>
                </c:pt>
                <c:pt idx="3354">
                  <c:v>16.77</c:v>
                </c:pt>
                <c:pt idx="3355">
                  <c:v>16.775</c:v>
                </c:pt>
                <c:pt idx="3356">
                  <c:v>16.78</c:v>
                </c:pt>
                <c:pt idx="3357">
                  <c:v>16.785</c:v>
                </c:pt>
                <c:pt idx="3358">
                  <c:v>16.79</c:v>
                </c:pt>
                <c:pt idx="3359">
                  <c:v>16.795</c:v>
                </c:pt>
                <c:pt idx="3360">
                  <c:v>16.8</c:v>
                </c:pt>
                <c:pt idx="3361">
                  <c:v>16.805</c:v>
                </c:pt>
                <c:pt idx="3362">
                  <c:v>16.81</c:v>
                </c:pt>
                <c:pt idx="3363">
                  <c:v>16.815</c:v>
                </c:pt>
                <c:pt idx="3364">
                  <c:v>16.82</c:v>
                </c:pt>
                <c:pt idx="3365">
                  <c:v>16.825</c:v>
                </c:pt>
                <c:pt idx="3366">
                  <c:v>16.83</c:v>
                </c:pt>
                <c:pt idx="3367">
                  <c:v>16.835</c:v>
                </c:pt>
                <c:pt idx="3368">
                  <c:v>16.84</c:v>
                </c:pt>
                <c:pt idx="3369">
                  <c:v>16.845</c:v>
                </c:pt>
                <c:pt idx="3370">
                  <c:v>16.85</c:v>
                </c:pt>
                <c:pt idx="3371">
                  <c:v>16.855</c:v>
                </c:pt>
                <c:pt idx="3372">
                  <c:v>16.86</c:v>
                </c:pt>
                <c:pt idx="3373">
                  <c:v>16.865</c:v>
                </c:pt>
                <c:pt idx="3374">
                  <c:v>16.87</c:v>
                </c:pt>
                <c:pt idx="3375">
                  <c:v>16.875</c:v>
                </c:pt>
                <c:pt idx="3376">
                  <c:v>16.88</c:v>
                </c:pt>
                <c:pt idx="3377">
                  <c:v>16.885</c:v>
                </c:pt>
                <c:pt idx="3378">
                  <c:v>16.89</c:v>
                </c:pt>
                <c:pt idx="3379">
                  <c:v>16.895</c:v>
                </c:pt>
                <c:pt idx="3380">
                  <c:v>16.9</c:v>
                </c:pt>
                <c:pt idx="3381">
                  <c:v>16.905</c:v>
                </c:pt>
                <c:pt idx="3382">
                  <c:v>16.91</c:v>
                </c:pt>
                <c:pt idx="3383">
                  <c:v>16.915</c:v>
                </c:pt>
                <c:pt idx="3384">
                  <c:v>16.92</c:v>
                </c:pt>
                <c:pt idx="3385">
                  <c:v>16.925</c:v>
                </c:pt>
                <c:pt idx="3386">
                  <c:v>16.93</c:v>
                </c:pt>
                <c:pt idx="3387">
                  <c:v>16.935</c:v>
                </c:pt>
                <c:pt idx="3388">
                  <c:v>16.94</c:v>
                </c:pt>
                <c:pt idx="3389">
                  <c:v>16.945</c:v>
                </c:pt>
                <c:pt idx="3390">
                  <c:v>16.95</c:v>
                </c:pt>
                <c:pt idx="3391">
                  <c:v>16.955</c:v>
                </c:pt>
                <c:pt idx="3392">
                  <c:v>16.96</c:v>
                </c:pt>
                <c:pt idx="3393">
                  <c:v>16.965</c:v>
                </c:pt>
                <c:pt idx="3394">
                  <c:v>16.97</c:v>
                </c:pt>
                <c:pt idx="3395">
                  <c:v>16.975</c:v>
                </c:pt>
                <c:pt idx="3396">
                  <c:v>16.98</c:v>
                </c:pt>
                <c:pt idx="3397">
                  <c:v>16.985</c:v>
                </c:pt>
                <c:pt idx="3398">
                  <c:v>16.99</c:v>
                </c:pt>
                <c:pt idx="3399">
                  <c:v>16.995</c:v>
                </c:pt>
                <c:pt idx="3400">
                  <c:v>17</c:v>
                </c:pt>
                <c:pt idx="3401">
                  <c:v>17.005</c:v>
                </c:pt>
                <c:pt idx="3402">
                  <c:v>17.01</c:v>
                </c:pt>
                <c:pt idx="3403">
                  <c:v>17.015</c:v>
                </c:pt>
                <c:pt idx="3404">
                  <c:v>17.02</c:v>
                </c:pt>
                <c:pt idx="3405">
                  <c:v>17.025</c:v>
                </c:pt>
                <c:pt idx="3406">
                  <c:v>17.03</c:v>
                </c:pt>
                <c:pt idx="3407">
                  <c:v>17.035</c:v>
                </c:pt>
                <c:pt idx="3408">
                  <c:v>17.04</c:v>
                </c:pt>
                <c:pt idx="3409">
                  <c:v>17.045</c:v>
                </c:pt>
                <c:pt idx="3410">
                  <c:v>17.05</c:v>
                </c:pt>
                <c:pt idx="3411">
                  <c:v>17.055</c:v>
                </c:pt>
                <c:pt idx="3412">
                  <c:v>17.06</c:v>
                </c:pt>
                <c:pt idx="3413">
                  <c:v>17.065</c:v>
                </c:pt>
                <c:pt idx="3414">
                  <c:v>17.07</c:v>
                </c:pt>
                <c:pt idx="3415">
                  <c:v>17.075</c:v>
                </c:pt>
                <c:pt idx="3416">
                  <c:v>17.08</c:v>
                </c:pt>
                <c:pt idx="3417">
                  <c:v>17.085</c:v>
                </c:pt>
                <c:pt idx="3418">
                  <c:v>17.09</c:v>
                </c:pt>
                <c:pt idx="3419">
                  <c:v>17.095</c:v>
                </c:pt>
                <c:pt idx="3420">
                  <c:v>17.1</c:v>
                </c:pt>
                <c:pt idx="3421">
                  <c:v>17.105</c:v>
                </c:pt>
                <c:pt idx="3422">
                  <c:v>17.11</c:v>
                </c:pt>
                <c:pt idx="3423">
                  <c:v>17.115</c:v>
                </c:pt>
                <c:pt idx="3424">
                  <c:v>17.12</c:v>
                </c:pt>
                <c:pt idx="3425">
                  <c:v>17.125</c:v>
                </c:pt>
                <c:pt idx="3426">
                  <c:v>17.13</c:v>
                </c:pt>
                <c:pt idx="3427">
                  <c:v>17.135</c:v>
                </c:pt>
                <c:pt idx="3428">
                  <c:v>17.14</c:v>
                </c:pt>
                <c:pt idx="3429">
                  <c:v>17.145</c:v>
                </c:pt>
                <c:pt idx="3430">
                  <c:v>17.15</c:v>
                </c:pt>
                <c:pt idx="3431">
                  <c:v>17.155</c:v>
                </c:pt>
                <c:pt idx="3432">
                  <c:v>17.16</c:v>
                </c:pt>
                <c:pt idx="3433">
                  <c:v>17.165</c:v>
                </c:pt>
                <c:pt idx="3434">
                  <c:v>17.17</c:v>
                </c:pt>
                <c:pt idx="3435">
                  <c:v>17.175</c:v>
                </c:pt>
                <c:pt idx="3436">
                  <c:v>17.18</c:v>
                </c:pt>
                <c:pt idx="3437">
                  <c:v>17.185</c:v>
                </c:pt>
                <c:pt idx="3438">
                  <c:v>17.19</c:v>
                </c:pt>
                <c:pt idx="3439">
                  <c:v>17.195</c:v>
                </c:pt>
                <c:pt idx="3440">
                  <c:v>17.2</c:v>
                </c:pt>
                <c:pt idx="3441">
                  <c:v>17.205</c:v>
                </c:pt>
                <c:pt idx="3442">
                  <c:v>17.21</c:v>
                </c:pt>
                <c:pt idx="3443">
                  <c:v>17.215</c:v>
                </c:pt>
                <c:pt idx="3444">
                  <c:v>17.22</c:v>
                </c:pt>
                <c:pt idx="3445">
                  <c:v>17.225</c:v>
                </c:pt>
                <c:pt idx="3446">
                  <c:v>17.23</c:v>
                </c:pt>
                <c:pt idx="3447">
                  <c:v>17.235</c:v>
                </c:pt>
                <c:pt idx="3448">
                  <c:v>17.24</c:v>
                </c:pt>
                <c:pt idx="3449">
                  <c:v>17.245</c:v>
                </c:pt>
                <c:pt idx="3450">
                  <c:v>17.25</c:v>
                </c:pt>
                <c:pt idx="3451">
                  <c:v>17.255</c:v>
                </c:pt>
                <c:pt idx="3452">
                  <c:v>17.26</c:v>
                </c:pt>
                <c:pt idx="3453">
                  <c:v>17.265</c:v>
                </c:pt>
                <c:pt idx="3454">
                  <c:v>17.27</c:v>
                </c:pt>
                <c:pt idx="3455">
                  <c:v>17.275</c:v>
                </c:pt>
                <c:pt idx="3456">
                  <c:v>17.28</c:v>
                </c:pt>
                <c:pt idx="3457">
                  <c:v>17.285</c:v>
                </c:pt>
                <c:pt idx="3458">
                  <c:v>17.29</c:v>
                </c:pt>
                <c:pt idx="3459">
                  <c:v>17.295</c:v>
                </c:pt>
                <c:pt idx="3460">
                  <c:v>17.3</c:v>
                </c:pt>
                <c:pt idx="3461">
                  <c:v>17.305</c:v>
                </c:pt>
                <c:pt idx="3462">
                  <c:v>17.31</c:v>
                </c:pt>
                <c:pt idx="3463">
                  <c:v>17.315</c:v>
                </c:pt>
                <c:pt idx="3464">
                  <c:v>17.32</c:v>
                </c:pt>
                <c:pt idx="3465">
                  <c:v>17.325</c:v>
                </c:pt>
                <c:pt idx="3466">
                  <c:v>17.33</c:v>
                </c:pt>
                <c:pt idx="3467">
                  <c:v>17.335</c:v>
                </c:pt>
                <c:pt idx="3468">
                  <c:v>17.34</c:v>
                </c:pt>
                <c:pt idx="3469">
                  <c:v>17.345</c:v>
                </c:pt>
                <c:pt idx="3470">
                  <c:v>17.35</c:v>
                </c:pt>
                <c:pt idx="3471">
                  <c:v>17.355</c:v>
                </c:pt>
                <c:pt idx="3472">
                  <c:v>17.36</c:v>
                </c:pt>
                <c:pt idx="3473">
                  <c:v>17.365</c:v>
                </c:pt>
                <c:pt idx="3474">
                  <c:v>17.37</c:v>
                </c:pt>
                <c:pt idx="3475">
                  <c:v>17.375</c:v>
                </c:pt>
                <c:pt idx="3476">
                  <c:v>17.38</c:v>
                </c:pt>
                <c:pt idx="3477">
                  <c:v>17.385</c:v>
                </c:pt>
                <c:pt idx="3478">
                  <c:v>17.39</c:v>
                </c:pt>
                <c:pt idx="3479">
                  <c:v>17.395</c:v>
                </c:pt>
                <c:pt idx="3480">
                  <c:v>17.4</c:v>
                </c:pt>
                <c:pt idx="3481">
                  <c:v>17.405</c:v>
                </c:pt>
                <c:pt idx="3482">
                  <c:v>17.41</c:v>
                </c:pt>
                <c:pt idx="3483">
                  <c:v>17.415</c:v>
                </c:pt>
                <c:pt idx="3484">
                  <c:v>17.42</c:v>
                </c:pt>
                <c:pt idx="3485">
                  <c:v>17.425</c:v>
                </c:pt>
                <c:pt idx="3486">
                  <c:v>17.43</c:v>
                </c:pt>
                <c:pt idx="3487">
                  <c:v>17.435</c:v>
                </c:pt>
                <c:pt idx="3488">
                  <c:v>17.44</c:v>
                </c:pt>
                <c:pt idx="3489">
                  <c:v>17.445</c:v>
                </c:pt>
                <c:pt idx="3490">
                  <c:v>17.45</c:v>
                </c:pt>
                <c:pt idx="3491">
                  <c:v>17.455</c:v>
                </c:pt>
                <c:pt idx="3492">
                  <c:v>17.46</c:v>
                </c:pt>
                <c:pt idx="3493">
                  <c:v>17.465</c:v>
                </c:pt>
                <c:pt idx="3494">
                  <c:v>17.47</c:v>
                </c:pt>
                <c:pt idx="3495">
                  <c:v>17.475</c:v>
                </c:pt>
                <c:pt idx="3496">
                  <c:v>17.48</c:v>
                </c:pt>
                <c:pt idx="3497">
                  <c:v>17.485</c:v>
                </c:pt>
                <c:pt idx="3498">
                  <c:v>17.49</c:v>
                </c:pt>
                <c:pt idx="3499">
                  <c:v>17.495</c:v>
                </c:pt>
                <c:pt idx="3500">
                  <c:v>17.5</c:v>
                </c:pt>
                <c:pt idx="3501">
                  <c:v>17.505</c:v>
                </c:pt>
                <c:pt idx="3502">
                  <c:v>17.51</c:v>
                </c:pt>
                <c:pt idx="3503">
                  <c:v>17.515</c:v>
                </c:pt>
                <c:pt idx="3504">
                  <c:v>17.52</c:v>
                </c:pt>
                <c:pt idx="3505">
                  <c:v>17.525</c:v>
                </c:pt>
                <c:pt idx="3506">
                  <c:v>17.53</c:v>
                </c:pt>
                <c:pt idx="3507">
                  <c:v>17.535</c:v>
                </c:pt>
                <c:pt idx="3508">
                  <c:v>17.54</c:v>
                </c:pt>
                <c:pt idx="3509">
                  <c:v>17.545</c:v>
                </c:pt>
                <c:pt idx="3510">
                  <c:v>17.55</c:v>
                </c:pt>
                <c:pt idx="3511">
                  <c:v>17.555</c:v>
                </c:pt>
                <c:pt idx="3512">
                  <c:v>17.56</c:v>
                </c:pt>
                <c:pt idx="3513">
                  <c:v>17.565</c:v>
                </c:pt>
                <c:pt idx="3514">
                  <c:v>17.57</c:v>
                </c:pt>
                <c:pt idx="3515">
                  <c:v>17.575</c:v>
                </c:pt>
                <c:pt idx="3516">
                  <c:v>17.58</c:v>
                </c:pt>
                <c:pt idx="3517">
                  <c:v>17.585</c:v>
                </c:pt>
                <c:pt idx="3518">
                  <c:v>17.59</c:v>
                </c:pt>
                <c:pt idx="3519">
                  <c:v>17.595</c:v>
                </c:pt>
                <c:pt idx="3520">
                  <c:v>17.6</c:v>
                </c:pt>
                <c:pt idx="3521">
                  <c:v>17.605</c:v>
                </c:pt>
                <c:pt idx="3522">
                  <c:v>17.61</c:v>
                </c:pt>
                <c:pt idx="3523">
                  <c:v>17.615</c:v>
                </c:pt>
                <c:pt idx="3524">
                  <c:v>17.62</c:v>
                </c:pt>
                <c:pt idx="3525">
                  <c:v>17.625</c:v>
                </c:pt>
                <c:pt idx="3526">
                  <c:v>17.63</c:v>
                </c:pt>
                <c:pt idx="3527">
                  <c:v>17.635</c:v>
                </c:pt>
                <c:pt idx="3528">
                  <c:v>17.64</c:v>
                </c:pt>
                <c:pt idx="3529">
                  <c:v>17.645</c:v>
                </c:pt>
                <c:pt idx="3530">
                  <c:v>17.65</c:v>
                </c:pt>
                <c:pt idx="3531">
                  <c:v>17.655</c:v>
                </c:pt>
                <c:pt idx="3532">
                  <c:v>17.66</c:v>
                </c:pt>
                <c:pt idx="3533">
                  <c:v>17.665</c:v>
                </c:pt>
                <c:pt idx="3534">
                  <c:v>17.67</c:v>
                </c:pt>
                <c:pt idx="3535">
                  <c:v>17.675</c:v>
                </c:pt>
                <c:pt idx="3536">
                  <c:v>17.68</c:v>
                </c:pt>
                <c:pt idx="3537">
                  <c:v>17.685</c:v>
                </c:pt>
                <c:pt idx="3538">
                  <c:v>17.69</c:v>
                </c:pt>
                <c:pt idx="3539">
                  <c:v>17.695</c:v>
                </c:pt>
                <c:pt idx="3540">
                  <c:v>17.7</c:v>
                </c:pt>
                <c:pt idx="3541">
                  <c:v>17.705</c:v>
                </c:pt>
                <c:pt idx="3542">
                  <c:v>17.71</c:v>
                </c:pt>
                <c:pt idx="3543">
                  <c:v>17.715</c:v>
                </c:pt>
                <c:pt idx="3544">
                  <c:v>17.72</c:v>
                </c:pt>
                <c:pt idx="3545">
                  <c:v>17.725</c:v>
                </c:pt>
                <c:pt idx="3546">
                  <c:v>17.73</c:v>
                </c:pt>
                <c:pt idx="3547">
                  <c:v>17.735</c:v>
                </c:pt>
                <c:pt idx="3548">
                  <c:v>17.74</c:v>
                </c:pt>
                <c:pt idx="3549">
                  <c:v>17.745</c:v>
                </c:pt>
                <c:pt idx="3550">
                  <c:v>17.75</c:v>
                </c:pt>
                <c:pt idx="3551">
                  <c:v>17.755</c:v>
                </c:pt>
                <c:pt idx="3552">
                  <c:v>17.76</c:v>
                </c:pt>
                <c:pt idx="3553">
                  <c:v>17.765</c:v>
                </c:pt>
                <c:pt idx="3554">
                  <c:v>17.77</c:v>
                </c:pt>
                <c:pt idx="3555">
                  <c:v>17.775</c:v>
                </c:pt>
                <c:pt idx="3556">
                  <c:v>17.78</c:v>
                </c:pt>
                <c:pt idx="3557">
                  <c:v>17.785</c:v>
                </c:pt>
                <c:pt idx="3558">
                  <c:v>17.79</c:v>
                </c:pt>
                <c:pt idx="3559">
                  <c:v>17.795</c:v>
                </c:pt>
                <c:pt idx="3560">
                  <c:v>17.8</c:v>
                </c:pt>
                <c:pt idx="3561">
                  <c:v>17.805</c:v>
                </c:pt>
                <c:pt idx="3562">
                  <c:v>17.81</c:v>
                </c:pt>
                <c:pt idx="3563">
                  <c:v>17.815</c:v>
                </c:pt>
                <c:pt idx="3564">
                  <c:v>17.82</c:v>
                </c:pt>
                <c:pt idx="3565">
                  <c:v>17.825</c:v>
                </c:pt>
                <c:pt idx="3566">
                  <c:v>17.83</c:v>
                </c:pt>
                <c:pt idx="3567">
                  <c:v>17.835</c:v>
                </c:pt>
                <c:pt idx="3568">
                  <c:v>17.84</c:v>
                </c:pt>
                <c:pt idx="3569">
                  <c:v>17.845</c:v>
                </c:pt>
                <c:pt idx="3570">
                  <c:v>17.85</c:v>
                </c:pt>
                <c:pt idx="3571">
                  <c:v>17.855</c:v>
                </c:pt>
                <c:pt idx="3572">
                  <c:v>17.86</c:v>
                </c:pt>
                <c:pt idx="3573">
                  <c:v>17.865</c:v>
                </c:pt>
                <c:pt idx="3574">
                  <c:v>17.87</c:v>
                </c:pt>
                <c:pt idx="3575">
                  <c:v>17.875</c:v>
                </c:pt>
                <c:pt idx="3576">
                  <c:v>17.88</c:v>
                </c:pt>
                <c:pt idx="3577">
                  <c:v>17.885</c:v>
                </c:pt>
                <c:pt idx="3578">
                  <c:v>17.89</c:v>
                </c:pt>
                <c:pt idx="3579">
                  <c:v>17.895</c:v>
                </c:pt>
                <c:pt idx="3580">
                  <c:v>17.9</c:v>
                </c:pt>
                <c:pt idx="3581">
                  <c:v>17.905</c:v>
                </c:pt>
                <c:pt idx="3582">
                  <c:v>17.91</c:v>
                </c:pt>
                <c:pt idx="3583">
                  <c:v>17.915</c:v>
                </c:pt>
                <c:pt idx="3584">
                  <c:v>17.92</c:v>
                </c:pt>
                <c:pt idx="3585">
                  <c:v>17.925</c:v>
                </c:pt>
                <c:pt idx="3586">
                  <c:v>17.93</c:v>
                </c:pt>
                <c:pt idx="3587">
                  <c:v>17.935</c:v>
                </c:pt>
                <c:pt idx="3588">
                  <c:v>17.94</c:v>
                </c:pt>
                <c:pt idx="3589">
                  <c:v>17.945</c:v>
                </c:pt>
                <c:pt idx="3590">
                  <c:v>17.95</c:v>
                </c:pt>
                <c:pt idx="3591">
                  <c:v>17.955</c:v>
                </c:pt>
                <c:pt idx="3592">
                  <c:v>17.96</c:v>
                </c:pt>
                <c:pt idx="3593">
                  <c:v>17.965</c:v>
                </c:pt>
                <c:pt idx="3594">
                  <c:v>17.97</c:v>
                </c:pt>
                <c:pt idx="3595">
                  <c:v>17.975</c:v>
                </c:pt>
                <c:pt idx="3596">
                  <c:v>17.98</c:v>
                </c:pt>
                <c:pt idx="3597">
                  <c:v>17.985</c:v>
                </c:pt>
                <c:pt idx="3598">
                  <c:v>17.99</c:v>
                </c:pt>
                <c:pt idx="3599">
                  <c:v>17.995</c:v>
                </c:pt>
                <c:pt idx="3600">
                  <c:v>18</c:v>
                </c:pt>
                <c:pt idx="3601">
                  <c:v>18.005</c:v>
                </c:pt>
                <c:pt idx="3602">
                  <c:v>18.01</c:v>
                </c:pt>
                <c:pt idx="3603">
                  <c:v>18.015</c:v>
                </c:pt>
                <c:pt idx="3604">
                  <c:v>18.02</c:v>
                </c:pt>
                <c:pt idx="3605">
                  <c:v>18.025</c:v>
                </c:pt>
                <c:pt idx="3606">
                  <c:v>18.03</c:v>
                </c:pt>
                <c:pt idx="3607">
                  <c:v>18.035</c:v>
                </c:pt>
                <c:pt idx="3608">
                  <c:v>18.04</c:v>
                </c:pt>
                <c:pt idx="3609">
                  <c:v>18.045</c:v>
                </c:pt>
                <c:pt idx="3610">
                  <c:v>18.05</c:v>
                </c:pt>
                <c:pt idx="3611">
                  <c:v>18.055</c:v>
                </c:pt>
                <c:pt idx="3612">
                  <c:v>18.06</c:v>
                </c:pt>
                <c:pt idx="3613">
                  <c:v>18.065</c:v>
                </c:pt>
                <c:pt idx="3614">
                  <c:v>18.07</c:v>
                </c:pt>
                <c:pt idx="3615">
                  <c:v>18.075</c:v>
                </c:pt>
                <c:pt idx="3616">
                  <c:v>18.08</c:v>
                </c:pt>
                <c:pt idx="3617">
                  <c:v>18.085</c:v>
                </c:pt>
                <c:pt idx="3618">
                  <c:v>18.09</c:v>
                </c:pt>
                <c:pt idx="3619">
                  <c:v>18.095</c:v>
                </c:pt>
                <c:pt idx="3620">
                  <c:v>18.1</c:v>
                </c:pt>
                <c:pt idx="3621">
                  <c:v>18.105</c:v>
                </c:pt>
                <c:pt idx="3622">
                  <c:v>18.11</c:v>
                </c:pt>
                <c:pt idx="3623">
                  <c:v>18.115</c:v>
                </c:pt>
                <c:pt idx="3624">
                  <c:v>18.12</c:v>
                </c:pt>
                <c:pt idx="3625">
                  <c:v>18.125</c:v>
                </c:pt>
                <c:pt idx="3626">
                  <c:v>18.13</c:v>
                </c:pt>
                <c:pt idx="3627">
                  <c:v>18.135</c:v>
                </c:pt>
                <c:pt idx="3628">
                  <c:v>18.14</c:v>
                </c:pt>
                <c:pt idx="3629">
                  <c:v>18.145</c:v>
                </c:pt>
                <c:pt idx="3630">
                  <c:v>18.15</c:v>
                </c:pt>
                <c:pt idx="3631">
                  <c:v>18.155</c:v>
                </c:pt>
                <c:pt idx="3632">
                  <c:v>18.16</c:v>
                </c:pt>
                <c:pt idx="3633">
                  <c:v>18.165</c:v>
                </c:pt>
                <c:pt idx="3634">
                  <c:v>18.17</c:v>
                </c:pt>
                <c:pt idx="3635">
                  <c:v>18.175</c:v>
                </c:pt>
                <c:pt idx="3636">
                  <c:v>18.18</c:v>
                </c:pt>
                <c:pt idx="3637">
                  <c:v>18.185</c:v>
                </c:pt>
                <c:pt idx="3638">
                  <c:v>18.19</c:v>
                </c:pt>
                <c:pt idx="3639">
                  <c:v>18.195</c:v>
                </c:pt>
                <c:pt idx="3640">
                  <c:v>18.2</c:v>
                </c:pt>
                <c:pt idx="3641">
                  <c:v>18.205</c:v>
                </c:pt>
                <c:pt idx="3642">
                  <c:v>18.21</c:v>
                </c:pt>
                <c:pt idx="3643">
                  <c:v>18.215</c:v>
                </c:pt>
                <c:pt idx="3644">
                  <c:v>18.22</c:v>
                </c:pt>
                <c:pt idx="3645">
                  <c:v>18.225</c:v>
                </c:pt>
                <c:pt idx="3646">
                  <c:v>18.23</c:v>
                </c:pt>
                <c:pt idx="3647">
                  <c:v>18.235</c:v>
                </c:pt>
                <c:pt idx="3648">
                  <c:v>18.24</c:v>
                </c:pt>
                <c:pt idx="3649">
                  <c:v>18.245</c:v>
                </c:pt>
                <c:pt idx="3650">
                  <c:v>18.25</c:v>
                </c:pt>
                <c:pt idx="3651">
                  <c:v>18.255</c:v>
                </c:pt>
                <c:pt idx="3652">
                  <c:v>18.26</c:v>
                </c:pt>
                <c:pt idx="3653">
                  <c:v>18.265</c:v>
                </c:pt>
                <c:pt idx="3654">
                  <c:v>18.27</c:v>
                </c:pt>
                <c:pt idx="3655">
                  <c:v>18.275</c:v>
                </c:pt>
                <c:pt idx="3656">
                  <c:v>18.28</c:v>
                </c:pt>
                <c:pt idx="3657">
                  <c:v>18.285</c:v>
                </c:pt>
                <c:pt idx="3658">
                  <c:v>18.29</c:v>
                </c:pt>
                <c:pt idx="3659">
                  <c:v>18.295</c:v>
                </c:pt>
                <c:pt idx="3660">
                  <c:v>18.3</c:v>
                </c:pt>
                <c:pt idx="3661">
                  <c:v>18.305</c:v>
                </c:pt>
                <c:pt idx="3662">
                  <c:v>18.31</c:v>
                </c:pt>
                <c:pt idx="3663">
                  <c:v>18.315</c:v>
                </c:pt>
                <c:pt idx="3664">
                  <c:v>18.32</c:v>
                </c:pt>
                <c:pt idx="3665">
                  <c:v>18.325</c:v>
                </c:pt>
                <c:pt idx="3666">
                  <c:v>18.33</c:v>
                </c:pt>
                <c:pt idx="3667">
                  <c:v>18.335</c:v>
                </c:pt>
                <c:pt idx="3668">
                  <c:v>18.34</c:v>
                </c:pt>
                <c:pt idx="3669">
                  <c:v>18.345</c:v>
                </c:pt>
                <c:pt idx="3670">
                  <c:v>18.35</c:v>
                </c:pt>
                <c:pt idx="3671">
                  <c:v>18.355</c:v>
                </c:pt>
                <c:pt idx="3672">
                  <c:v>18.36</c:v>
                </c:pt>
                <c:pt idx="3673">
                  <c:v>18.365</c:v>
                </c:pt>
                <c:pt idx="3674">
                  <c:v>18.37</c:v>
                </c:pt>
                <c:pt idx="3675">
                  <c:v>18.375</c:v>
                </c:pt>
                <c:pt idx="3676">
                  <c:v>18.38</c:v>
                </c:pt>
                <c:pt idx="3677">
                  <c:v>18.385</c:v>
                </c:pt>
                <c:pt idx="3678">
                  <c:v>18.39</c:v>
                </c:pt>
                <c:pt idx="3679">
                  <c:v>18.395</c:v>
                </c:pt>
                <c:pt idx="3680">
                  <c:v>18.4</c:v>
                </c:pt>
                <c:pt idx="3681">
                  <c:v>18.405</c:v>
                </c:pt>
                <c:pt idx="3682">
                  <c:v>18.41</c:v>
                </c:pt>
                <c:pt idx="3683">
                  <c:v>18.415</c:v>
                </c:pt>
                <c:pt idx="3684">
                  <c:v>18.42</c:v>
                </c:pt>
                <c:pt idx="3685">
                  <c:v>18.425</c:v>
                </c:pt>
                <c:pt idx="3686">
                  <c:v>18.43</c:v>
                </c:pt>
                <c:pt idx="3687">
                  <c:v>18.435</c:v>
                </c:pt>
                <c:pt idx="3688">
                  <c:v>18.44</c:v>
                </c:pt>
                <c:pt idx="3689">
                  <c:v>18.445</c:v>
                </c:pt>
                <c:pt idx="3690">
                  <c:v>18.45</c:v>
                </c:pt>
                <c:pt idx="3691">
                  <c:v>18.455</c:v>
                </c:pt>
                <c:pt idx="3692">
                  <c:v>18.46</c:v>
                </c:pt>
                <c:pt idx="3693">
                  <c:v>18.465</c:v>
                </c:pt>
                <c:pt idx="3694">
                  <c:v>18.47</c:v>
                </c:pt>
                <c:pt idx="3695">
                  <c:v>18.475</c:v>
                </c:pt>
                <c:pt idx="3696">
                  <c:v>18.48</c:v>
                </c:pt>
                <c:pt idx="3697">
                  <c:v>18.485</c:v>
                </c:pt>
                <c:pt idx="3698">
                  <c:v>18.49</c:v>
                </c:pt>
                <c:pt idx="3699">
                  <c:v>18.495</c:v>
                </c:pt>
                <c:pt idx="3700">
                  <c:v>18.5</c:v>
                </c:pt>
                <c:pt idx="3701">
                  <c:v>18.505</c:v>
                </c:pt>
                <c:pt idx="3702">
                  <c:v>18.51</c:v>
                </c:pt>
                <c:pt idx="3703">
                  <c:v>18.515</c:v>
                </c:pt>
                <c:pt idx="3704">
                  <c:v>18.52</c:v>
                </c:pt>
                <c:pt idx="3705">
                  <c:v>18.525</c:v>
                </c:pt>
                <c:pt idx="3706">
                  <c:v>18.53</c:v>
                </c:pt>
                <c:pt idx="3707">
                  <c:v>18.535</c:v>
                </c:pt>
                <c:pt idx="3708">
                  <c:v>18.54</c:v>
                </c:pt>
                <c:pt idx="3709">
                  <c:v>18.545</c:v>
                </c:pt>
                <c:pt idx="3710">
                  <c:v>18.55</c:v>
                </c:pt>
                <c:pt idx="3711">
                  <c:v>18.555</c:v>
                </c:pt>
                <c:pt idx="3712">
                  <c:v>18.56</c:v>
                </c:pt>
                <c:pt idx="3713">
                  <c:v>18.565</c:v>
                </c:pt>
                <c:pt idx="3714">
                  <c:v>18.57</c:v>
                </c:pt>
                <c:pt idx="3715">
                  <c:v>18.575</c:v>
                </c:pt>
                <c:pt idx="3716">
                  <c:v>18.58</c:v>
                </c:pt>
                <c:pt idx="3717">
                  <c:v>18.585</c:v>
                </c:pt>
                <c:pt idx="3718">
                  <c:v>18.59</c:v>
                </c:pt>
                <c:pt idx="3719">
                  <c:v>18.595</c:v>
                </c:pt>
                <c:pt idx="3720">
                  <c:v>18.6</c:v>
                </c:pt>
                <c:pt idx="3721">
                  <c:v>18.605</c:v>
                </c:pt>
                <c:pt idx="3722">
                  <c:v>18.61</c:v>
                </c:pt>
                <c:pt idx="3723">
                  <c:v>18.615</c:v>
                </c:pt>
                <c:pt idx="3724">
                  <c:v>18.62</c:v>
                </c:pt>
                <c:pt idx="3725">
                  <c:v>18.625</c:v>
                </c:pt>
                <c:pt idx="3726">
                  <c:v>18.63</c:v>
                </c:pt>
                <c:pt idx="3727">
                  <c:v>18.635</c:v>
                </c:pt>
                <c:pt idx="3728">
                  <c:v>18.64</c:v>
                </c:pt>
                <c:pt idx="3729">
                  <c:v>18.645</c:v>
                </c:pt>
                <c:pt idx="3730">
                  <c:v>18.65</c:v>
                </c:pt>
                <c:pt idx="3731">
                  <c:v>18.655</c:v>
                </c:pt>
                <c:pt idx="3732">
                  <c:v>18.66</c:v>
                </c:pt>
                <c:pt idx="3733">
                  <c:v>18.665</c:v>
                </c:pt>
                <c:pt idx="3734">
                  <c:v>18.67</c:v>
                </c:pt>
                <c:pt idx="3735">
                  <c:v>18.675</c:v>
                </c:pt>
                <c:pt idx="3736">
                  <c:v>18.68</c:v>
                </c:pt>
                <c:pt idx="3737">
                  <c:v>18.685</c:v>
                </c:pt>
                <c:pt idx="3738">
                  <c:v>18.69</c:v>
                </c:pt>
                <c:pt idx="3739">
                  <c:v>18.695</c:v>
                </c:pt>
                <c:pt idx="3740">
                  <c:v>18.7</c:v>
                </c:pt>
                <c:pt idx="3741">
                  <c:v>18.705</c:v>
                </c:pt>
                <c:pt idx="3742">
                  <c:v>18.71</c:v>
                </c:pt>
                <c:pt idx="3743">
                  <c:v>18.715</c:v>
                </c:pt>
                <c:pt idx="3744">
                  <c:v>18.72</c:v>
                </c:pt>
                <c:pt idx="3745">
                  <c:v>18.725</c:v>
                </c:pt>
                <c:pt idx="3746">
                  <c:v>18.73</c:v>
                </c:pt>
                <c:pt idx="3747">
                  <c:v>18.735</c:v>
                </c:pt>
                <c:pt idx="3748">
                  <c:v>18.74</c:v>
                </c:pt>
                <c:pt idx="3749">
                  <c:v>18.745</c:v>
                </c:pt>
                <c:pt idx="3750">
                  <c:v>18.75</c:v>
                </c:pt>
                <c:pt idx="3751">
                  <c:v>18.755</c:v>
                </c:pt>
                <c:pt idx="3752">
                  <c:v>18.76</c:v>
                </c:pt>
                <c:pt idx="3753">
                  <c:v>18.765</c:v>
                </c:pt>
                <c:pt idx="3754">
                  <c:v>18.77</c:v>
                </c:pt>
                <c:pt idx="3755">
                  <c:v>18.775</c:v>
                </c:pt>
                <c:pt idx="3756">
                  <c:v>18.78</c:v>
                </c:pt>
                <c:pt idx="3757">
                  <c:v>18.785</c:v>
                </c:pt>
                <c:pt idx="3758">
                  <c:v>18.79</c:v>
                </c:pt>
                <c:pt idx="3759">
                  <c:v>18.795</c:v>
                </c:pt>
                <c:pt idx="3760">
                  <c:v>18.8</c:v>
                </c:pt>
                <c:pt idx="3761">
                  <c:v>18.805</c:v>
                </c:pt>
                <c:pt idx="3762">
                  <c:v>18.81</c:v>
                </c:pt>
                <c:pt idx="3763">
                  <c:v>18.815</c:v>
                </c:pt>
                <c:pt idx="3764">
                  <c:v>18.82</c:v>
                </c:pt>
                <c:pt idx="3765">
                  <c:v>18.825</c:v>
                </c:pt>
                <c:pt idx="3766">
                  <c:v>18.83</c:v>
                </c:pt>
                <c:pt idx="3767">
                  <c:v>18.835</c:v>
                </c:pt>
                <c:pt idx="3768">
                  <c:v>18.84</c:v>
                </c:pt>
                <c:pt idx="3769">
                  <c:v>18.845</c:v>
                </c:pt>
                <c:pt idx="3770">
                  <c:v>18.85</c:v>
                </c:pt>
                <c:pt idx="3771">
                  <c:v>18.855</c:v>
                </c:pt>
                <c:pt idx="3772">
                  <c:v>18.86</c:v>
                </c:pt>
                <c:pt idx="3773">
                  <c:v>18.865</c:v>
                </c:pt>
                <c:pt idx="3774">
                  <c:v>18.87</c:v>
                </c:pt>
                <c:pt idx="3775">
                  <c:v>18.875</c:v>
                </c:pt>
                <c:pt idx="3776">
                  <c:v>18.88</c:v>
                </c:pt>
                <c:pt idx="3777">
                  <c:v>18.885</c:v>
                </c:pt>
                <c:pt idx="3778">
                  <c:v>18.89</c:v>
                </c:pt>
                <c:pt idx="3779">
                  <c:v>18.895</c:v>
                </c:pt>
                <c:pt idx="3780">
                  <c:v>18.9</c:v>
                </c:pt>
                <c:pt idx="3781">
                  <c:v>18.905</c:v>
                </c:pt>
                <c:pt idx="3782">
                  <c:v>18.91</c:v>
                </c:pt>
                <c:pt idx="3783">
                  <c:v>18.915</c:v>
                </c:pt>
                <c:pt idx="3784">
                  <c:v>18.92</c:v>
                </c:pt>
                <c:pt idx="3785">
                  <c:v>18.925</c:v>
                </c:pt>
                <c:pt idx="3786">
                  <c:v>18.93</c:v>
                </c:pt>
                <c:pt idx="3787">
                  <c:v>18.935</c:v>
                </c:pt>
                <c:pt idx="3788">
                  <c:v>18.94</c:v>
                </c:pt>
                <c:pt idx="3789">
                  <c:v>18.945</c:v>
                </c:pt>
                <c:pt idx="3790">
                  <c:v>18.95</c:v>
                </c:pt>
                <c:pt idx="3791">
                  <c:v>18.955</c:v>
                </c:pt>
                <c:pt idx="3792">
                  <c:v>18.96</c:v>
                </c:pt>
                <c:pt idx="3793">
                  <c:v>18.965</c:v>
                </c:pt>
                <c:pt idx="3794">
                  <c:v>18.97</c:v>
                </c:pt>
                <c:pt idx="3795">
                  <c:v>18.975</c:v>
                </c:pt>
                <c:pt idx="3796">
                  <c:v>18.98</c:v>
                </c:pt>
                <c:pt idx="3797">
                  <c:v>18.985</c:v>
                </c:pt>
                <c:pt idx="3798">
                  <c:v>18.99</c:v>
                </c:pt>
                <c:pt idx="3799">
                  <c:v>18.995</c:v>
                </c:pt>
                <c:pt idx="3800">
                  <c:v>19</c:v>
                </c:pt>
                <c:pt idx="3801">
                  <c:v>19.005</c:v>
                </c:pt>
                <c:pt idx="3802">
                  <c:v>19.01</c:v>
                </c:pt>
                <c:pt idx="3803">
                  <c:v>19.015</c:v>
                </c:pt>
                <c:pt idx="3804">
                  <c:v>19.02</c:v>
                </c:pt>
                <c:pt idx="3805">
                  <c:v>19.025</c:v>
                </c:pt>
                <c:pt idx="3806">
                  <c:v>19.03</c:v>
                </c:pt>
                <c:pt idx="3807">
                  <c:v>19.035</c:v>
                </c:pt>
                <c:pt idx="3808">
                  <c:v>19.04</c:v>
                </c:pt>
                <c:pt idx="3809">
                  <c:v>19.045</c:v>
                </c:pt>
                <c:pt idx="3810">
                  <c:v>19.05</c:v>
                </c:pt>
                <c:pt idx="3811">
                  <c:v>19.055</c:v>
                </c:pt>
                <c:pt idx="3812">
                  <c:v>19.06</c:v>
                </c:pt>
                <c:pt idx="3813">
                  <c:v>19.065</c:v>
                </c:pt>
                <c:pt idx="3814">
                  <c:v>19.07</c:v>
                </c:pt>
                <c:pt idx="3815">
                  <c:v>19.075</c:v>
                </c:pt>
                <c:pt idx="3816">
                  <c:v>19.08</c:v>
                </c:pt>
                <c:pt idx="3817">
                  <c:v>19.085</c:v>
                </c:pt>
                <c:pt idx="3818">
                  <c:v>19.09</c:v>
                </c:pt>
                <c:pt idx="3819">
                  <c:v>19.095</c:v>
                </c:pt>
                <c:pt idx="3820">
                  <c:v>19.1</c:v>
                </c:pt>
                <c:pt idx="3821">
                  <c:v>19.105</c:v>
                </c:pt>
                <c:pt idx="3822">
                  <c:v>19.11</c:v>
                </c:pt>
                <c:pt idx="3823">
                  <c:v>19.115</c:v>
                </c:pt>
                <c:pt idx="3824">
                  <c:v>19.12</c:v>
                </c:pt>
                <c:pt idx="3825">
                  <c:v>19.125</c:v>
                </c:pt>
                <c:pt idx="3826">
                  <c:v>19.13</c:v>
                </c:pt>
                <c:pt idx="3827">
                  <c:v>19.135</c:v>
                </c:pt>
                <c:pt idx="3828">
                  <c:v>19.14</c:v>
                </c:pt>
                <c:pt idx="3829">
                  <c:v>19.145</c:v>
                </c:pt>
                <c:pt idx="3830">
                  <c:v>19.15</c:v>
                </c:pt>
                <c:pt idx="3831">
                  <c:v>19.155</c:v>
                </c:pt>
                <c:pt idx="3832">
                  <c:v>19.16</c:v>
                </c:pt>
                <c:pt idx="3833">
                  <c:v>19.165</c:v>
                </c:pt>
                <c:pt idx="3834">
                  <c:v>19.17</c:v>
                </c:pt>
                <c:pt idx="3835">
                  <c:v>19.175</c:v>
                </c:pt>
                <c:pt idx="3836">
                  <c:v>19.18</c:v>
                </c:pt>
                <c:pt idx="3837">
                  <c:v>19.185</c:v>
                </c:pt>
                <c:pt idx="3838">
                  <c:v>19.19</c:v>
                </c:pt>
                <c:pt idx="3839">
                  <c:v>19.195</c:v>
                </c:pt>
                <c:pt idx="3840">
                  <c:v>19.2</c:v>
                </c:pt>
                <c:pt idx="3841">
                  <c:v>19.205</c:v>
                </c:pt>
                <c:pt idx="3842">
                  <c:v>19.21</c:v>
                </c:pt>
                <c:pt idx="3843">
                  <c:v>19.215</c:v>
                </c:pt>
                <c:pt idx="3844">
                  <c:v>19.22</c:v>
                </c:pt>
                <c:pt idx="3845">
                  <c:v>19.225</c:v>
                </c:pt>
                <c:pt idx="3846">
                  <c:v>19.23</c:v>
                </c:pt>
                <c:pt idx="3847">
                  <c:v>19.235</c:v>
                </c:pt>
                <c:pt idx="3848">
                  <c:v>19.24</c:v>
                </c:pt>
                <c:pt idx="3849">
                  <c:v>19.245</c:v>
                </c:pt>
                <c:pt idx="3850">
                  <c:v>19.25</c:v>
                </c:pt>
                <c:pt idx="3851">
                  <c:v>19.255</c:v>
                </c:pt>
                <c:pt idx="3852">
                  <c:v>19.26</c:v>
                </c:pt>
                <c:pt idx="3853">
                  <c:v>19.265</c:v>
                </c:pt>
                <c:pt idx="3854">
                  <c:v>19.27</c:v>
                </c:pt>
                <c:pt idx="3855">
                  <c:v>19.275</c:v>
                </c:pt>
                <c:pt idx="3856">
                  <c:v>19.28</c:v>
                </c:pt>
                <c:pt idx="3857">
                  <c:v>19.285</c:v>
                </c:pt>
                <c:pt idx="3858">
                  <c:v>19.29</c:v>
                </c:pt>
                <c:pt idx="3859">
                  <c:v>19.295</c:v>
                </c:pt>
                <c:pt idx="3860">
                  <c:v>19.3</c:v>
                </c:pt>
                <c:pt idx="3861">
                  <c:v>19.305</c:v>
                </c:pt>
                <c:pt idx="3862">
                  <c:v>19.31</c:v>
                </c:pt>
                <c:pt idx="3863">
                  <c:v>19.315</c:v>
                </c:pt>
                <c:pt idx="3864">
                  <c:v>19.32</c:v>
                </c:pt>
                <c:pt idx="3865">
                  <c:v>19.325</c:v>
                </c:pt>
                <c:pt idx="3866">
                  <c:v>19.33</c:v>
                </c:pt>
                <c:pt idx="3867">
                  <c:v>19.335</c:v>
                </c:pt>
                <c:pt idx="3868">
                  <c:v>19.34</c:v>
                </c:pt>
                <c:pt idx="3869">
                  <c:v>19.345</c:v>
                </c:pt>
                <c:pt idx="3870">
                  <c:v>19.35</c:v>
                </c:pt>
                <c:pt idx="3871">
                  <c:v>19.355</c:v>
                </c:pt>
                <c:pt idx="3872">
                  <c:v>19.36</c:v>
                </c:pt>
                <c:pt idx="3873">
                  <c:v>19.365</c:v>
                </c:pt>
                <c:pt idx="3874">
                  <c:v>19.37</c:v>
                </c:pt>
                <c:pt idx="3875">
                  <c:v>19.375</c:v>
                </c:pt>
                <c:pt idx="3876">
                  <c:v>19.38</c:v>
                </c:pt>
                <c:pt idx="3877">
                  <c:v>19.385</c:v>
                </c:pt>
                <c:pt idx="3878">
                  <c:v>19.39</c:v>
                </c:pt>
                <c:pt idx="3879">
                  <c:v>19.395</c:v>
                </c:pt>
                <c:pt idx="3880">
                  <c:v>19.4</c:v>
                </c:pt>
                <c:pt idx="3881">
                  <c:v>19.405</c:v>
                </c:pt>
                <c:pt idx="3882">
                  <c:v>19.41</c:v>
                </c:pt>
                <c:pt idx="3883">
                  <c:v>19.415</c:v>
                </c:pt>
                <c:pt idx="3884">
                  <c:v>19.42</c:v>
                </c:pt>
                <c:pt idx="3885">
                  <c:v>19.425</c:v>
                </c:pt>
                <c:pt idx="3886">
                  <c:v>19.43</c:v>
                </c:pt>
                <c:pt idx="3887">
                  <c:v>19.435</c:v>
                </c:pt>
                <c:pt idx="3888">
                  <c:v>19.44</c:v>
                </c:pt>
                <c:pt idx="3889">
                  <c:v>19.445</c:v>
                </c:pt>
                <c:pt idx="3890">
                  <c:v>19.45</c:v>
                </c:pt>
                <c:pt idx="3891">
                  <c:v>19.455</c:v>
                </c:pt>
                <c:pt idx="3892">
                  <c:v>19.46</c:v>
                </c:pt>
                <c:pt idx="3893">
                  <c:v>19.465</c:v>
                </c:pt>
                <c:pt idx="3894">
                  <c:v>19.47</c:v>
                </c:pt>
                <c:pt idx="3895">
                  <c:v>19.475</c:v>
                </c:pt>
                <c:pt idx="3896">
                  <c:v>19.48</c:v>
                </c:pt>
                <c:pt idx="3897">
                  <c:v>19.485</c:v>
                </c:pt>
                <c:pt idx="3898">
                  <c:v>19.49</c:v>
                </c:pt>
                <c:pt idx="3899">
                  <c:v>19.495</c:v>
                </c:pt>
                <c:pt idx="3900">
                  <c:v>19.5</c:v>
                </c:pt>
                <c:pt idx="3901">
                  <c:v>19.505</c:v>
                </c:pt>
                <c:pt idx="3902">
                  <c:v>19.51</c:v>
                </c:pt>
                <c:pt idx="3903">
                  <c:v>19.515</c:v>
                </c:pt>
                <c:pt idx="3904">
                  <c:v>19.52</c:v>
                </c:pt>
                <c:pt idx="3905">
                  <c:v>19.525</c:v>
                </c:pt>
                <c:pt idx="3906">
                  <c:v>19.53</c:v>
                </c:pt>
                <c:pt idx="3907">
                  <c:v>19.535</c:v>
                </c:pt>
                <c:pt idx="3908">
                  <c:v>19.54</c:v>
                </c:pt>
                <c:pt idx="3909">
                  <c:v>19.545</c:v>
                </c:pt>
                <c:pt idx="3910">
                  <c:v>19.55</c:v>
                </c:pt>
                <c:pt idx="3911">
                  <c:v>19.555</c:v>
                </c:pt>
                <c:pt idx="3912">
                  <c:v>19.56</c:v>
                </c:pt>
                <c:pt idx="3913">
                  <c:v>19.565</c:v>
                </c:pt>
                <c:pt idx="3914">
                  <c:v>19.57</c:v>
                </c:pt>
                <c:pt idx="3915">
                  <c:v>19.575</c:v>
                </c:pt>
                <c:pt idx="3916">
                  <c:v>19.58</c:v>
                </c:pt>
                <c:pt idx="3917">
                  <c:v>19.585</c:v>
                </c:pt>
                <c:pt idx="3918">
                  <c:v>19.59</c:v>
                </c:pt>
                <c:pt idx="3919">
                  <c:v>19.595</c:v>
                </c:pt>
                <c:pt idx="3920">
                  <c:v>19.6</c:v>
                </c:pt>
                <c:pt idx="3921">
                  <c:v>19.605</c:v>
                </c:pt>
                <c:pt idx="3922">
                  <c:v>19.61</c:v>
                </c:pt>
                <c:pt idx="3923">
                  <c:v>19.615</c:v>
                </c:pt>
                <c:pt idx="3924">
                  <c:v>19.62</c:v>
                </c:pt>
                <c:pt idx="3925">
                  <c:v>19.625</c:v>
                </c:pt>
                <c:pt idx="3926">
                  <c:v>19.63</c:v>
                </c:pt>
                <c:pt idx="3927">
                  <c:v>19.635</c:v>
                </c:pt>
                <c:pt idx="3928">
                  <c:v>19.64</c:v>
                </c:pt>
                <c:pt idx="3929">
                  <c:v>19.645</c:v>
                </c:pt>
                <c:pt idx="3930">
                  <c:v>19.65</c:v>
                </c:pt>
                <c:pt idx="3931">
                  <c:v>19.655</c:v>
                </c:pt>
                <c:pt idx="3932">
                  <c:v>19.66</c:v>
                </c:pt>
                <c:pt idx="3933">
                  <c:v>19.665</c:v>
                </c:pt>
                <c:pt idx="3934">
                  <c:v>19.67</c:v>
                </c:pt>
                <c:pt idx="3935">
                  <c:v>19.675</c:v>
                </c:pt>
                <c:pt idx="3936">
                  <c:v>19.68</c:v>
                </c:pt>
                <c:pt idx="3937">
                  <c:v>19.685</c:v>
                </c:pt>
                <c:pt idx="3938">
                  <c:v>19.69</c:v>
                </c:pt>
                <c:pt idx="3939">
                  <c:v>19.695</c:v>
                </c:pt>
                <c:pt idx="3940">
                  <c:v>19.7</c:v>
                </c:pt>
                <c:pt idx="3941">
                  <c:v>19.705</c:v>
                </c:pt>
                <c:pt idx="3942">
                  <c:v>19.71</c:v>
                </c:pt>
                <c:pt idx="3943">
                  <c:v>19.715</c:v>
                </c:pt>
                <c:pt idx="3944">
                  <c:v>19.72</c:v>
                </c:pt>
                <c:pt idx="3945">
                  <c:v>19.725</c:v>
                </c:pt>
                <c:pt idx="3946">
                  <c:v>19.73</c:v>
                </c:pt>
                <c:pt idx="3947">
                  <c:v>19.735</c:v>
                </c:pt>
                <c:pt idx="3948">
                  <c:v>19.74</c:v>
                </c:pt>
                <c:pt idx="3949">
                  <c:v>19.745</c:v>
                </c:pt>
                <c:pt idx="3950">
                  <c:v>19.75</c:v>
                </c:pt>
                <c:pt idx="3951">
                  <c:v>19.755</c:v>
                </c:pt>
                <c:pt idx="3952">
                  <c:v>19.76</c:v>
                </c:pt>
                <c:pt idx="3953">
                  <c:v>19.765</c:v>
                </c:pt>
                <c:pt idx="3954">
                  <c:v>19.77</c:v>
                </c:pt>
                <c:pt idx="3955">
                  <c:v>19.775</c:v>
                </c:pt>
                <c:pt idx="3956">
                  <c:v>19.78</c:v>
                </c:pt>
                <c:pt idx="3957">
                  <c:v>19.785</c:v>
                </c:pt>
                <c:pt idx="3958">
                  <c:v>19.79</c:v>
                </c:pt>
                <c:pt idx="3959">
                  <c:v>19.795</c:v>
                </c:pt>
                <c:pt idx="3960">
                  <c:v>19.8</c:v>
                </c:pt>
                <c:pt idx="3961">
                  <c:v>19.805</c:v>
                </c:pt>
                <c:pt idx="3962">
                  <c:v>19.81</c:v>
                </c:pt>
                <c:pt idx="3963">
                  <c:v>19.815</c:v>
                </c:pt>
                <c:pt idx="3964">
                  <c:v>19.82</c:v>
                </c:pt>
                <c:pt idx="3965">
                  <c:v>19.825</c:v>
                </c:pt>
                <c:pt idx="3966">
                  <c:v>19.83</c:v>
                </c:pt>
                <c:pt idx="3967">
                  <c:v>19.835</c:v>
                </c:pt>
                <c:pt idx="3968">
                  <c:v>19.84</c:v>
                </c:pt>
                <c:pt idx="3969">
                  <c:v>19.845</c:v>
                </c:pt>
                <c:pt idx="3970">
                  <c:v>19.85</c:v>
                </c:pt>
                <c:pt idx="3971">
                  <c:v>19.855</c:v>
                </c:pt>
                <c:pt idx="3972">
                  <c:v>19.86</c:v>
                </c:pt>
                <c:pt idx="3973">
                  <c:v>19.865</c:v>
                </c:pt>
                <c:pt idx="3974">
                  <c:v>19.87</c:v>
                </c:pt>
                <c:pt idx="3975">
                  <c:v>19.875</c:v>
                </c:pt>
                <c:pt idx="3976">
                  <c:v>19.88</c:v>
                </c:pt>
                <c:pt idx="3977">
                  <c:v>19.885</c:v>
                </c:pt>
                <c:pt idx="3978">
                  <c:v>19.89</c:v>
                </c:pt>
                <c:pt idx="3979">
                  <c:v>19.895</c:v>
                </c:pt>
                <c:pt idx="3980">
                  <c:v>19.9</c:v>
                </c:pt>
                <c:pt idx="3981">
                  <c:v>19.905</c:v>
                </c:pt>
                <c:pt idx="3982">
                  <c:v>19.91</c:v>
                </c:pt>
                <c:pt idx="3983">
                  <c:v>19.915</c:v>
                </c:pt>
                <c:pt idx="3984">
                  <c:v>19.92</c:v>
                </c:pt>
                <c:pt idx="3985">
                  <c:v>19.925</c:v>
                </c:pt>
                <c:pt idx="3986">
                  <c:v>19.93</c:v>
                </c:pt>
                <c:pt idx="3987">
                  <c:v>19.935</c:v>
                </c:pt>
                <c:pt idx="3988">
                  <c:v>19.94</c:v>
                </c:pt>
                <c:pt idx="3989">
                  <c:v>19.945</c:v>
                </c:pt>
                <c:pt idx="3990">
                  <c:v>19.95</c:v>
                </c:pt>
                <c:pt idx="3991">
                  <c:v>19.955</c:v>
                </c:pt>
                <c:pt idx="3992">
                  <c:v>19.96</c:v>
                </c:pt>
                <c:pt idx="3993">
                  <c:v>19.965</c:v>
                </c:pt>
                <c:pt idx="3994">
                  <c:v>19.97</c:v>
                </c:pt>
                <c:pt idx="3995">
                  <c:v>19.975</c:v>
                </c:pt>
                <c:pt idx="3996">
                  <c:v>19.98</c:v>
                </c:pt>
                <c:pt idx="3997">
                  <c:v>19.985</c:v>
                </c:pt>
                <c:pt idx="3998">
                  <c:v>19.99</c:v>
                </c:pt>
                <c:pt idx="3999">
                  <c:v>19.995</c:v>
                </c:pt>
                <c:pt idx="4000">
                  <c:v>20</c:v>
                </c:pt>
                <c:pt idx="4001">
                  <c:v>20.005</c:v>
                </c:pt>
                <c:pt idx="4002">
                  <c:v>20.01</c:v>
                </c:pt>
                <c:pt idx="4003">
                  <c:v>20.015</c:v>
                </c:pt>
                <c:pt idx="4004">
                  <c:v>20.02</c:v>
                </c:pt>
                <c:pt idx="4005">
                  <c:v>20.025</c:v>
                </c:pt>
                <c:pt idx="4006">
                  <c:v>20.03</c:v>
                </c:pt>
                <c:pt idx="4007">
                  <c:v>20.035</c:v>
                </c:pt>
                <c:pt idx="4008">
                  <c:v>20.04</c:v>
                </c:pt>
                <c:pt idx="4009">
                  <c:v>20.045</c:v>
                </c:pt>
                <c:pt idx="4010">
                  <c:v>20.05</c:v>
                </c:pt>
                <c:pt idx="4011">
                  <c:v>20.055</c:v>
                </c:pt>
                <c:pt idx="4012">
                  <c:v>20.06</c:v>
                </c:pt>
                <c:pt idx="4013">
                  <c:v>20.065</c:v>
                </c:pt>
                <c:pt idx="4014">
                  <c:v>20.07</c:v>
                </c:pt>
                <c:pt idx="4015">
                  <c:v>20.075</c:v>
                </c:pt>
                <c:pt idx="4016">
                  <c:v>20.08</c:v>
                </c:pt>
                <c:pt idx="4017">
                  <c:v>20.085</c:v>
                </c:pt>
                <c:pt idx="4018">
                  <c:v>20.09</c:v>
                </c:pt>
                <c:pt idx="4019">
                  <c:v>20.095</c:v>
                </c:pt>
                <c:pt idx="4020">
                  <c:v>20.1</c:v>
                </c:pt>
                <c:pt idx="4021">
                  <c:v>20.105</c:v>
                </c:pt>
                <c:pt idx="4022">
                  <c:v>20.11</c:v>
                </c:pt>
                <c:pt idx="4023">
                  <c:v>20.115</c:v>
                </c:pt>
                <c:pt idx="4024">
                  <c:v>20.12</c:v>
                </c:pt>
                <c:pt idx="4025">
                  <c:v>20.125</c:v>
                </c:pt>
                <c:pt idx="4026">
                  <c:v>20.13</c:v>
                </c:pt>
                <c:pt idx="4027">
                  <c:v>20.135</c:v>
                </c:pt>
                <c:pt idx="4028">
                  <c:v>20.14</c:v>
                </c:pt>
                <c:pt idx="4029">
                  <c:v>20.145</c:v>
                </c:pt>
                <c:pt idx="4030">
                  <c:v>20.15</c:v>
                </c:pt>
                <c:pt idx="4031">
                  <c:v>20.155</c:v>
                </c:pt>
                <c:pt idx="4032">
                  <c:v>20.16</c:v>
                </c:pt>
                <c:pt idx="4033">
                  <c:v>20.165</c:v>
                </c:pt>
                <c:pt idx="4034">
                  <c:v>20.17</c:v>
                </c:pt>
                <c:pt idx="4035">
                  <c:v>20.175</c:v>
                </c:pt>
                <c:pt idx="4036">
                  <c:v>20.18</c:v>
                </c:pt>
                <c:pt idx="4037">
                  <c:v>20.185</c:v>
                </c:pt>
                <c:pt idx="4038">
                  <c:v>20.19</c:v>
                </c:pt>
                <c:pt idx="4039">
                  <c:v>20.195</c:v>
                </c:pt>
                <c:pt idx="4040">
                  <c:v>20.2</c:v>
                </c:pt>
                <c:pt idx="4041">
                  <c:v>20.205</c:v>
                </c:pt>
                <c:pt idx="4042">
                  <c:v>20.21</c:v>
                </c:pt>
                <c:pt idx="4043">
                  <c:v>20.215</c:v>
                </c:pt>
                <c:pt idx="4044">
                  <c:v>20.22</c:v>
                </c:pt>
                <c:pt idx="4045">
                  <c:v>20.225</c:v>
                </c:pt>
                <c:pt idx="4046">
                  <c:v>20.23</c:v>
                </c:pt>
                <c:pt idx="4047">
                  <c:v>20.235</c:v>
                </c:pt>
                <c:pt idx="4048">
                  <c:v>20.24</c:v>
                </c:pt>
                <c:pt idx="4049">
                  <c:v>20.245</c:v>
                </c:pt>
                <c:pt idx="4050">
                  <c:v>20.25</c:v>
                </c:pt>
                <c:pt idx="4051">
                  <c:v>20.255</c:v>
                </c:pt>
                <c:pt idx="4052">
                  <c:v>20.26</c:v>
                </c:pt>
                <c:pt idx="4053">
                  <c:v>20.265</c:v>
                </c:pt>
                <c:pt idx="4054">
                  <c:v>20.27</c:v>
                </c:pt>
                <c:pt idx="4055">
                  <c:v>20.275</c:v>
                </c:pt>
                <c:pt idx="4056">
                  <c:v>20.28</c:v>
                </c:pt>
                <c:pt idx="4057">
                  <c:v>20.285</c:v>
                </c:pt>
                <c:pt idx="4058">
                  <c:v>20.29</c:v>
                </c:pt>
                <c:pt idx="4059">
                  <c:v>20.295</c:v>
                </c:pt>
                <c:pt idx="4060">
                  <c:v>20.3</c:v>
                </c:pt>
                <c:pt idx="4061">
                  <c:v>20.305</c:v>
                </c:pt>
                <c:pt idx="4062">
                  <c:v>20.31</c:v>
                </c:pt>
                <c:pt idx="4063">
                  <c:v>20.315</c:v>
                </c:pt>
                <c:pt idx="4064">
                  <c:v>20.32</c:v>
                </c:pt>
                <c:pt idx="4065">
                  <c:v>20.325</c:v>
                </c:pt>
                <c:pt idx="4066">
                  <c:v>20.33</c:v>
                </c:pt>
                <c:pt idx="4067">
                  <c:v>20.335</c:v>
                </c:pt>
                <c:pt idx="4068">
                  <c:v>20.34</c:v>
                </c:pt>
                <c:pt idx="4069">
                  <c:v>20.345</c:v>
                </c:pt>
                <c:pt idx="4070">
                  <c:v>20.35</c:v>
                </c:pt>
                <c:pt idx="4071">
                  <c:v>20.355</c:v>
                </c:pt>
                <c:pt idx="4072">
                  <c:v>20.36</c:v>
                </c:pt>
                <c:pt idx="4073">
                  <c:v>20.365</c:v>
                </c:pt>
                <c:pt idx="4074">
                  <c:v>20.37</c:v>
                </c:pt>
                <c:pt idx="4075">
                  <c:v>20.375</c:v>
                </c:pt>
                <c:pt idx="4076">
                  <c:v>20.38</c:v>
                </c:pt>
                <c:pt idx="4077">
                  <c:v>20.385</c:v>
                </c:pt>
                <c:pt idx="4078">
                  <c:v>20.39</c:v>
                </c:pt>
                <c:pt idx="4079">
                  <c:v>20.395</c:v>
                </c:pt>
                <c:pt idx="4080">
                  <c:v>20.4</c:v>
                </c:pt>
                <c:pt idx="4081">
                  <c:v>20.405</c:v>
                </c:pt>
                <c:pt idx="4082">
                  <c:v>20.41</c:v>
                </c:pt>
                <c:pt idx="4083">
                  <c:v>20.415</c:v>
                </c:pt>
                <c:pt idx="4084">
                  <c:v>20.42</c:v>
                </c:pt>
                <c:pt idx="4085">
                  <c:v>20.425</c:v>
                </c:pt>
                <c:pt idx="4086">
                  <c:v>20.43</c:v>
                </c:pt>
                <c:pt idx="4087">
                  <c:v>20.435</c:v>
                </c:pt>
                <c:pt idx="4088">
                  <c:v>20.44</c:v>
                </c:pt>
                <c:pt idx="4089">
                  <c:v>20.445</c:v>
                </c:pt>
                <c:pt idx="4090">
                  <c:v>20.45</c:v>
                </c:pt>
                <c:pt idx="4091">
                  <c:v>20.455</c:v>
                </c:pt>
                <c:pt idx="4092">
                  <c:v>20.46</c:v>
                </c:pt>
                <c:pt idx="4093">
                  <c:v>20.465</c:v>
                </c:pt>
                <c:pt idx="4094">
                  <c:v>20.47</c:v>
                </c:pt>
                <c:pt idx="4095">
                  <c:v>20.475</c:v>
                </c:pt>
                <c:pt idx="4096">
                  <c:v>20.48</c:v>
                </c:pt>
                <c:pt idx="4097">
                  <c:v>20.485</c:v>
                </c:pt>
                <c:pt idx="4098">
                  <c:v>20.49</c:v>
                </c:pt>
                <c:pt idx="4099">
                  <c:v>20.495</c:v>
                </c:pt>
                <c:pt idx="4100">
                  <c:v>20.5</c:v>
                </c:pt>
                <c:pt idx="4101">
                  <c:v>20.505</c:v>
                </c:pt>
                <c:pt idx="4102">
                  <c:v>20.51</c:v>
                </c:pt>
                <c:pt idx="4103">
                  <c:v>20.515</c:v>
                </c:pt>
                <c:pt idx="4104">
                  <c:v>20.52</c:v>
                </c:pt>
                <c:pt idx="4105">
                  <c:v>20.525</c:v>
                </c:pt>
                <c:pt idx="4106">
                  <c:v>20.53</c:v>
                </c:pt>
                <c:pt idx="4107">
                  <c:v>20.535</c:v>
                </c:pt>
                <c:pt idx="4108">
                  <c:v>20.54</c:v>
                </c:pt>
                <c:pt idx="4109">
                  <c:v>20.545</c:v>
                </c:pt>
                <c:pt idx="4110">
                  <c:v>20.55</c:v>
                </c:pt>
                <c:pt idx="4111">
                  <c:v>20.555</c:v>
                </c:pt>
                <c:pt idx="4112">
                  <c:v>20.56</c:v>
                </c:pt>
                <c:pt idx="4113">
                  <c:v>20.565</c:v>
                </c:pt>
                <c:pt idx="4114">
                  <c:v>20.57</c:v>
                </c:pt>
                <c:pt idx="4115">
                  <c:v>20.575</c:v>
                </c:pt>
                <c:pt idx="4116">
                  <c:v>20.58</c:v>
                </c:pt>
                <c:pt idx="4117">
                  <c:v>20.585</c:v>
                </c:pt>
                <c:pt idx="4118">
                  <c:v>20.59</c:v>
                </c:pt>
                <c:pt idx="4119">
                  <c:v>20.595</c:v>
                </c:pt>
                <c:pt idx="4120">
                  <c:v>20.6</c:v>
                </c:pt>
                <c:pt idx="4121">
                  <c:v>20.605</c:v>
                </c:pt>
                <c:pt idx="4122">
                  <c:v>20.61</c:v>
                </c:pt>
                <c:pt idx="4123">
                  <c:v>20.615</c:v>
                </c:pt>
                <c:pt idx="4124">
                  <c:v>20.62</c:v>
                </c:pt>
                <c:pt idx="4125">
                  <c:v>20.625</c:v>
                </c:pt>
                <c:pt idx="4126">
                  <c:v>20.63</c:v>
                </c:pt>
                <c:pt idx="4127">
                  <c:v>20.635</c:v>
                </c:pt>
                <c:pt idx="4128">
                  <c:v>20.64</c:v>
                </c:pt>
                <c:pt idx="4129">
                  <c:v>20.645</c:v>
                </c:pt>
                <c:pt idx="4130">
                  <c:v>20.65</c:v>
                </c:pt>
                <c:pt idx="4131">
                  <c:v>20.655</c:v>
                </c:pt>
                <c:pt idx="4132">
                  <c:v>20.66</c:v>
                </c:pt>
                <c:pt idx="4133">
                  <c:v>20.665</c:v>
                </c:pt>
                <c:pt idx="4134">
                  <c:v>20.67</c:v>
                </c:pt>
                <c:pt idx="4135">
                  <c:v>20.675</c:v>
                </c:pt>
                <c:pt idx="4136">
                  <c:v>20.68</c:v>
                </c:pt>
                <c:pt idx="4137">
                  <c:v>20.685</c:v>
                </c:pt>
                <c:pt idx="4138">
                  <c:v>20.69</c:v>
                </c:pt>
                <c:pt idx="4139">
                  <c:v>20.695</c:v>
                </c:pt>
                <c:pt idx="4140">
                  <c:v>20.7</c:v>
                </c:pt>
                <c:pt idx="4141">
                  <c:v>20.705</c:v>
                </c:pt>
                <c:pt idx="4142">
                  <c:v>20.71</c:v>
                </c:pt>
                <c:pt idx="4143">
                  <c:v>20.715</c:v>
                </c:pt>
                <c:pt idx="4144">
                  <c:v>20.72</c:v>
                </c:pt>
                <c:pt idx="4145">
                  <c:v>20.725</c:v>
                </c:pt>
                <c:pt idx="4146">
                  <c:v>20.73</c:v>
                </c:pt>
                <c:pt idx="4147">
                  <c:v>20.735</c:v>
                </c:pt>
                <c:pt idx="4148">
                  <c:v>20.74</c:v>
                </c:pt>
                <c:pt idx="4149">
                  <c:v>20.745</c:v>
                </c:pt>
                <c:pt idx="4150">
                  <c:v>20.75</c:v>
                </c:pt>
                <c:pt idx="4151">
                  <c:v>20.755</c:v>
                </c:pt>
                <c:pt idx="4152">
                  <c:v>20.76</c:v>
                </c:pt>
                <c:pt idx="4153">
                  <c:v>20.765</c:v>
                </c:pt>
                <c:pt idx="4154">
                  <c:v>20.77</c:v>
                </c:pt>
                <c:pt idx="4155">
                  <c:v>20.775</c:v>
                </c:pt>
                <c:pt idx="4156">
                  <c:v>20.78</c:v>
                </c:pt>
                <c:pt idx="4157">
                  <c:v>20.785</c:v>
                </c:pt>
                <c:pt idx="4158">
                  <c:v>20.79</c:v>
                </c:pt>
                <c:pt idx="4159">
                  <c:v>20.795</c:v>
                </c:pt>
                <c:pt idx="4160">
                  <c:v>20.8</c:v>
                </c:pt>
                <c:pt idx="4161">
                  <c:v>20.805</c:v>
                </c:pt>
                <c:pt idx="4162">
                  <c:v>20.81</c:v>
                </c:pt>
                <c:pt idx="4163">
                  <c:v>20.815</c:v>
                </c:pt>
                <c:pt idx="4164">
                  <c:v>20.82</c:v>
                </c:pt>
                <c:pt idx="4165">
                  <c:v>20.825</c:v>
                </c:pt>
                <c:pt idx="4166">
                  <c:v>20.83</c:v>
                </c:pt>
                <c:pt idx="4167">
                  <c:v>20.835</c:v>
                </c:pt>
                <c:pt idx="4168">
                  <c:v>20.84</c:v>
                </c:pt>
                <c:pt idx="4169">
                  <c:v>20.845</c:v>
                </c:pt>
                <c:pt idx="4170">
                  <c:v>20.85</c:v>
                </c:pt>
                <c:pt idx="4171">
                  <c:v>20.855</c:v>
                </c:pt>
                <c:pt idx="4172">
                  <c:v>20.86</c:v>
                </c:pt>
                <c:pt idx="4173">
                  <c:v>20.865</c:v>
                </c:pt>
                <c:pt idx="4174">
                  <c:v>20.87</c:v>
                </c:pt>
                <c:pt idx="4175">
                  <c:v>20.875</c:v>
                </c:pt>
                <c:pt idx="4176">
                  <c:v>20.88</c:v>
                </c:pt>
                <c:pt idx="4177">
                  <c:v>20.885</c:v>
                </c:pt>
                <c:pt idx="4178">
                  <c:v>20.89</c:v>
                </c:pt>
                <c:pt idx="4179">
                  <c:v>20.895</c:v>
                </c:pt>
                <c:pt idx="4180">
                  <c:v>20.9</c:v>
                </c:pt>
                <c:pt idx="4181">
                  <c:v>20.905</c:v>
                </c:pt>
                <c:pt idx="4182">
                  <c:v>20.91</c:v>
                </c:pt>
                <c:pt idx="4183">
                  <c:v>20.915</c:v>
                </c:pt>
                <c:pt idx="4184">
                  <c:v>20.92</c:v>
                </c:pt>
                <c:pt idx="4185">
                  <c:v>20.925</c:v>
                </c:pt>
                <c:pt idx="4186">
                  <c:v>20.93</c:v>
                </c:pt>
                <c:pt idx="4187">
                  <c:v>20.935</c:v>
                </c:pt>
                <c:pt idx="4188">
                  <c:v>20.94</c:v>
                </c:pt>
                <c:pt idx="4189">
                  <c:v>20.945</c:v>
                </c:pt>
                <c:pt idx="4190">
                  <c:v>20.95</c:v>
                </c:pt>
                <c:pt idx="4191">
                  <c:v>20.955</c:v>
                </c:pt>
                <c:pt idx="4192">
                  <c:v>20.96</c:v>
                </c:pt>
                <c:pt idx="4193">
                  <c:v>20.965</c:v>
                </c:pt>
                <c:pt idx="4194">
                  <c:v>20.97</c:v>
                </c:pt>
                <c:pt idx="4195">
                  <c:v>20.975</c:v>
                </c:pt>
                <c:pt idx="4196">
                  <c:v>20.98</c:v>
                </c:pt>
                <c:pt idx="4197">
                  <c:v>20.985</c:v>
                </c:pt>
                <c:pt idx="4198">
                  <c:v>20.99</c:v>
                </c:pt>
                <c:pt idx="4199">
                  <c:v>20.995</c:v>
                </c:pt>
                <c:pt idx="4200">
                  <c:v>21</c:v>
                </c:pt>
                <c:pt idx="4201">
                  <c:v>21.005</c:v>
                </c:pt>
                <c:pt idx="4202">
                  <c:v>21.01</c:v>
                </c:pt>
                <c:pt idx="4203">
                  <c:v>21.015</c:v>
                </c:pt>
                <c:pt idx="4204">
                  <c:v>21.02</c:v>
                </c:pt>
                <c:pt idx="4205">
                  <c:v>21.025</c:v>
                </c:pt>
                <c:pt idx="4206">
                  <c:v>21.03</c:v>
                </c:pt>
                <c:pt idx="4207">
                  <c:v>21.035</c:v>
                </c:pt>
                <c:pt idx="4208">
                  <c:v>21.04</c:v>
                </c:pt>
                <c:pt idx="4209">
                  <c:v>21.045</c:v>
                </c:pt>
                <c:pt idx="4210">
                  <c:v>21.05</c:v>
                </c:pt>
                <c:pt idx="4211">
                  <c:v>21.055</c:v>
                </c:pt>
                <c:pt idx="4212">
                  <c:v>21.06</c:v>
                </c:pt>
                <c:pt idx="4213">
                  <c:v>21.065</c:v>
                </c:pt>
                <c:pt idx="4214">
                  <c:v>21.07</c:v>
                </c:pt>
                <c:pt idx="4215">
                  <c:v>21.075</c:v>
                </c:pt>
                <c:pt idx="4216">
                  <c:v>21.08</c:v>
                </c:pt>
                <c:pt idx="4217">
                  <c:v>21.085</c:v>
                </c:pt>
                <c:pt idx="4218">
                  <c:v>21.09</c:v>
                </c:pt>
                <c:pt idx="4219">
                  <c:v>21.095</c:v>
                </c:pt>
                <c:pt idx="4220">
                  <c:v>21.1</c:v>
                </c:pt>
                <c:pt idx="4221">
                  <c:v>21.105</c:v>
                </c:pt>
                <c:pt idx="4222">
                  <c:v>21.11</c:v>
                </c:pt>
                <c:pt idx="4223">
                  <c:v>21.115</c:v>
                </c:pt>
                <c:pt idx="4224">
                  <c:v>21.12</c:v>
                </c:pt>
                <c:pt idx="4225">
                  <c:v>21.125</c:v>
                </c:pt>
                <c:pt idx="4226">
                  <c:v>21.13</c:v>
                </c:pt>
                <c:pt idx="4227">
                  <c:v>21.135</c:v>
                </c:pt>
                <c:pt idx="4228">
                  <c:v>21.14</c:v>
                </c:pt>
                <c:pt idx="4229">
                  <c:v>21.145</c:v>
                </c:pt>
                <c:pt idx="4230">
                  <c:v>21.15</c:v>
                </c:pt>
                <c:pt idx="4231">
                  <c:v>21.155</c:v>
                </c:pt>
                <c:pt idx="4232">
                  <c:v>21.16</c:v>
                </c:pt>
                <c:pt idx="4233">
                  <c:v>21.165</c:v>
                </c:pt>
                <c:pt idx="4234">
                  <c:v>21.17</c:v>
                </c:pt>
                <c:pt idx="4235">
                  <c:v>21.175</c:v>
                </c:pt>
                <c:pt idx="4236">
                  <c:v>21.18</c:v>
                </c:pt>
                <c:pt idx="4237">
                  <c:v>21.185</c:v>
                </c:pt>
                <c:pt idx="4238">
                  <c:v>21.19</c:v>
                </c:pt>
                <c:pt idx="4239">
                  <c:v>21.195</c:v>
                </c:pt>
                <c:pt idx="4240">
                  <c:v>21.2</c:v>
                </c:pt>
                <c:pt idx="4241">
                  <c:v>21.205</c:v>
                </c:pt>
                <c:pt idx="4242">
                  <c:v>21.21</c:v>
                </c:pt>
                <c:pt idx="4243">
                  <c:v>21.215</c:v>
                </c:pt>
                <c:pt idx="4244">
                  <c:v>21.22</c:v>
                </c:pt>
                <c:pt idx="4245">
                  <c:v>21.225</c:v>
                </c:pt>
                <c:pt idx="4246">
                  <c:v>21.23</c:v>
                </c:pt>
                <c:pt idx="4247">
                  <c:v>21.235</c:v>
                </c:pt>
                <c:pt idx="4248">
                  <c:v>21.24</c:v>
                </c:pt>
                <c:pt idx="4249">
                  <c:v>21.245</c:v>
                </c:pt>
                <c:pt idx="4250">
                  <c:v>21.25</c:v>
                </c:pt>
                <c:pt idx="4251">
                  <c:v>21.255</c:v>
                </c:pt>
                <c:pt idx="4252">
                  <c:v>21.26</c:v>
                </c:pt>
                <c:pt idx="4253">
                  <c:v>21.265</c:v>
                </c:pt>
                <c:pt idx="4254">
                  <c:v>21.27</c:v>
                </c:pt>
                <c:pt idx="4255">
                  <c:v>21.275</c:v>
                </c:pt>
                <c:pt idx="4256">
                  <c:v>21.28</c:v>
                </c:pt>
                <c:pt idx="4257">
                  <c:v>21.285</c:v>
                </c:pt>
                <c:pt idx="4258">
                  <c:v>21.29</c:v>
                </c:pt>
                <c:pt idx="4259">
                  <c:v>21.295</c:v>
                </c:pt>
                <c:pt idx="4260">
                  <c:v>21.3</c:v>
                </c:pt>
                <c:pt idx="4261">
                  <c:v>21.305</c:v>
                </c:pt>
                <c:pt idx="4262">
                  <c:v>21.31</c:v>
                </c:pt>
                <c:pt idx="4263">
                  <c:v>21.315</c:v>
                </c:pt>
                <c:pt idx="4264">
                  <c:v>21.32</c:v>
                </c:pt>
                <c:pt idx="4265">
                  <c:v>21.325</c:v>
                </c:pt>
                <c:pt idx="4266">
                  <c:v>21.33</c:v>
                </c:pt>
                <c:pt idx="4267">
                  <c:v>21.335</c:v>
                </c:pt>
                <c:pt idx="4268">
                  <c:v>21.34</c:v>
                </c:pt>
                <c:pt idx="4269">
                  <c:v>21.345</c:v>
                </c:pt>
                <c:pt idx="4270">
                  <c:v>21.35</c:v>
                </c:pt>
                <c:pt idx="4271">
                  <c:v>21.355</c:v>
                </c:pt>
                <c:pt idx="4272">
                  <c:v>21.36</c:v>
                </c:pt>
                <c:pt idx="4273">
                  <c:v>21.365</c:v>
                </c:pt>
                <c:pt idx="4274">
                  <c:v>21.37</c:v>
                </c:pt>
                <c:pt idx="4275">
                  <c:v>21.375</c:v>
                </c:pt>
                <c:pt idx="4276">
                  <c:v>21.38</c:v>
                </c:pt>
                <c:pt idx="4277">
                  <c:v>21.385</c:v>
                </c:pt>
                <c:pt idx="4278">
                  <c:v>21.39</c:v>
                </c:pt>
                <c:pt idx="4279">
                  <c:v>21.395</c:v>
                </c:pt>
                <c:pt idx="4280">
                  <c:v>21.4</c:v>
                </c:pt>
                <c:pt idx="4281">
                  <c:v>21.405</c:v>
                </c:pt>
                <c:pt idx="4282">
                  <c:v>21.41</c:v>
                </c:pt>
                <c:pt idx="4283">
                  <c:v>21.415</c:v>
                </c:pt>
                <c:pt idx="4284">
                  <c:v>21.42</c:v>
                </c:pt>
                <c:pt idx="4285">
                  <c:v>21.425</c:v>
                </c:pt>
                <c:pt idx="4286">
                  <c:v>21.43</c:v>
                </c:pt>
                <c:pt idx="4287">
                  <c:v>21.435</c:v>
                </c:pt>
                <c:pt idx="4288">
                  <c:v>21.44</c:v>
                </c:pt>
                <c:pt idx="4289">
                  <c:v>21.445</c:v>
                </c:pt>
                <c:pt idx="4290">
                  <c:v>21.45</c:v>
                </c:pt>
                <c:pt idx="4291">
                  <c:v>21.455</c:v>
                </c:pt>
                <c:pt idx="4292">
                  <c:v>21.46</c:v>
                </c:pt>
                <c:pt idx="4293">
                  <c:v>21.465</c:v>
                </c:pt>
                <c:pt idx="4294">
                  <c:v>21.47</c:v>
                </c:pt>
                <c:pt idx="4295">
                  <c:v>21.475</c:v>
                </c:pt>
                <c:pt idx="4296">
                  <c:v>21.48</c:v>
                </c:pt>
                <c:pt idx="4297">
                  <c:v>21.485</c:v>
                </c:pt>
                <c:pt idx="4298">
                  <c:v>21.49</c:v>
                </c:pt>
                <c:pt idx="4299">
                  <c:v>21.495</c:v>
                </c:pt>
                <c:pt idx="4300">
                  <c:v>21.5</c:v>
                </c:pt>
                <c:pt idx="4301">
                  <c:v>21.505</c:v>
                </c:pt>
                <c:pt idx="4302">
                  <c:v>21.51</c:v>
                </c:pt>
                <c:pt idx="4303">
                  <c:v>21.515</c:v>
                </c:pt>
                <c:pt idx="4304">
                  <c:v>21.52</c:v>
                </c:pt>
                <c:pt idx="4305">
                  <c:v>21.525</c:v>
                </c:pt>
                <c:pt idx="4306">
                  <c:v>21.53</c:v>
                </c:pt>
                <c:pt idx="4307">
                  <c:v>21.535</c:v>
                </c:pt>
                <c:pt idx="4308">
                  <c:v>21.54</c:v>
                </c:pt>
                <c:pt idx="4309">
                  <c:v>21.545</c:v>
                </c:pt>
                <c:pt idx="4310">
                  <c:v>21.55</c:v>
                </c:pt>
                <c:pt idx="4311">
                  <c:v>21.555</c:v>
                </c:pt>
                <c:pt idx="4312">
                  <c:v>21.56</c:v>
                </c:pt>
                <c:pt idx="4313">
                  <c:v>21.565</c:v>
                </c:pt>
                <c:pt idx="4314">
                  <c:v>21.57</c:v>
                </c:pt>
                <c:pt idx="4315">
                  <c:v>21.575</c:v>
                </c:pt>
                <c:pt idx="4316">
                  <c:v>21.58</c:v>
                </c:pt>
                <c:pt idx="4317">
                  <c:v>21.585</c:v>
                </c:pt>
                <c:pt idx="4318">
                  <c:v>21.59</c:v>
                </c:pt>
                <c:pt idx="4319">
                  <c:v>21.595</c:v>
                </c:pt>
                <c:pt idx="4320">
                  <c:v>21.6</c:v>
                </c:pt>
                <c:pt idx="4321">
                  <c:v>21.605</c:v>
                </c:pt>
                <c:pt idx="4322">
                  <c:v>21.61</c:v>
                </c:pt>
                <c:pt idx="4323">
                  <c:v>21.615</c:v>
                </c:pt>
                <c:pt idx="4324">
                  <c:v>21.62</c:v>
                </c:pt>
                <c:pt idx="4325">
                  <c:v>21.625</c:v>
                </c:pt>
                <c:pt idx="4326">
                  <c:v>21.63</c:v>
                </c:pt>
                <c:pt idx="4327">
                  <c:v>21.635</c:v>
                </c:pt>
                <c:pt idx="4328">
                  <c:v>21.64</c:v>
                </c:pt>
                <c:pt idx="4329">
                  <c:v>21.645</c:v>
                </c:pt>
                <c:pt idx="4330">
                  <c:v>21.65</c:v>
                </c:pt>
                <c:pt idx="4331">
                  <c:v>21.655</c:v>
                </c:pt>
                <c:pt idx="4332">
                  <c:v>21.66</c:v>
                </c:pt>
                <c:pt idx="4333">
                  <c:v>21.665</c:v>
                </c:pt>
                <c:pt idx="4334">
                  <c:v>21.67</c:v>
                </c:pt>
                <c:pt idx="4335">
                  <c:v>21.675</c:v>
                </c:pt>
                <c:pt idx="4336">
                  <c:v>21.68</c:v>
                </c:pt>
                <c:pt idx="4337">
                  <c:v>21.685</c:v>
                </c:pt>
                <c:pt idx="4338">
                  <c:v>21.69</c:v>
                </c:pt>
                <c:pt idx="4339">
                  <c:v>21.695</c:v>
                </c:pt>
                <c:pt idx="4340">
                  <c:v>21.7</c:v>
                </c:pt>
                <c:pt idx="4341">
                  <c:v>21.705</c:v>
                </c:pt>
                <c:pt idx="4342">
                  <c:v>21.71</c:v>
                </c:pt>
                <c:pt idx="4343">
                  <c:v>21.715</c:v>
                </c:pt>
                <c:pt idx="4344">
                  <c:v>21.72</c:v>
                </c:pt>
                <c:pt idx="4345">
                  <c:v>21.725</c:v>
                </c:pt>
                <c:pt idx="4346">
                  <c:v>21.73</c:v>
                </c:pt>
                <c:pt idx="4347">
                  <c:v>21.735</c:v>
                </c:pt>
                <c:pt idx="4348">
                  <c:v>21.74</c:v>
                </c:pt>
                <c:pt idx="4349">
                  <c:v>21.745</c:v>
                </c:pt>
                <c:pt idx="4350">
                  <c:v>21.75</c:v>
                </c:pt>
                <c:pt idx="4351">
                  <c:v>21.755</c:v>
                </c:pt>
                <c:pt idx="4352">
                  <c:v>21.76</c:v>
                </c:pt>
                <c:pt idx="4353">
                  <c:v>21.765</c:v>
                </c:pt>
                <c:pt idx="4354">
                  <c:v>21.77</c:v>
                </c:pt>
                <c:pt idx="4355">
                  <c:v>21.775</c:v>
                </c:pt>
                <c:pt idx="4356">
                  <c:v>21.78</c:v>
                </c:pt>
                <c:pt idx="4357">
                  <c:v>21.785</c:v>
                </c:pt>
                <c:pt idx="4358">
                  <c:v>21.79</c:v>
                </c:pt>
                <c:pt idx="4359">
                  <c:v>21.795</c:v>
                </c:pt>
                <c:pt idx="4360">
                  <c:v>21.8</c:v>
                </c:pt>
                <c:pt idx="4361">
                  <c:v>21.805</c:v>
                </c:pt>
                <c:pt idx="4362">
                  <c:v>21.81</c:v>
                </c:pt>
                <c:pt idx="4363">
                  <c:v>21.815</c:v>
                </c:pt>
                <c:pt idx="4364">
                  <c:v>21.82</c:v>
                </c:pt>
                <c:pt idx="4365">
                  <c:v>21.825</c:v>
                </c:pt>
                <c:pt idx="4366">
                  <c:v>21.83</c:v>
                </c:pt>
                <c:pt idx="4367">
                  <c:v>21.835</c:v>
                </c:pt>
                <c:pt idx="4368">
                  <c:v>21.84</c:v>
                </c:pt>
                <c:pt idx="4369">
                  <c:v>21.845</c:v>
                </c:pt>
                <c:pt idx="4370">
                  <c:v>21.85</c:v>
                </c:pt>
                <c:pt idx="4371">
                  <c:v>21.855</c:v>
                </c:pt>
                <c:pt idx="4372">
                  <c:v>21.86</c:v>
                </c:pt>
                <c:pt idx="4373">
                  <c:v>21.865</c:v>
                </c:pt>
                <c:pt idx="4374">
                  <c:v>21.87</c:v>
                </c:pt>
                <c:pt idx="4375">
                  <c:v>21.875</c:v>
                </c:pt>
                <c:pt idx="4376">
                  <c:v>21.88</c:v>
                </c:pt>
                <c:pt idx="4377">
                  <c:v>21.885</c:v>
                </c:pt>
                <c:pt idx="4378">
                  <c:v>21.89</c:v>
                </c:pt>
                <c:pt idx="4379">
                  <c:v>21.895</c:v>
                </c:pt>
                <c:pt idx="4380">
                  <c:v>21.9</c:v>
                </c:pt>
                <c:pt idx="4381">
                  <c:v>21.905</c:v>
                </c:pt>
                <c:pt idx="4382">
                  <c:v>21.91</c:v>
                </c:pt>
                <c:pt idx="4383">
                  <c:v>21.915</c:v>
                </c:pt>
                <c:pt idx="4384">
                  <c:v>21.92</c:v>
                </c:pt>
                <c:pt idx="4385">
                  <c:v>21.925</c:v>
                </c:pt>
                <c:pt idx="4386">
                  <c:v>21.93</c:v>
                </c:pt>
                <c:pt idx="4387">
                  <c:v>21.935</c:v>
                </c:pt>
                <c:pt idx="4388">
                  <c:v>21.94</c:v>
                </c:pt>
                <c:pt idx="4389">
                  <c:v>21.945</c:v>
                </c:pt>
                <c:pt idx="4390">
                  <c:v>21.95</c:v>
                </c:pt>
                <c:pt idx="4391">
                  <c:v>21.955</c:v>
                </c:pt>
                <c:pt idx="4392">
                  <c:v>21.96</c:v>
                </c:pt>
                <c:pt idx="4393">
                  <c:v>21.965</c:v>
                </c:pt>
                <c:pt idx="4394">
                  <c:v>21.97</c:v>
                </c:pt>
                <c:pt idx="4395">
                  <c:v>21.975</c:v>
                </c:pt>
                <c:pt idx="4396">
                  <c:v>21.98</c:v>
                </c:pt>
                <c:pt idx="4397">
                  <c:v>21.985</c:v>
                </c:pt>
                <c:pt idx="4398">
                  <c:v>21.99</c:v>
                </c:pt>
                <c:pt idx="4399">
                  <c:v>21.995</c:v>
                </c:pt>
                <c:pt idx="4400">
                  <c:v>22</c:v>
                </c:pt>
                <c:pt idx="4401">
                  <c:v>22.005</c:v>
                </c:pt>
                <c:pt idx="4402">
                  <c:v>22.01</c:v>
                </c:pt>
                <c:pt idx="4403">
                  <c:v>22.015</c:v>
                </c:pt>
                <c:pt idx="4404">
                  <c:v>22.02</c:v>
                </c:pt>
                <c:pt idx="4405">
                  <c:v>22.025</c:v>
                </c:pt>
                <c:pt idx="4406">
                  <c:v>22.03</c:v>
                </c:pt>
                <c:pt idx="4407">
                  <c:v>22.035</c:v>
                </c:pt>
                <c:pt idx="4408">
                  <c:v>22.04</c:v>
                </c:pt>
                <c:pt idx="4409">
                  <c:v>22.045</c:v>
                </c:pt>
                <c:pt idx="4410">
                  <c:v>22.05</c:v>
                </c:pt>
                <c:pt idx="4411">
                  <c:v>22.055</c:v>
                </c:pt>
                <c:pt idx="4412">
                  <c:v>22.06</c:v>
                </c:pt>
                <c:pt idx="4413">
                  <c:v>22.065</c:v>
                </c:pt>
                <c:pt idx="4414">
                  <c:v>22.07</c:v>
                </c:pt>
                <c:pt idx="4415">
                  <c:v>22.075</c:v>
                </c:pt>
                <c:pt idx="4416">
                  <c:v>22.08</c:v>
                </c:pt>
                <c:pt idx="4417">
                  <c:v>22.085</c:v>
                </c:pt>
                <c:pt idx="4418">
                  <c:v>22.09</c:v>
                </c:pt>
                <c:pt idx="4419">
                  <c:v>22.095</c:v>
                </c:pt>
                <c:pt idx="4420">
                  <c:v>22.1</c:v>
                </c:pt>
                <c:pt idx="4421">
                  <c:v>22.105</c:v>
                </c:pt>
                <c:pt idx="4422">
                  <c:v>22.11</c:v>
                </c:pt>
                <c:pt idx="4423">
                  <c:v>22.115</c:v>
                </c:pt>
                <c:pt idx="4424">
                  <c:v>22.12</c:v>
                </c:pt>
                <c:pt idx="4425">
                  <c:v>22.125</c:v>
                </c:pt>
                <c:pt idx="4426">
                  <c:v>22.13</c:v>
                </c:pt>
                <c:pt idx="4427">
                  <c:v>22.135</c:v>
                </c:pt>
                <c:pt idx="4428">
                  <c:v>22.14</c:v>
                </c:pt>
                <c:pt idx="4429">
                  <c:v>22.145</c:v>
                </c:pt>
                <c:pt idx="4430">
                  <c:v>22.15</c:v>
                </c:pt>
                <c:pt idx="4431">
                  <c:v>22.155</c:v>
                </c:pt>
                <c:pt idx="4432">
                  <c:v>22.16</c:v>
                </c:pt>
                <c:pt idx="4433">
                  <c:v>22.165</c:v>
                </c:pt>
                <c:pt idx="4434">
                  <c:v>22.17</c:v>
                </c:pt>
                <c:pt idx="4435">
                  <c:v>22.175</c:v>
                </c:pt>
                <c:pt idx="4436">
                  <c:v>22.18</c:v>
                </c:pt>
                <c:pt idx="4437">
                  <c:v>22.185</c:v>
                </c:pt>
                <c:pt idx="4438">
                  <c:v>22.19</c:v>
                </c:pt>
                <c:pt idx="4439">
                  <c:v>22.195</c:v>
                </c:pt>
                <c:pt idx="4440">
                  <c:v>22.2</c:v>
                </c:pt>
                <c:pt idx="4441">
                  <c:v>22.205</c:v>
                </c:pt>
                <c:pt idx="4442">
                  <c:v>22.21</c:v>
                </c:pt>
                <c:pt idx="4443">
                  <c:v>22.215</c:v>
                </c:pt>
                <c:pt idx="4444">
                  <c:v>22.22</c:v>
                </c:pt>
                <c:pt idx="4445">
                  <c:v>22.225</c:v>
                </c:pt>
                <c:pt idx="4446">
                  <c:v>22.23</c:v>
                </c:pt>
                <c:pt idx="4447">
                  <c:v>22.235</c:v>
                </c:pt>
                <c:pt idx="4448">
                  <c:v>22.24</c:v>
                </c:pt>
                <c:pt idx="4449">
                  <c:v>22.245</c:v>
                </c:pt>
                <c:pt idx="4450">
                  <c:v>22.25</c:v>
                </c:pt>
                <c:pt idx="4451">
                  <c:v>22.255</c:v>
                </c:pt>
                <c:pt idx="4452">
                  <c:v>22.26</c:v>
                </c:pt>
                <c:pt idx="4453">
                  <c:v>22.265</c:v>
                </c:pt>
                <c:pt idx="4454">
                  <c:v>22.27</c:v>
                </c:pt>
                <c:pt idx="4455">
                  <c:v>22.275</c:v>
                </c:pt>
                <c:pt idx="4456">
                  <c:v>22.28</c:v>
                </c:pt>
                <c:pt idx="4457">
                  <c:v>22.285</c:v>
                </c:pt>
                <c:pt idx="4458">
                  <c:v>22.29</c:v>
                </c:pt>
                <c:pt idx="4459">
                  <c:v>22.295</c:v>
                </c:pt>
                <c:pt idx="4460">
                  <c:v>22.3</c:v>
                </c:pt>
                <c:pt idx="4461">
                  <c:v>22.305</c:v>
                </c:pt>
                <c:pt idx="4462">
                  <c:v>22.31</c:v>
                </c:pt>
                <c:pt idx="4463">
                  <c:v>22.315</c:v>
                </c:pt>
                <c:pt idx="4464">
                  <c:v>22.32</c:v>
                </c:pt>
                <c:pt idx="4465">
                  <c:v>22.325</c:v>
                </c:pt>
                <c:pt idx="4466">
                  <c:v>22.33</c:v>
                </c:pt>
                <c:pt idx="4467">
                  <c:v>22.335</c:v>
                </c:pt>
                <c:pt idx="4468">
                  <c:v>22.34</c:v>
                </c:pt>
                <c:pt idx="4469">
                  <c:v>22.345</c:v>
                </c:pt>
                <c:pt idx="4470">
                  <c:v>22.35</c:v>
                </c:pt>
                <c:pt idx="4471">
                  <c:v>22.355</c:v>
                </c:pt>
                <c:pt idx="4472">
                  <c:v>22.36</c:v>
                </c:pt>
                <c:pt idx="4473">
                  <c:v>22.365</c:v>
                </c:pt>
                <c:pt idx="4474">
                  <c:v>22.37</c:v>
                </c:pt>
                <c:pt idx="4475">
                  <c:v>22.375</c:v>
                </c:pt>
                <c:pt idx="4476">
                  <c:v>22.38</c:v>
                </c:pt>
                <c:pt idx="4477">
                  <c:v>22.385</c:v>
                </c:pt>
                <c:pt idx="4478">
                  <c:v>22.39</c:v>
                </c:pt>
                <c:pt idx="4479">
                  <c:v>22.395</c:v>
                </c:pt>
                <c:pt idx="4480">
                  <c:v>22.4</c:v>
                </c:pt>
                <c:pt idx="4481">
                  <c:v>22.405</c:v>
                </c:pt>
                <c:pt idx="4482">
                  <c:v>22.41</c:v>
                </c:pt>
                <c:pt idx="4483">
                  <c:v>22.415</c:v>
                </c:pt>
                <c:pt idx="4484">
                  <c:v>22.42</c:v>
                </c:pt>
                <c:pt idx="4485">
                  <c:v>22.425</c:v>
                </c:pt>
                <c:pt idx="4486">
                  <c:v>22.43</c:v>
                </c:pt>
                <c:pt idx="4487">
                  <c:v>22.435</c:v>
                </c:pt>
                <c:pt idx="4488">
                  <c:v>22.44</c:v>
                </c:pt>
                <c:pt idx="4489">
                  <c:v>22.445</c:v>
                </c:pt>
                <c:pt idx="4490">
                  <c:v>22.45</c:v>
                </c:pt>
                <c:pt idx="4491">
                  <c:v>22.455</c:v>
                </c:pt>
                <c:pt idx="4492">
                  <c:v>22.46</c:v>
                </c:pt>
                <c:pt idx="4493">
                  <c:v>22.465</c:v>
                </c:pt>
                <c:pt idx="4494">
                  <c:v>22.47</c:v>
                </c:pt>
                <c:pt idx="4495">
                  <c:v>22.475</c:v>
                </c:pt>
                <c:pt idx="4496">
                  <c:v>22.48</c:v>
                </c:pt>
                <c:pt idx="4497">
                  <c:v>22.485</c:v>
                </c:pt>
                <c:pt idx="4498">
                  <c:v>22.49</c:v>
                </c:pt>
                <c:pt idx="4499">
                  <c:v>22.495</c:v>
                </c:pt>
                <c:pt idx="4500">
                  <c:v>22.5</c:v>
                </c:pt>
                <c:pt idx="4501">
                  <c:v>22.505</c:v>
                </c:pt>
                <c:pt idx="4502">
                  <c:v>22.51</c:v>
                </c:pt>
                <c:pt idx="4503">
                  <c:v>22.515</c:v>
                </c:pt>
                <c:pt idx="4504">
                  <c:v>22.52</c:v>
                </c:pt>
                <c:pt idx="4505">
                  <c:v>22.525</c:v>
                </c:pt>
                <c:pt idx="4506">
                  <c:v>22.53</c:v>
                </c:pt>
                <c:pt idx="4507">
                  <c:v>22.535</c:v>
                </c:pt>
                <c:pt idx="4508">
                  <c:v>22.54</c:v>
                </c:pt>
                <c:pt idx="4509">
                  <c:v>22.545</c:v>
                </c:pt>
                <c:pt idx="4510">
                  <c:v>22.55</c:v>
                </c:pt>
                <c:pt idx="4511">
                  <c:v>22.555</c:v>
                </c:pt>
                <c:pt idx="4512">
                  <c:v>22.56</c:v>
                </c:pt>
                <c:pt idx="4513">
                  <c:v>22.565</c:v>
                </c:pt>
                <c:pt idx="4514">
                  <c:v>22.57</c:v>
                </c:pt>
                <c:pt idx="4515">
                  <c:v>22.575</c:v>
                </c:pt>
                <c:pt idx="4516">
                  <c:v>22.58</c:v>
                </c:pt>
                <c:pt idx="4517">
                  <c:v>22.585</c:v>
                </c:pt>
                <c:pt idx="4518">
                  <c:v>22.59</c:v>
                </c:pt>
                <c:pt idx="4519">
                  <c:v>22.595</c:v>
                </c:pt>
                <c:pt idx="4520">
                  <c:v>22.6</c:v>
                </c:pt>
                <c:pt idx="4521">
                  <c:v>22.605</c:v>
                </c:pt>
                <c:pt idx="4522">
                  <c:v>22.61</c:v>
                </c:pt>
                <c:pt idx="4523">
                  <c:v>22.615</c:v>
                </c:pt>
                <c:pt idx="4524">
                  <c:v>22.62</c:v>
                </c:pt>
                <c:pt idx="4525">
                  <c:v>22.625</c:v>
                </c:pt>
                <c:pt idx="4526">
                  <c:v>22.63</c:v>
                </c:pt>
                <c:pt idx="4527">
                  <c:v>22.635</c:v>
                </c:pt>
                <c:pt idx="4528">
                  <c:v>22.64</c:v>
                </c:pt>
                <c:pt idx="4529">
                  <c:v>22.645</c:v>
                </c:pt>
                <c:pt idx="4530">
                  <c:v>22.65</c:v>
                </c:pt>
                <c:pt idx="4531">
                  <c:v>22.655</c:v>
                </c:pt>
                <c:pt idx="4532">
                  <c:v>22.66</c:v>
                </c:pt>
                <c:pt idx="4533">
                  <c:v>22.665</c:v>
                </c:pt>
                <c:pt idx="4534">
                  <c:v>22.67</c:v>
                </c:pt>
                <c:pt idx="4535">
                  <c:v>22.675</c:v>
                </c:pt>
                <c:pt idx="4536">
                  <c:v>22.68</c:v>
                </c:pt>
                <c:pt idx="4537">
                  <c:v>22.685</c:v>
                </c:pt>
                <c:pt idx="4538">
                  <c:v>22.69</c:v>
                </c:pt>
                <c:pt idx="4539">
                  <c:v>22.695</c:v>
                </c:pt>
                <c:pt idx="4540">
                  <c:v>22.7</c:v>
                </c:pt>
                <c:pt idx="4541">
                  <c:v>22.705</c:v>
                </c:pt>
                <c:pt idx="4542">
                  <c:v>22.71</c:v>
                </c:pt>
                <c:pt idx="4543">
                  <c:v>22.715</c:v>
                </c:pt>
                <c:pt idx="4544">
                  <c:v>22.72</c:v>
                </c:pt>
                <c:pt idx="4545">
                  <c:v>22.725</c:v>
                </c:pt>
                <c:pt idx="4546">
                  <c:v>22.73</c:v>
                </c:pt>
                <c:pt idx="4547">
                  <c:v>22.735</c:v>
                </c:pt>
                <c:pt idx="4548">
                  <c:v>22.74</c:v>
                </c:pt>
                <c:pt idx="4549">
                  <c:v>22.745</c:v>
                </c:pt>
                <c:pt idx="4550">
                  <c:v>22.75</c:v>
                </c:pt>
                <c:pt idx="4551">
                  <c:v>22.755</c:v>
                </c:pt>
                <c:pt idx="4552">
                  <c:v>22.76</c:v>
                </c:pt>
                <c:pt idx="4553">
                  <c:v>22.765</c:v>
                </c:pt>
                <c:pt idx="4554">
                  <c:v>22.77</c:v>
                </c:pt>
                <c:pt idx="4555">
                  <c:v>22.775</c:v>
                </c:pt>
                <c:pt idx="4556">
                  <c:v>22.78</c:v>
                </c:pt>
                <c:pt idx="4557">
                  <c:v>22.785</c:v>
                </c:pt>
                <c:pt idx="4558">
                  <c:v>22.79</c:v>
                </c:pt>
                <c:pt idx="4559">
                  <c:v>22.795</c:v>
                </c:pt>
                <c:pt idx="4560">
                  <c:v>22.8</c:v>
                </c:pt>
                <c:pt idx="4561">
                  <c:v>22.805</c:v>
                </c:pt>
                <c:pt idx="4562">
                  <c:v>22.81</c:v>
                </c:pt>
                <c:pt idx="4563">
                  <c:v>22.815</c:v>
                </c:pt>
                <c:pt idx="4564">
                  <c:v>22.82</c:v>
                </c:pt>
                <c:pt idx="4565">
                  <c:v>22.825</c:v>
                </c:pt>
                <c:pt idx="4566">
                  <c:v>22.83</c:v>
                </c:pt>
                <c:pt idx="4567">
                  <c:v>22.835</c:v>
                </c:pt>
                <c:pt idx="4568">
                  <c:v>22.84</c:v>
                </c:pt>
                <c:pt idx="4569">
                  <c:v>22.845</c:v>
                </c:pt>
                <c:pt idx="4570">
                  <c:v>22.85</c:v>
                </c:pt>
                <c:pt idx="4571">
                  <c:v>22.855</c:v>
                </c:pt>
                <c:pt idx="4572">
                  <c:v>22.86</c:v>
                </c:pt>
                <c:pt idx="4573">
                  <c:v>22.865</c:v>
                </c:pt>
                <c:pt idx="4574">
                  <c:v>22.87</c:v>
                </c:pt>
                <c:pt idx="4575">
                  <c:v>22.875</c:v>
                </c:pt>
                <c:pt idx="4576">
                  <c:v>22.88</c:v>
                </c:pt>
                <c:pt idx="4577">
                  <c:v>22.885</c:v>
                </c:pt>
                <c:pt idx="4578">
                  <c:v>22.89</c:v>
                </c:pt>
                <c:pt idx="4579">
                  <c:v>22.895</c:v>
                </c:pt>
                <c:pt idx="4580">
                  <c:v>22.9</c:v>
                </c:pt>
                <c:pt idx="4581">
                  <c:v>22.905</c:v>
                </c:pt>
                <c:pt idx="4582">
                  <c:v>22.91</c:v>
                </c:pt>
                <c:pt idx="4583">
                  <c:v>22.915</c:v>
                </c:pt>
                <c:pt idx="4584">
                  <c:v>22.92</c:v>
                </c:pt>
                <c:pt idx="4585">
                  <c:v>22.925</c:v>
                </c:pt>
                <c:pt idx="4586">
                  <c:v>22.93</c:v>
                </c:pt>
                <c:pt idx="4587">
                  <c:v>22.935</c:v>
                </c:pt>
                <c:pt idx="4588">
                  <c:v>22.94</c:v>
                </c:pt>
                <c:pt idx="4589">
                  <c:v>22.945</c:v>
                </c:pt>
                <c:pt idx="4590">
                  <c:v>22.95</c:v>
                </c:pt>
                <c:pt idx="4591">
                  <c:v>22.955</c:v>
                </c:pt>
                <c:pt idx="4592">
                  <c:v>22.96</c:v>
                </c:pt>
                <c:pt idx="4593">
                  <c:v>22.965</c:v>
                </c:pt>
                <c:pt idx="4594">
                  <c:v>22.97</c:v>
                </c:pt>
                <c:pt idx="4595">
                  <c:v>22.975</c:v>
                </c:pt>
                <c:pt idx="4596">
                  <c:v>22.98</c:v>
                </c:pt>
                <c:pt idx="4597">
                  <c:v>22.985</c:v>
                </c:pt>
                <c:pt idx="4598">
                  <c:v>22.99</c:v>
                </c:pt>
                <c:pt idx="4599">
                  <c:v>22.995</c:v>
                </c:pt>
                <c:pt idx="4600">
                  <c:v>23</c:v>
                </c:pt>
                <c:pt idx="4601">
                  <c:v>23.005</c:v>
                </c:pt>
                <c:pt idx="4602">
                  <c:v>23.01</c:v>
                </c:pt>
                <c:pt idx="4603">
                  <c:v>23.015</c:v>
                </c:pt>
                <c:pt idx="4604">
                  <c:v>23.02</c:v>
                </c:pt>
                <c:pt idx="4605">
                  <c:v>23.025</c:v>
                </c:pt>
                <c:pt idx="4606">
                  <c:v>23.03</c:v>
                </c:pt>
                <c:pt idx="4607">
                  <c:v>23.035</c:v>
                </c:pt>
                <c:pt idx="4608">
                  <c:v>23.04</c:v>
                </c:pt>
                <c:pt idx="4609">
                  <c:v>23.045</c:v>
                </c:pt>
                <c:pt idx="4610">
                  <c:v>23.05</c:v>
                </c:pt>
                <c:pt idx="4611">
                  <c:v>23.055</c:v>
                </c:pt>
                <c:pt idx="4612">
                  <c:v>23.06</c:v>
                </c:pt>
                <c:pt idx="4613">
                  <c:v>23.065</c:v>
                </c:pt>
                <c:pt idx="4614">
                  <c:v>23.07</c:v>
                </c:pt>
                <c:pt idx="4615">
                  <c:v>23.075</c:v>
                </c:pt>
                <c:pt idx="4616">
                  <c:v>23.08</c:v>
                </c:pt>
                <c:pt idx="4617">
                  <c:v>23.085</c:v>
                </c:pt>
                <c:pt idx="4618">
                  <c:v>23.09</c:v>
                </c:pt>
                <c:pt idx="4619">
                  <c:v>23.095</c:v>
                </c:pt>
                <c:pt idx="4620">
                  <c:v>23.1</c:v>
                </c:pt>
                <c:pt idx="4621">
                  <c:v>23.105</c:v>
                </c:pt>
                <c:pt idx="4622">
                  <c:v>23.11</c:v>
                </c:pt>
                <c:pt idx="4623">
                  <c:v>23.115</c:v>
                </c:pt>
                <c:pt idx="4624">
                  <c:v>23.12</c:v>
                </c:pt>
                <c:pt idx="4625">
                  <c:v>23.125</c:v>
                </c:pt>
                <c:pt idx="4626">
                  <c:v>23.13</c:v>
                </c:pt>
                <c:pt idx="4627">
                  <c:v>23.135</c:v>
                </c:pt>
                <c:pt idx="4628">
                  <c:v>23.14</c:v>
                </c:pt>
                <c:pt idx="4629">
                  <c:v>23.145</c:v>
                </c:pt>
                <c:pt idx="4630">
                  <c:v>23.15</c:v>
                </c:pt>
                <c:pt idx="4631">
                  <c:v>23.155</c:v>
                </c:pt>
                <c:pt idx="4632">
                  <c:v>23.16</c:v>
                </c:pt>
                <c:pt idx="4633">
                  <c:v>23.165</c:v>
                </c:pt>
                <c:pt idx="4634">
                  <c:v>23.17</c:v>
                </c:pt>
                <c:pt idx="4635">
                  <c:v>23.175</c:v>
                </c:pt>
                <c:pt idx="4636">
                  <c:v>23.18</c:v>
                </c:pt>
                <c:pt idx="4637">
                  <c:v>23.185</c:v>
                </c:pt>
                <c:pt idx="4638">
                  <c:v>23.19</c:v>
                </c:pt>
                <c:pt idx="4639">
                  <c:v>23.195</c:v>
                </c:pt>
                <c:pt idx="4640">
                  <c:v>23.2</c:v>
                </c:pt>
                <c:pt idx="4641">
                  <c:v>23.205</c:v>
                </c:pt>
                <c:pt idx="4642">
                  <c:v>23.21</c:v>
                </c:pt>
                <c:pt idx="4643">
                  <c:v>23.215</c:v>
                </c:pt>
                <c:pt idx="4644">
                  <c:v>23.22</c:v>
                </c:pt>
                <c:pt idx="4645">
                  <c:v>23.225</c:v>
                </c:pt>
                <c:pt idx="4646">
                  <c:v>23.23</c:v>
                </c:pt>
                <c:pt idx="4647">
                  <c:v>23.235</c:v>
                </c:pt>
                <c:pt idx="4648">
                  <c:v>23.24</c:v>
                </c:pt>
                <c:pt idx="4649">
                  <c:v>23.245</c:v>
                </c:pt>
                <c:pt idx="4650">
                  <c:v>23.25</c:v>
                </c:pt>
                <c:pt idx="4651">
                  <c:v>23.255</c:v>
                </c:pt>
                <c:pt idx="4652">
                  <c:v>23.26</c:v>
                </c:pt>
                <c:pt idx="4653">
                  <c:v>23.265</c:v>
                </c:pt>
                <c:pt idx="4654">
                  <c:v>23.27</c:v>
                </c:pt>
                <c:pt idx="4655">
                  <c:v>23.275</c:v>
                </c:pt>
                <c:pt idx="4656">
                  <c:v>23.28</c:v>
                </c:pt>
                <c:pt idx="4657">
                  <c:v>23.285</c:v>
                </c:pt>
                <c:pt idx="4658">
                  <c:v>23.29</c:v>
                </c:pt>
                <c:pt idx="4659">
                  <c:v>23.295</c:v>
                </c:pt>
                <c:pt idx="4660">
                  <c:v>23.3</c:v>
                </c:pt>
                <c:pt idx="4661">
                  <c:v>23.305</c:v>
                </c:pt>
                <c:pt idx="4662">
                  <c:v>23.31</c:v>
                </c:pt>
                <c:pt idx="4663">
                  <c:v>23.315</c:v>
                </c:pt>
                <c:pt idx="4664">
                  <c:v>23.32</c:v>
                </c:pt>
                <c:pt idx="4665">
                  <c:v>23.325</c:v>
                </c:pt>
                <c:pt idx="4666">
                  <c:v>23.33</c:v>
                </c:pt>
                <c:pt idx="4667">
                  <c:v>23.335</c:v>
                </c:pt>
                <c:pt idx="4668">
                  <c:v>23.34</c:v>
                </c:pt>
                <c:pt idx="4669">
                  <c:v>23.345</c:v>
                </c:pt>
                <c:pt idx="4670">
                  <c:v>23.35</c:v>
                </c:pt>
                <c:pt idx="4671">
                  <c:v>23.355</c:v>
                </c:pt>
                <c:pt idx="4672">
                  <c:v>23.36</c:v>
                </c:pt>
                <c:pt idx="4673">
                  <c:v>23.365</c:v>
                </c:pt>
                <c:pt idx="4674">
                  <c:v>23.37</c:v>
                </c:pt>
                <c:pt idx="4675">
                  <c:v>23.375</c:v>
                </c:pt>
                <c:pt idx="4676">
                  <c:v>23.38</c:v>
                </c:pt>
                <c:pt idx="4677">
                  <c:v>23.385</c:v>
                </c:pt>
                <c:pt idx="4678">
                  <c:v>23.39</c:v>
                </c:pt>
                <c:pt idx="4679">
                  <c:v>23.395</c:v>
                </c:pt>
                <c:pt idx="4680">
                  <c:v>23.4</c:v>
                </c:pt>
                <c:pt idx="4681">
                  <c:v>23.405</c:v>
                </c:pt>
                <c:pt idx="4682">
                  <c:v>23.41</c:v>
                </c:pt>
                <c:pt idx="4683">
                  <c:v>23.415</c:v>
                </c:pt>
                <c:pt idx="4684">
                  <c:v>23.42</c:v>
                </c:pt>
                <c:pt idx="4685">
                  <c:v>23.425</c:v>
                </c:pt>
                <c:pt idx="4686">
                  <c:v>23.43</c:v>
                </c:pt>
                <c:pt idx="4687">
                  <c:v>23.435</c:v>
                </c:pt>
                <c:pt idx="4688">
                  <c:v>23.44</c:v>
                </c:pt>
                <c:pt idx="4689">
                  <c:v>23.445</c:v>
                </c:pt>
                <c:pt idx="4690">
                  <c:v>23.45</c:v>
                </c:pt>
                <c:pt idx="4691">
                  <c:v>23.455</c:v>
                </c:pt>
                <c:pt idx="4692">
                  <c:v>23.46</c:v>
                </c:pt>
                <c:pt idx="4693">
                  <c:v>23.465</c:v>
                </c:pt>
                <c:pt idx="4694">
                  <c:v>23.47</c:v>
                </c:pt>
                <c:pt idx="4695">
                  <c:v>23.475</c:v>
                </c:pt>
                <c:pt idx="4696">
                  <c:v>23.48</c:v>
                </c:pt>
                <c:pt idx="4697">
                  <c:v>23.485</c:v>
                </c:pt>
                <c:pt idx="4698">
                  <c:v>23.49</c:v>
                </c:pt>
                <c:pt idx="4699">
                  <c:v>23.495</c:v>
                </c:pt>
                <c:pt idx="4700">
                  <c:v>23.5</c:v>
                </c:pt>
                <c:pt idx="4701">
                  <c:v>23.505</c:v>
                </c:pt>
                <c:pt idx="4702">
                  <c:v>23.51</c:v>
                </c:pt>
                <c:pt idx="4703">
                  <c:v>23.515</c:v>
                </c:pt>
                <c:pt idx="4704">
                  <c:v>23.52</c:v>
                </c:pt>
                <c:pt idx="4705">
                  <c:v>23.525</c:v>
                </c:pt>
                <c:pt idx="4706">
                  <c:v>23.53</c:v>
                </c:pt>
                <c:pt idx="4707">
                  <c:v>23.535</c:v>
                </c:pt>
                <c:pt idx="4708">
                  <c:v>23.54</c:v>
                </c:pt>
                <c:pt idx="4709">
                  <c:v>23.545</c:v>
                </c:pt>
                <c:pt idx="4710">
                  <c:v>23.55</c:v>
                </c:pt>
                <c:pt idx="4711">
                  <c:v>23.555</c:v>
                </c:pt>
                <c:pt idx="4712">
                  <c:v>23.56</c:v>
                </c:pt>
                <c:pt idx="4713">
                  <c:v>23.565</c:v>
                </c:pt>
                <c:pt idx="4714">
                  <c:v>23.57</c:v>
                </c:pt>
                <c:pt idx="4715">
                  <c:v>23.575</c:v>
                </c:pt>
                <c:pt idx="4716">
                  <c:v>23.58</c:v>
                </c:pt>
                <c:pt idx="4717">
                  <c:v>23.585</c:v>
                </c:pt>
                <c:pt idx="4718">
                  <c:v>23.59</c:v>
                </c:pt>
                <c:pt idx="4719">
                  <c:v>23.595</c:v>
                </c:pt>
                <c:pt idx="4720">
                  <c:v>23.6</c:v>
                </c:pt>
                <c:pt idx="4721">
                  <c:v>23.605</c:v>
                </c:pt>
                <c:pt idx="4722">
                  <c:v>23.61</c:v>
                </c:pt>
                <c:pt idx="4723">
                  <c:v>23.615</c:v>
                </c:pt>
                <c:pt idx="4724">
                  <c:v>23.62</c:v>
                </c:pt>
                <c:pt idx="4725">
                  <c:v>23.625</c:v>
                </c:pt>
                <c:pt idx="4726">
                  <c:v>23.63</c:v>
                </c:pt>
                <c:pt idx="4727">
                  <c:v>23.635</c:v>
                </c:pt>
                <c:pt idx="4728">
                  <c:v>23.64</c:v>
                </c:pt>
                <c:pt idx="4729">
                  <c:v>23.645</c:v>
                </c:pt>
                <c:pt idx="4730">
                  <c:v>23.65</c:v>
                </c:pt>
                <c:pt idx="4731">
                  <c:v>23.655</c:v>
                </c:pt>
                <c:pt idx="4732">
                  <c:v>23.66</c:v>
                </c:pt>
                <c:pt idx="4733">
                  <c:v>23.665</c:v>
                </c:pt>
                <c:pt idx="4734">
                  <c:v>23.67</c:v>
                </c:pt>
                <c:pt idx="4735">
                  <c:v>23.675</c:v>
                </c:pt>
                <c:pt idx="4736">
                  <c:v>23.68</c:v>
                </c:pt>
                <c:pt idx="4737">
                  <c:v>23.685</c:v>
                </c:pt>
                <c:pt idx="4738">
                  <c:v>23.69</c:v>
                </c:pt>
                <c:pt idx="4739">
                  <c:v>23.695</c:v>
                </c:pt>
                <c:pt idx="4740">
                  <c:v>23.7</c:v>
                </c:pt>
                <c:pt idx="4741">
                  <c:v>23.705</c:v>
                </c:pt>
                <c:pt idx="4742">
                  <c:v>23.71</c:v>
                </c:pt>
                <c:pt idx="4743">
                  <c:v>23.715</c:v>
                </c:pt>
                <c:pt idx="4744">
                  <c:v>23.72</c:v>
                </c:pt>
                <c:pt idx="4745">
                  <c:v>23.725</c:v>
                </c:pt>
                <c:pt idx="4746">
                  <c:v>23.73</c:v>
                </c:pt>
                <c:pt idx="4747">
                  <c:v>23.735</c:v>
                </c:pt>
                <c:pt idx="4748">
                  <c:v>23.74</c:v>
                </c:pt>
                <c:pt idx="4749">
                  <c:v>23.745</c:v>
                </c:pt>
                <c:pt idx="4750">
                  <c:v>23.75</c:v>
                </c:pt>
                <c:pt idx="4751">
                  <c:v>23.755</c:v>
                </c:pt>
                <c:pt idx="4752">
                  <c:v>23.76</c:v>
                </c:pt>
                <c:pt idx="4753">
                  <c:v>23.765</c:v>
                </c:pt>
                <c:pt idx="4754">
                  <c:v>23.77</c:v>
                </c:pt>
                <c:pt idx="4755">
                  <c:v>23.775</c:v>
                </c:pt>
                <c:pt idx="4756">
                  <c:v>23.78</c:v>
                </c:pt>
                <c:pt idx="4757">
                  <c:v>23.785</c:v>
                </c:pt>
                <c:pt idx="4758">
                  <c:v>23.79</c:v>
                </c:pt>
                <c:pt idx="4759">
                  <c:v>23.795</c:v>
                </c:pt>
                <c:pt idx="4760">
                  <c:v>23.8</c:v>
                </c:pt>
                <c:pt idx="4761">
                  <c:v>23.805</c:v>
                </c:pt>
                <c:pt idx="4762">
                  <c:v>23.81</c:v>
                </c:pt>
                <c:pt idx="4763">
                  <c:v>23.815</c:v>
                </c:pt>
                <c:pt idx="4764">
                  <c:v>23.82</c:v>
                </c:pt>
                <c:pt idx="4765">
                  <c:v>23.825</c:v>
                </c:pt>
                <c:pt idx="4766">
                  <c:v>23.83</c:v>
                </c:pt>
                <c:pt idx="4767">
                  <c:v>23.835</c:v>
                </c:pt>
                <c:pt idx="4768">
                  <c:v>23.84</c:v>
                </c:pt>
                <c:pt idx="4769">
                  <c:v>23.845</c:v>
                </c:pt>
                <c:pt idx="4770">
                  <c:v>23.85</c:v>
                </c:pt>
                <c:pt idx="4771">
                  <c:v>23.855</c:v>
                </c:pt>
                <c:pt idx="4772">
                  <c:v>23.86</c:v>
                </c:pt>
                <c:pt idx="4773">
                  <c:v>23.865</c:v>
                </c:pt>
                <c:pt idx="4774">
                  <c:v>23.87</c:v>
                </c:pt>
                <c:pt idx="4775">
                  <c:v>23.875</c:v>
                </c:pt>
                <c:pt idx="4776">
                  <c:v>23.88</c:v>
                </c:pt>
                <c:pt idx="4777">
                  <c:v>23.885</c:v>
                </c:pt>
                <c:pt idx="4778">
                  <c:v>23.89</c:v>
                </c:pt>
                <c:pt idx="4779">
                  <c:v>23.895</c:v>
                </c:pt>
                <c:pt idx="4780">
                  <c:v>23.9</c:v>
                </c:pt>
                <c:pt idx="4781">
                  <c:v>23.905</c:v>
                </c:pt>
                <c:pt idx="4782">
                  <c:v>23.91</c:v>
                </c:pt>
                <c:pt idx="4783">
                  <c:v>23.915</c:v>
                </c:pt>
                <c:pt idx="4784">
                  <c:v>23.92</c:v>
                </c:pt>
                <c:pt idx="4785">
                  <c:v>23.925</c:v>
                </c:pt>
                <c:pt idx="4786">
                  <c:v>23.93</c:v>
                </c:pt>
                <c:pt idx="4787">
                  <c:v>23.935</c:v>
                </c:pt>
                <c:pt idx="4788">
                  <c:v>23.94</c:v>
                </c:pt>
                <c:pt idx="4789">
                  <c:v>23.945</c:v>
                </c:pt>
                <c:pt idx="4790">
                  <c:v>23.95</c:v>
                </c:pt>
                <c:pt idx="4791">
                  <c:v>23.955</c:v>
                </c:pt>
                <c:pt idx="4792">
                  <c:v>23.96</c:v>
                </c:pt>
                <c:pt idx="4793">
                  <c:v>23.965</c:v>
                </c:pt>
                <c:pt idx="4794">
                  <c:v>23.97</c:v>
                </c:pt>
                <c:pt idx="4795">
                  <c:v>23.975</c:v>
                </c:pt>
                <c:pt idx="4796">
                  <c:v>23.98</c:v>
                </c:pt>
                <c:pt idx="4797">
                  <c:v>23.985</c:v>
                </c:pt>
                <c:pt idx="4798">
                  <c:v>23.99</c:v>
                </c:pt>
                <c:pt idx="4799">
                  <c:v>23.995</c:v>
                </c:pt>
                <c:pt idx="4800">
                  <c:v>24</c:v>
                </c:pt>
                <c:pt idx="4801">
                  <c:v>24.005</c:v>
                </c:pt>
                <c:pt idx="4802">
                  <c:v>24.01</c:v>
                </c:pt>
                <c:pt idx="4803">
                  <c:v>24.015</c:v>
                </c:pt>
                <c:pt idx="4804">
                  <c:v>24.02</c:v>
                </c:pt>
                <c:pt idx="4805">
                  <c:v>24.025</c:v>
                </c:pt>
                <c:pt idx="4806">
                  <c:v>24.03</c:v>
                </c:pt>
                <c:pt idx="4807">
                  <c:v>24.035</c:v>
                </c:pt>
                <c:pt idx="4808">
                  <c:v>24.04</c:v>
                </c:pt>
                <c:pt idx="4809">
                  <c:v>24.045</c:v>
                </c:pt>
                <c:pt idx="4810">
                  <c:v>24.05</c:v>
                </c:pt>
                <c:pt idx="4811">
                  <c:v>24.055</c:v>
                </c:pt>
                <c:pt idx="4812">
                  <c:v>24.06</c:v>
                </c:pt>
                <c:pt idx="4813">
                  <c:v>24.065</c:v>
                </c:pt>
                <c:pt idx="4814">
                  <c:v>24.07</c:v>
                </c:pt>
                <c:pt idx="4815">
                  <c:v>24.075</c:v>
                </c:pt>
                <c:pt idx="4816">
                  <c:v>24.08</c:v>
                </c:pt>
                <c:pt idx="4817">
                  <c:v>24.085</c:v>
                </c:pt>
                <c:pt idx="4818">
                  <c:v>24.09</c:v>
                </c:pt>
                <c:pt idx="4819">
                  <c:v>24.095</c:v>
                </c:pt>
                <c:pt idx="4820">
                  <c:v>24.1</c:v>
                </c:pt>
                <c:pt idx="4821">
                  <c:v>24.105</c:v>
                </c:pt>
                <c:pt idx="4822">
                  <c:v>24.11</c:v>
                </c:pt>
                <c:pt idx="4823">
                  <c:v>24.115</c:v>
                </c:pt>
                <c:pt idx="4824">
                  <c:v>24.12</c:v>
                </c:pt>
                <c:pt idx="4825">
                  <c:v>24.125</c:v>
                </c:pt>
                <c:pt idx="4826">
                  <c:v>24.13</c:v>
                </c:pt>
                <c:pt idx="4827">
                  <c:v>24.135</c:v>
                </c:pt>
                <c:pt idx="4828">
                  <c:v>24.14</c:v>
                </c:pt>
                <c:pt idx="4829">
                  <c:v>24.145</c:v>
                </c:pt>
                <c:pt idx="4830">
                  <c:v>24.15</c:v>
                </c:pt>
                <c:pt idx="4831">
                  <c:v>24.155</c:v>
                </c:pt>
                <c:pt idx="4832">
                  <c:v>24.16</c:v>
                </c:pt>
                <c:pt idx="4833">
                  <c:v>24.165</c:v>
                </c:pt>
                <c:pt idx="4834">
                  <c:v>24.17</c:v>
                </c:pt>
                <c:pt idx="4835">
                  <c:v>24.175</c:v>
                </c:pt>
                <c:pt idx="4836">
                  <c:v>24.18</c:v>
                </c:pt>
                <c:pt idx="4837">
                  <c:v>24.185</c:v>
                </c:pt>
                <c:pt idx="4838">
                  <c:v>24.19</c:v>
                </c:pt>
                <c:pt idx="4839">
                  <c:v>24.195</c:v>
                </c:pt>
                <c:pt idx="4840">
                  <c:v>24.2</c:v>
                </c:pt>
                <c:pt idx="4841">
                  <c:v>24.205</c:v>
                </c:pt>
                <c:pt idx="4842">
                  <c:v>24.21</c:v>
                </c:pt>
                <c:pt idx="4843">
                  <c:v>24.215</c:v>
                </c:pt>
                <c:pt idx="4844">
                  <c:v>24.22</c:v>
                </c:pt>
                <c:pt idx="4845">
                  <c:v>24.225</c:v>
                </c:pt>
                <c:pt idx="4846">
                  <c:v>24.23</c:v>
                </c:pt>
                <c:pt idx="4847">
                  <c:v>24.235</c:v>
                </c:pt>
                <c:pt idx="4848">
                  <c:v>24.24</c:v>
                </c:pt>
                <c:pt idx="4849">
                  <c:v>24.245</c:v>
                </c:pt>
                <c:pt idx="4850">
                  <c:v>24.25</c:v>
                </c:pt>
                <c:pt idx="4851">
                  <c:v>24.255</c:v>
                </c:pt>
                <c:pt idx="4852">
                  <c:v>24.26</c:v>
                </c:pt>
                <c:pt idx="4853">
                  <c:v>24.265</c:v>
                </c:pt>
                <c:pt idx="4854">
                  <c:v>24.27</c:v>
                </c:pt>
                <c:pt idx="4855">
                  <c:v>24.275</c:v>
                </c:pt>
                <c:pt idx="4856">
                  <c:v>24.28</c:v>
                </c:pt>
                <c:pt idx="4857">
                  <c:v>24.285</c:v>
                </c:pt>
                <c:pt idx="4858">
                  <c:v>24.29</c:v>
                </c:pt>
                <c:pt idx="4859">
                  <c:v>24.295</c:v>
                </c:pt>
                <c:pt idx="4860">
                  <c:v>24.3</c:v>
                </c:pt>
                <c:pt idx="4861">
                  <c:v>24.305</c:v>
                </c:pt>
                <c:pt idx="4862">
                  <c:v>24.31</c:v>
                </c:pt>
                <c:pt idx="4863">
                  <c:v>24.315</c:v>
                </c:pt>
                <c:pt idx="4864">
                  <c:v>24.32</c:v>
                </c:pt>
                <c:pt idx="4865">
                  <c:v>24.325</c:v>
                </c:pt>
                <c:pt idx="4866">
                  <c:v>24.33</c:v>
                </c:pt>
                <c:pt idx="4867">
                  <c:v>24.335</c:v>
                </c:pt>
                <c:pt idx="4868">
                  <c:v>24.34</c:v>
                </c:pt>
                <c:pt idx="4869">
                  <c:v>24.345</c:v>
                </c:pt>
                <c:pt idx="4870">
                  <c:v>24.35</c:v>
                </c:pt>
                <c:pt idx="4871">
                  <c:v>24.355</c:v>
                </c:pt>
                <c:pt idx="4872">
                  <c:v>24.36</c:v>
                </c:pt>
                <c:pt idx="4873">
                  <c:v>24.365</c:v>
                </c:pt>
                <c:pt idx="4874">
                  <c:v>24.37</c:v>
                </c:pt>
                <c:pt idx="4875">
                  <c:v>24.375</c:v>
                </c:pt>
                <c:pt idx="4876">
                  <c:v>24.38</c:v>
                </c:pt>
                <c:pt idx="4877">
                  <c:v>24.385</c:v>
                </c:pt>
                <c:pt idx="4878">
                  <c:v>24.39</c:v>
                </c:pt>
                <c:pt idx="4879">
                  <c:v>24.395</c:v>
                </c:pt>
                <c:pt idx="4880">
                  <c:v>24.4</c:v>
                </c:pt>
                <c:pt idx="4881">
                  <c:v>24.405</c:v>
                </c:pt>
                <c:pt idx="4882">
                  <c:v>24.41</c:v>
                </c:pt>
                <c:pt idx="4883">
                  <c:v>24.415</c:v>
                </c:pt>
                <c:pt idx="4884">
                  <c:v>24.42</c:v>
                </c:pt>
                <c:pt idx="4885">
                  <c:v>24.425</c:v>
                </c:pt>
                <c:pt idx="4886">
                  <c:v>24.43</c:v>
                </c:pt>
                <c:pt idx="4887">
                  <c:v>24.435</c:v>
                </c:pt>
                <c:pt idx="4888">
                  <c:v>24.44</c:v>
                </c:pt>
                <c:pt idx="4889">
                  <c:v>24.445</c:v>
                </c:pt>
                <c:pt idx="4890">
                  <c:v>24.45</c:v>
                </c:pt>
                <c:pt idx="4891">
                  <c:v>24.455</c:v>
                </c:pt>
                <c:pt idx="4892">
                  <c:v>24.46</c:v>
                </c:pt>
                <c:pt idx="4893">
                  <c:v>24.465</c:v>
                </c:pt>
                <c:pt idx="4894">
                  <c:v>24.47</c:v>
                </c:pt>
                <c:pt idx="4895">
                  <c:v>24.475</c:v>
                </c:pt>
                <c:pt idx="4896">
                  <c:v>24.48</c:v>
                </c:pt>
                <c:pt idx="4897">
                  <c:v>24.485</c:v>
                </c:pt>
                <c:pt idx="4898">
                  <c:v>24.49</c:v>
                </c:pt>
                <c:pt idx="4899">
                  <c:v>24.495</c:v>
                </c:pt>
                <c:pt idx="4900">
                  <c:v>24.5</c:v>
                </c:pt>
                <c:pt idx="4901">
                  <c:v>24.505</c:v>
                </c:pt>
                <c:pt idx="4902">
                  <c:v>24.51</c:v>
                </c:pt>
                <c:pt idx="4903">
                  <c:v>24.515</c:v>
                </c:pt>
                <c:pt idx="4904">
                  <c:v>24.52</c:v>
                </c:pt>
                <c:pt idx="4905">
                  <c:v>24.525</c:v>
                </c:pt>
                <c:pt idx="4906">
                  <c:v>24.53</c:v>
                </c:pt>
                <c:pt idx="4907">
                  <c:v>24.535</c:v>
                </c:pt>
                <c:pt idx="4908">
                  <c:v>24.54</c:v>
                </c:pt>
                <c:pt idx="4909">
                  <c:v>24.545</c:v>
                </c:pt>
                <c:pt idx="4910">
                  <c:v>24.55</c:v>
                </c:pt>
                <c:pt idx="4911">
                  <c:v>24.555</c:v>
                </c:pt>
                <c:pt idx="4912">
                  <c:v>24.56</c:v>
                </c:pt>
                <c:pt idx="4913">
                  <c:v>24.565</c:v>
                </c:pt>
                <c:pt idx="4914">
                  <c:v>24.57</c:v>
                </c:pt>
                <c:pt idx="4915">
                  <c:v>24.575</c:v>
                </c:pt>
                <c:pt idx="4916">
                  <c:v>24.58</c:v>
                </c:pt>
                <c:pt idx="4917">
                  <c:v>24.585</c:v>
                </c:pt>
                <c:pt idx="4918">
                  <c:v>24.59</c:v>
                </c:pt>
                <c:pt idx="4919">
                  <c:v>24.595</c:v>
                </c:pt>
                <c:pt idx="4920">
                  <c:v>24.6</c:v>
                </c:pt>
                <c:pt idx="4921">
                  <c:v>24.605</c:v>
                </c:pt>
                <c:pt idx="4922">
                  <c:v>24.61</c:v>
                </c:pt>
                <c:pt idx="4923">
                  <c:v>24.615</c:v>
                </c:pt>
                <c:pt idx="4924">
                  <c:v>24.62</c:v>
                </c:pt>
                <c:pt idx="4925">
                  <c:v>24.625</c:v>
                </c:pt>
                <c:pt idx="4926">
                  <c:v>24.63</c:v>
                </c:pt>
                <c:pt idx="4927">
                  <c:v>24.635</c:v>
                </c:pt>
                <c:pt idx="4928">
                  <c:v>24.64</c:v>
                </c:pt>
                <c:pt idx="4929">
                  <c:v>24.645</c:v>
                </c:pt>
                <c:pt idx="4930">
                  <c:v>24.65</c:v>
                </c:pt>
                <c:pt idx="4931">
                  <c:v>24.655</c:v>
                </c:pt>
                <c:pt idx="4932">
                  <c:v>24.66</c:v>
                </c:pt>
                <c:pt idx="4933">
                  <c:v>24.665</c:v>
                </c:pt>
                <c:pt idx="4934">
                  <c:v>24.67</c:v>
                </c:pt>
                <c:pt idx="4935">
                  <c:v>24.675</c:v>
                </c:pt>
                <c:pt idx="4936">
                  <c:v>24.68</c:v>
                </c:pt>
                <c:pt idx="4937">
                  <c:v>24.685</c:v>
                </c:pt>
                <c:pt idx="4938">
                  <c:v>24.69</c:v>
                </c:pt>
                <c:pt idx="4939">
                  <c:v>24.695</c:v>
                </c:pt>
                <c:pt idx="4940">
                  <c:v>24.7</c:v>
                </c:pt>
                <c:pt idx="4941">
                  <c:v>24.705</c:v>
                </c:pt>
                <c:pt idx="4942">
                  <c:v>24.71</c:v>
                </c:pt>
                <c:pt idx="4943">
                  <c:v>24.715</c:v>
                </c:pt>
                <c:pt idx="4944">
                  <c:v>24.72</c:v>
                </c:pt>
                <c:pt idx="4945">
                  <c:v>24.725</c:v>
                </c:pt>
                <c:pt idx="4946">
                  <c:v>24.73</c:v>
                </c:pt>
                <c:pt idx="4947">
                  <c:v>24.735</c:v>
                </c:pt>
                <c:pt idx="4948">
                  <c:v>24.74</c:v>
                </c:pt>
                <c:pt idx="4949">
                  <c:v>24.745</c:v>
                </c:pt>
                <c:pt idx="4950">
                  <c:v>24.75</c:v>
                </c:pt>
                <c:pt idx="4951">
                  <c:v>24.755</c:v>
                </c:pt>
                <c:pt idx="4952">
                  <c:v>24.76</c:v>
                </c:pt>
                <c:pt idx="4953">
                  <c:v>24.765</c:v>
                </c:pt>
                <c:pt idx="4954">
                  <c:v>24.77</c:v>
                </c:pt>
                <c:pt idx="4955">
                  <c:v>24.775</c:v>
                </c:pt>
                <c:pt idx="4956">
                  <c:v>24.78</c:v>
                </c:pt>
                <c:pt idx="4957">
                  <c:v>24.785</c:v>
                </c:pt>
                <c:pt idx="4958">
                  <c:v>24.79</c:v>
                </c:pt>
                <c:pt idx="4959">
                  <c:v>24.795</c:v>
                </c:pt>
                <c:pt idx="4960">
                  <c:v>24.8</c:v>
                </c:pt>
                <c:pt idx="4961">
                  <c:v>24.805</c:v>
                </c:pt>
                <c:pt idx="4962">
                  <c:v>24.81</c:v>
                </c:pt>
                <c:pt idx="4963">
                  <c:v>24.815</c:v>
                </c:pt>
                <c:pt idx="4964">
                  <c:v>24.82</c:v>
                </c:pt>
                <c:pt idx="4965">
                  <c:v>24.825</c:v>
                </c:pt>
                <c:pt idx="4966">
                  <c:v>24.83</c:v>
                </c:pt>
                <c:pt idx="4967">
                  <c:v>24.835</c:v>
                </c:pt>
                <c:pt idx="4968">
                  <c:v>24.84</c:v>
                </c:pt>
                <c:pt idx="4969">
                  <c:v>24.845</c:v>
                </c:pt>
                <c:pt idx="4970">
                  <c:v>24.85</c:v>
                </c:pt>
                <c:pt idx="4971">
                  <c:v>24.855</c:v>
                </c:pt>
                <c:pt idx="4972">
                  <c:v>24.86</c:v>
                </c:pt>
                <c:pt idx="4973">
                  <c:v>24.865</c:v>
                </c:pt>
                <c:pt idx="4974">
                  <c:v>24.87</c:v>
                </c:pt>
                <c:pt idx="4975">
                  <c:v>24.875</c:v>
                </c:pt>
                <c:pt idx="4976">
                  <c:v>24.88</c:v>
                </c:pt>
                <c:pt idx="4977">
                  <c:v>24.885</c:v>
                </c:pt>
                <c:pt idx="4978">
                  <c:v>24.89</c:v>
                </c:pt>
                <c:pt idx="4979">
                  <c:v>24.895</c:v>
                </c:pt>
                <c:pt idx="4980">
                  <c:v>24.9</c:v>
                </c:pt>
                <c:pt idx="4981">
                  <c:v>24.905</c:v>
                </c:pt>
                <c:pt idx="4982">
                  <c:v>24.91</c:v>
                </c:pt>
                <c:pt idx="4983">
                  <c:v>24.915</c:v>
                </c:pt>
                <c:pt idx="4984">
                  <c:v>24.92</c:v>
                </c:pt>
                <c:pt idx="4985">
                  <c:v>24.925</c:v>
                </c:pt>
                <c:pt idx="4986">
                  <c:v>24.93</c:v>
                </c:pt>
                <c:pt idx="4987">
                  <c:v>24.935</c:v>
                </c:pt>
                <c:pt idx="4988">
                  <c:v>24.94</c:v>
                </c:pt>
                <c:pt idx="4989">
                  <c:v>24.945</c:v>
                </c:pt>
                <c:pt idx="4990">
                  <c:v>24.95</c:v>
                </c:pt>
                <c:pt idx="4991">
                  <c:v>24.955</c:v>
                </c:pt>
                <c:pt idx="4992">
                  <c:v>24.96</c:v>
                </c:pt>
                <c:pt idx="4993">
                  <c:v>24.965</c:v>
                </c:pt>
                <c:pt idx="4994">
                  <c:v>24.97</c:v>
                </c:pt>
                <c:pt idx="4995">
                  <c:v>24.975</c:v>
                </c:pt>
                <c:pt idx="4996">
                  <c:v>24.98</c:v>
                </c:pt>
                <c:pt idx="4997">
                  <c:v>24.985</c:v>
                </c:pt>
                <c:pt idx="4998">
                  <c:v>24.99</c:v>
                </c:pt>
                <c:pt idx="4999">
                  <c:v>24.995</c:v>
                </c:pt>
                <c:pt idx="5000">
                  <c:v>25</c:v>
                </c:pt>
                <c:pt idx="5001">
                  <c:v>25.005</c:v>
                </c:pt>
                <c:pt idx="5002">
                  <c:v>25.01</c:v>
                </c:pt>
                <c:pt idx="5003">
                  <c:v>25.015</c:v>
                </c:pt>
                <c:pt idx="5004">
                  <c:v>25.02</c:v>
                </c:pt>
                <c:pt idx="5005">
                  <c:v>25.025</c:v>
                </c:pt>
                <c:pt idx="5006">
                  <c:v>25.03</c:v>
                </c:pt>
                <c:pt idx="5007">
                  <c:v>25.035</c:v>
                </c:pt>
                <c:pt idx="5008">
                  <c:v>25.04</c:v>
                </c:pt>
                <c:pt idx="5009">
                  <c:v>25.045</c:v>
                </c:pt>
                <c:pt idx="5010">
                  <c:v>25.05</c:v>
                </c:pt>
                <c:pt idx="5011">
                  <c:v>25.055</c:v>
                </c:pt>
                <c:pt idx="5012">
                  <c:v>25.06</c:v>
                </c:pt>
                <c:pt idx="5013">
                  <c:v>25.065</c:v>
                </c:pt>
                <c:pt idx="5014">
                  <c:v>25.07</c:v>
                </c:pt>
                <c:pt idx="5015">
                  <c:v>25.075</c:v>
                </c:pt>
                <c:pt idx="5016">
                  <c:v>25.08</c:v>
                </c:pt>
                <c:pt idx="5017">
                  <c:v>25.085</c:v>
                </c:pt>
                <c:pt idx="5018">
                  <c:v>25.09</c:v>
                </c:pt>
                <c:pt idx="5019">
                  <c:v>25.095</c:v>
                </c:pt>
                <c:pt idx="5020">
                  <c:v>25.1</c:v>
                </c:pt>
                <c:pt idx="5021">
                  <c:v>25.105</c:v>
                </c:pt>
                <c:pt idx="5022">
                  <c:v>25.11</c:v>
                </c:pt>
                <c:pt idx="5023">
                  <c:v>25.115</c:v>
                </c:pt>
                <c:pt idx="5024">
                  <c:v>25.12</c:v>
                </c:pt>
                <c:pt idx="5025">
                  <c:v>25.125</c:v>
                </c:pt>
                <c:pt idx="5026">
                  <c:v>25.13</c:v>
                </c:pt>
                <c:pt idx="5027">
                  <c:v>25.135</c:v>
                </c:pt>
                <c:pt idx="5028">
                  <c:v>25.14</c:v>
                </c:pt>
                <c:pt idx="5029">
                  <c:v>25.145</c:v>
                </c:pt>
                <c:pt idx="5030">
                  <c:v>25.15</c:v>
                </c:pt>
                <c:pt idx="5031">
                  <c:v>25.155</c:v>
                </c:pt>
                <c:pt idx="5032">
                  <c:v>25.16</c:v>
                </c:pt>
                <c:pt idx="5033">
                  <c:v>25.165</c:v>
                </c:pt>
                <c:pt idx="5034">
                  <c:v>25.17</c:v>
                </c:pt>
                <c:pt idx="5035">
                  <c:v>25.175</c:v>
                </c:pt>
                <c:pt idx="5036">
                  <c:v>25.18</c:v>
                </c:pt>
                <c:pt idx="5037">
                  <c:v>25.185</c:v>
                </c:pt>
                <c:pt idx="5038">
                  <c:v>25.19</c:v>
                </c:pt>
                <c:pt idx="5039">
                  <c:v>25.195</c:v>
                </c:pt>
                <c:pt idx="5040">
                  <c:v>25.2</c:v>
                </c:pt>
                <c:pt idx="5041">
                  <c:v>25.205</c:v>
                </c:pt>
                <c:pt idx="5042">
                  <c:v>25.21</c:v>
                </c:pt>
                <c:pt idx="5043">
                  <c:v>25.215</c:v>
                </c:pt>
                <c:pt idx="5044">
                  <c:v>25.22</c:v>
                </c:pt>
                <c:pt idx="5045">
                  <c:v>25.225</c:v>
                </c:pt>
                <c:pt idx="5046">
                  <c:v>25.23</c:v>
                </c:pt>
                <c:pt idx="5047">
                  <c:v>25.235</c:v>
                </c:pt>
                <c:pt idx="5048">
                  <c:v>25.24</c:v>
                </c:pt>
                <c:pt idx="5049">
                  <c:v>25.245</c:v>
                </c:pt>
                <c:pt idx="5050">
                  <c:v>25.25</c:v>
                </c:pt>
                <c:pt idx="5051">
                  <c:v>25.255</c:v>
                </c:pt>
                <c:pt idx="5052">
                  <c:v>25.26</c:v>
                </c:pt>
                <c:pt idx="5053">
                  <c:v>25.265</c:v>
                </c:pt>
                <c:pt idx="5054">
                  <c:v>25.27</c:v>
                </c:pt>
                <c:pt idx="5055">
                  <c:v>25.275</c:v>
                </c:pt>
                <c:pt idx="5056">
                  <c:v>25.28</c:v>
                </c:pt>
                <c:pt idx="5057">
                  <c:v>25.285</c:v>
                </c:pt>
                <c:pt idx="5058">
                  <c:v>25.29</c:v>
                </c:pt>
                <c:pt idx="5059">
                  <c:v>25.295</c:v>
                </c:pt>
                <c:pt idx="5060">
                  <c:v>25.3</c:v>
                </c:pt>
                <c:pt idx="5061">
                  <c:v>25.305</c:v>
                </c:pt>
                <c:pt idx="5062">
                  <c:v>25.31</c:v>
                </c:pt>
                <c:pt idx="5063">
                  <c:v>25.315</c:v>
                </c:pt>
                <c:pt idx="5064">
                  <c:v>25.32</c:v>
                </c:pt>
                <c:pt idx="5065">
                  <c:v>25.325</c:v>
                </c:pt>
                <c:pt idx="5066">
                  <c:v>25.33</c:v>
                </c:pt>
                <c:pt idx="5067">
                  <c:v>25.335</c:v>
                </c:pt>
                <c:pt idx="5068">
                  <c:v>25.34</c:v>
                </c:pt>
                <c:pt idx="5069">
                  <c:v>25.345</c:v>
                </c:pt>
                <c:pt idx="5070">
                  <c:v>25.35</c:v>
                </c:pt>
                <c:pt idx="5071">
                  <c:v>25.355</c:v>
                </c:pt>
                <c:pt idx="5072">
                  <c:v>25.36</c:v>
                </c:pt>
                <c:pt idx="5073">
                  <c:v>25.365</c:v>
                </c:pt>
                <c:pt idx="5074">
                  <c:v>25.37</c:v>
                </c:pt>
                <c:pt idx="5075">
                  <c:v>25.375</c:v>
                </c:pt>
                <c:pt idx="5076">
                  <c:v>25.38</c:v>
                </c:pt>
                <c:pt idx="5077">
                  <c:v>25.385</c:v>
                </c:pt>
                <c:pt idx="5078">
                  <c:v>25.39</c:v>
                </c:pt>
                <c:pt idx="5079">
                  <c:v>25.395</c:v>
                </c:pt>
                <c:pt idx="5080">
                  <c:v>25.4</c:v>
                </c:pt>
                <c:pt idx="5081">
                  <c:v>25.405</c:v>
                </c:pt>
                <c:pt idx="5082">
                  <c:v>25.41</c:v>
                </c:pt>
                <c:pt idx="5083">
                  <c:v>25.415</c:v>
                </c:pt>
                <c:pt idx="5084">
                  <c:v>25.42</c:v>
                </c:pt>
                <c:pt idx="5085">
                  <c:v>25.425</c:v>
                </c:pt>
                <c:pt idx="5086">
                  <c:v>25.43</c:v>
                </c:pt>
                <c:pt idx="5087">
                  <c:v>25.435</c:v>
                </c:pt>
                <c:pt idx="5088">
                  <c:v>25.44</c:v>
                </c:pt>
                <c:pt idx="5089">
                  <c:v>25.445</c:v>
                </c:pt>
                <c:pt idx="5090">
                  <c:v>25.45</c:v>
                </c:pt>
                <c:pt idx="5091">
                  <c:v>25.455</c:v>
                </c:pt>
                <c:pt idx="5092">
                  <c:v>25.46</c:v>
                </c:pt>
                <c:pt idx="5093">
                  <c:v>25.465</c:v>
                </c:pt>
                <c:pt idx="5094">
                  <c:v>25.47</c:v>
                </c:pt>
                <c:pt idx="5095">
                  <c:v>25.475</c:v>
                </c:pt>
                <c:pt idx="5096">
                  <c:v>25.48</c:v>
                </c:pt>
                <c:pt idx="5097">
                  <c:v>25.485</c:v>
                </c:pt>
                <c:pt idx="5098">
                  <c:v>25.49</c:v>
                </c:pt>
                <c:pt idx="5099">
                  <c:v>25.495</c:v>
                </c:pt>
                <c:pt idx="5100">
                  <c:v>25.5</c:v>
                </c:pt>
                <c:pt idx="5101">
                  <c:v>25.505</c:v>
                </c:pt>
                <c:pt idx="5102">
                  <c:v>25.51</c:v>
                </c:pt>
                <c:pt idx="5103">
                  <c:v>25.515</c:v>
                </c:pt>
                <c:pt idx="5104">
                  <c:v>25.52</c:v>
                </c:pt>
                <c:pt idx="5105">
                  <c:v>25.525</c:v>
                </c:pt>
                <c:pt idx="5106">
                  <c:v>25.53</c:v>
                </c:pt>
                <c:pt idx="5107">
                  <c:v>25.535</c:v>
                </c:pt>
                <c:pt idx="5108">
                  <c:v>25.54</c:v>
                </c:pt>
                <c:pt idx="5109">
                  <c:v>25.545</c:v>
                </c:pt>
                <c:pt idx="5110">
                  <c:v>25.55</c:v>
                </c:pt>
                <c:pt idx="5111">
                  <c:v>25.555</c:v>
                </c:pt>
                <c:pt idx="5112">
                  <c:v>25.56</c:v>
                </c:pt>
                <c:pt idx="5113">
                  <c:v>25.565</c:v>
                </c:pt>
                <c:pt idx="5114">
                  <c:v>25.57</c:v>
                </c:pt>
                <c:pt idx="5115">
                  <c:v>25.575</c:v>
                </c:pt>
                <c:pt idx="5116">
                  <c:v>25.58</c:v>
                </c:pt>
                <c:pt idx="5117">
                  <c:v>25.585</c:v>
                </c:pt>
                <c:pt idx="5118">
                  <c:v>25.59</c:v>
                </c:pt>
                <c:pt idx="5119">
                  <c:v>25.595</c:v>
                </c:pt>
                <c:pt idx="5120">
                  <c:v>25.6</c:v>
                </c:pt>
                <c:pt idx="5121">
                  <c:v>25.605</c:v>
                </c:pt>
                <c:pt idx="5122">
                  <c:v>25.61</c:v>
                </c:pt>
                <c:pt idx="5123">
                  <c:v>25.615</c:v>
                </c:pt>
                <c:pt idx="5124">
                  <c:v>25.62</c:v>
                </c:pt>
                <c:pt idx="5125">
                  <c:v>25.625</c:v>
                </c:pt>
                <c:pt idx="5126">
                  <c:v>25.63</c:v>
                </c:pt>
                <c:pt idx="5127">
                  <c:v>25.635</c:v>
                </c:pt>
                <c:pt idx="5128">
                  <c:v>25.64</c:v>
                </c:pt>
                <c:pt idx="5129">
                  <c:v>25.645</c:v>
                </c:pt>
                <c:pt idx="5130">
                  <c:v>25.65</c:v>
                </c:pt>
                <c:pt idx="5131">
                  <c:v>25.655</c:v>
                </c:pt>
                <c:pt idx="5132">
                  <c:v>25.66</c:v>
                </c:pt>
                <c:pt idx="5133">
                  <c:v>25.665</c:v>
                </c:pt>
                <c:pt idx="5134">
                  <c:v>25.67</c:v>
                </c:pt>
                <c:pt idx="5135">
                  <c:v>25.675</c:v>
                </c:pt>
                <c:pt idx="5136">
                  <c:v>25.68</c:v>
                </c:pt>
                <c:pt idx="5137">
                  <c:v>25.685</c:v>
                </c:pt>
                <c:pt idx="5138">
                  <c:v>25.69</c:v>
                </c:pt>
                <c:pt idx="5139">
                  <c:v>25.695</c:v>
                </c:pt>
                <c:pt idx="5140">
                  <c:v>25.7</c:v>
                </c:pt>
                <c:pt idx="5141">
                  <c:v>25.705</c:v>
                </c:pt>
                <c:pt idx="5142">
                  <c:v>25.71</c:v>
                </c:pt>
                <c:pt idx="5143">
                  <c:v>25.715</c:v>
                </c:pt>
                <c:pt idx="5144">
                  <c:v>25.72</c:v>
                </c:pt>
                <c:pt idx="5145">
                  <c:v>25.725</c:v>
                </c:pt>
                <c:pt idx="5146">
                  <c:v>25.73</c:v>
                </c:pt>
                <c:pt idx="5147">
                  <c:v>25.735</c:v>
                </c:pt>
                <c:pt idx="5148">
                  <c:v>25.74</c:v>
                </c:pt>
                <c:pt idx="5149">
                  <c:v>25.745</c:v>
                </c:pt>
                <c:pt idx="5150">
                  <c:v>25.75</c:v>
                </c:pt>
                <c:pt idx="5151">
                  <c:v>25.755</c:v>
                </c:pt>
                <c:pt idx="5152">
                  <c:v>25.76</c:v>
                </c:pt>
                <c:pt idx="5153">
                  <c:v>25.765</c:v>
                </c:pt>
                <c:pt idx="5154">
                  <c:v>25.77</c:v>
                </c:pt>
                <c:pt idx="5155">
                  <c:v>25.775</c:v>
                </c:pt>
                <c:pt idx="5156">
                  <c:v>25.78</c:v>
                </c:pt>
                <c:pt idx="5157">
                  <c:v>25.785</c:v>
                </c:pt>
                <c:pt idx="5158">
                  <c:v>25.79</c:v>
                </c:pt>
                <c:pt idx="5159">
                  <c:v>25.795</c:v>
                </c:pt>
                <c:pt idx="5160">
                  <c:v>25.8</c:v>
                </c:pt>
                <c:pt idx="5161">
                  <c:v>25.805</c:v>
                </c:pt>
                <c:pt idx="5162">
                  <c:v>25.81</c:v>
                </c:pt>
                <c:pt idx="5163">
                  <c:v>25.815</c:v>
                </c:pt>
                <c:pt idx="5164">
                  <c:v>25.82</c:v>
                </c:pt>
                <c:pt idx="5165">
                  <c:v>25.825</c:v>
                </c:pt>
                <c:pt idx="5166">
                  <c:v>25.83</c:v>
                </c:pt>
                <c:pt idx="5167">
                  <c:v>25.835</c:v>
                </c:pt>
                <c:pt idx="5168">
                  <c:v>25.84</c:v>
                </c:pt>
                <c:pt idx="5169">
                  <c:v>25.845</c:v>
                </c:pt>
                <c:pt idx="5170">
                  <c:v>25.85</c:v>
                </c:pt>
                <c:pt idx="5171">
                  <c:v>25.855</c:v>
                </c:pt>
                <c:pt idx="5172">
                  <c:v>25.86</c:v>
                </c:pt>
                <c:pt idx="5173">
                  <c:v>25.865</c:v>
                </c:pt>
                <c:pt idx="5174">
                  <c:v>25.87</c:v>
                </c:pt>
                <c:pt idx="5175">
                  <c:v>25.875</c:v>
                </c:pt>
                <c:pt idx="5176">
                  <c:v>25.88</c:v>
                </c:pt>
                <c:pt idx="5177">
                  <c:v>25.885</c:v>
                </c:pt>
                <c:pt idx="5178">
                  <c:v>25.89</c:v>
                </c:pt>
                <c:pt idx="5179">
                  <c:v>25.895</c:v>
                </c:pt>
                <c:pt idx="5180">
                  <c:v>25.9</c:v>
                </c:pt>
                <c:pt idx="5181">
                  <c:v>25.905</c:v>
                </c:pt>
                <c:pt idx="5182">
                  <c:v>25.91</c:v>
                </c:pt>
                <c:pt idx="5183">
                  <c:v>25.915</c:v>
                </c:pt>
                <c:pt idx="5184">
                  <c:v>25.92</c:v>
                </c:pt>
                <c:pt idx="5185">
                  <c:v>25.925</c:v>
                </c:pt>
                <c:pt idx="5186">
                  <c:v>25.93</c:v>
                </c:pt>
                <c:pt idx="5187">
                  <c:v>25.935</c:v>
                </c:pt>
                <c:pt idx="5188">
                  <c:v>25.94</c:v>
                </c:pt>
                <c:pt idx="5189">
                  <c:v>25.945</c:v>
                </c:pt>
                <c:pt idx="5190">
                  <c:v>25.95</c:v>
                </c:pt>
                <c:pt idx="5191">
                  <c:v>25.955</c:v>
                </c:pt>
                <c:pt idx="5192">
                  <c:v>25.96</c:v>
                </c:pt>
                <c:pt idx="5193">
                  <c:v>25.965</c:v>
                </c:pt>
                <c:pt idx="5194">
                  <c:v>25.97</c:v>
                </c:pt>
                <c:pt idx="5195">
                  <c:v>25.975</c:v>
                </c:pt>
                <c:pt idx="5196">
                  <c:v>25.98</c:v>
                </c:pt>
                <c:pt idx="5197">
                  <c:v>25.985</c:v>
                </c:pt>
                <c:pt idx="5198">
                  <c:v>25.99</c:v>
                </c:pt>
                <c:pt idx="5199">
                  <c:v>25.995</c:v>
                </c:pt>
                <c:pt idx="5200">
                  <c:v>26</c:v>
                </c:pt>
                <c:pt idx="5201">
                  <c:v>26.005</c:v>
                </c:pt>
                <c:pt idx="5202">
                  <c:v>26.01</c:v>
                </c:pt>
                <c:pt idx="5203">
                  <c:v>26.015</c:v>
                </c:pt>
                <c:pt idx="5204">
                  <c:v>26.02</c:v>
                </c:pt>
                <c:pt idx="5205">
                  <c:v>26.025</c:v>
                </c:pt>
                <c:pt idx="5206">
                  <c:v>26.03</c:v>
                </c:pt>
                <c:pt idx="5207">
                  <c:v>26.035</c:v>
                </c:pt>
                <c:pt idx="5208">
                  <c:v>26.04</c:v>
                </c:pt>
                <c:pt idx="5209">
                  <c:v>26.045</c:v>
                </c:pt>
                <c:pt idx="5210">
                  <c:v>26.05</c:v>
                </c:pt>
                <c:pt idx="5211">
                  <c:v>26.055</c:v>
                </c:pt>
                <c:pt idx="5212">
                  <c:v>26.06</c:v>
                </c:pt>
                <c:pt idx="5213">
                  <c:v>26.065</c:v>
                </c:pt>
                <c:pt idx="5214">
                  <c:v>26.07</c:v>
                </c:pt>
                <c:pt idx="5215">
                  <c:v>26.075</c:v>
                </c:pt>
                <c:pt idx="5216">
                  <c:v>26.08</c:v>
                </c:pt>
                <c:pt idx="5217">
                  <c:v>26.085</c:v>
                </c:pt>
                <c:pt idx="5218">
                  <c:v>26.09</c:v>
                </c:pt>
                <c:pt idx="5219">
                  <c:v>26.095</c:v>
                </c:pt>
                <c:pt idx="5220">
                  <c:v>26.1</c:v>
                </c:pt>
                <c:pt idx="5221">
                  <c:v>26.105</c:v>
                </c:pt>
                <c:pt idx="5222">
                  <c:v>26.11</c:v>
                </c:pt>
                <c:pt idx="5223">
                  <c:v>26.115</c:v>
                </c:pt>
                <c:pt idx="5224">
                  <c:v>26.12</c:v>
                </c:pt>
                <c:pt idx="5225">
                  <c:v>26.125</c:v>
                </c:pt>
                <c:pt idx="5226">
                  <c:v>26.13</c:v>
                </c:pt>
                <c:pt idx="5227">
                  <c:v>26.135</c:v>
                </c:pt>
                <c:pt idx="5228">
                  <c:v>26.14</c:v>
                </c:pt>
                <c:pt idx="5229">
                  <c:v>26.145</c:v>
                </c:pt>
                <c:pt idx="5230">
                  <c:v>26.15</c:v>
                </c:pt>
                <c:pt idx="5231">
                  <c:v>26.155</c:v>
                </c:pt>
                <c:pt idx="5232">
                  <c:v>26.16</c:v>
                </c:pt>
                <c:pt idx="5233">
                  <c:v>26.165</c:v>
                </c:pt>
                <c:pt idx="5234">
                  <c:v>26.17</c:v>
                </c:pt>
                <c:pt idx="5235">
                  <c:v>26.175</c:v>
                </c:pt>
                <c:pt idx="5236">
                  <c:v>26.18</c:v>
                </c:pt>
                <c:pt idx="5237">
                  <c:v>26.185</c:v>
                </c:pt>
                <c:pt idx="5238">
                  <c:v>26.19</c:v>
                </c:pt>
                <c:pt idx="5239">
                  <c:v>26.195</c:v>
                </c:pt>
                <c:pt idx="5240">
                  <c:v>26.2</c:v>
                </c:pt>
              </c:strCache>
            </c:strRef>
          </c:cat>
          <c:val>
            <c:numRef>
              <c:f>Sheet1!$B$2:$GSP$2</c:f>
              <c:numCache>
                <c:ptCount val="5241"/>
                <c:pt idx="0">
                  <c:v>7.544932</c:v>
                </c:pt>
                <c:pt idx="1">
                  <c:v>7.545699</c:v>
                </c:pt>
                <c:pt idx="2">
                  <c:v>7.546426</c:v>
                </c:pt>
                <c:pt idx="3">
                  <c:v>7.547113</c:v>
                </c:pt>
                <c:pt idx="4">
                  <c:v>7.547758</c:v>
                </c:pt>
                <c:pt idx="5">
                  <c:v>7.548362</c:v>
                </c:pt>
                <c:pt idx="6">
                  <c:v>7.548924</c:v>
                </c:pt>
                <c:pt idx="7">
                  <c:v>7.549444</c:v>
                </c:pt>
                <c:pt idx="8">
                  <c:v>7.549923</c:v>
                </c:pt>
                <c:pt idx="9">
                  <c:v>7.550358</c:v>
                </c:pt>
                <c:pt idx="10">
                  <c:v>7.550752</c:v>
                </c:pt>
                <c:pt idx="11">
                  <c:v>7.551102</c:v>
                </c:pt>
                <c:pt idx="12">
                  <c:v>7.551409</c:v>
                </c:pt>
                <c:pt idx="13">
                  <c:v>7.551673</c:v>
                </c:pt>
                <c:pt idx="14">
                  <c:v>7.551893</c:v>
                </c:pt>
                <c:pt idx="15">
                  <c:v>7.552069</c:v>
                </c:pt>
                <c:pt idx="16">
                  <c:v>7.552201</c:v>
                </c:pt>
                <c:pt idx="17">
                  <c:v>7.552289</c:v>
                </c:pt>
                <c:pt idx="18">
                  <c:v>7.552331</c:v>
                </c:pt>
                <c:pt idx="19">
                  <c:v>7.552329</c:v>
                </c:pt>
                <c:pt idx="20">
                  <c:v>7.552281</c:v>
                </c:pt>
                <c:pt idx="21">
                  <c:v>7.552188</c:v>
                </c:pt>
                <c:pt idx="22">
                  <c:v>7.552049</c:v>
                </c:pt>
                <c:pt idx="23">
                  <c:v>7.551864</c:v>
                </c:pt>
                <c:pt idx="24">
                  <c:v>7.551632</c:v>
                </c:pt>
                <c:pt idx="25">
                  <c:v>7.551354</c:v>
                </c:pt>
                <c:pt idx="26">
                  <c:v>7.551029</c:v>
                </c:pt>
                <c:pt idx="27">
                  <c:v>7.550656</c:v>
                </c:pt>
                <c:pt idx="28">
                  <c:v>7.550236</c:v>
                </c:pt>
                <c:pt idx="29">
                  <c:v>7.549769</c:v>
                </c:pt>
                <c:pt idx="30">
                  <c:v>7.549253</c:v>
                </c:pt>
                <c:pt idx="31">
                  <c:v>7.548689</c:v>
                </c:pt>
                <c:pt idx="32">
                  <c:v>7.548076</c:v>
                </c:pt>
                <c:pt idx="33">
                  <c:v>7.547414</c:v>
                </c:pt>
                <c:pt idx="34">
                  <c:v>7.546703</c:v>
                </c:pt>
                <c:pt idx="35">
                  <c:v>7.545942</c:v>
                </c:pt>
                <c:pt idx="36">
                  <c:v>7.545132</c:v>
                </c:pt>
                <c:pt idx="37">
                  <c:v>7.544271</c:v>
                </c:pt>
                <c:pt idx="38">
                  <c:v>7.543360</c:v>
                </c:pt>
                <c:pt idx="39">
                  <c:v>7.542398</c:v>
                </c:pt>
                <c:pt idx="40">
                  <c:v>7.541385</c:v>
                </c:pt>
                <c:pt idx="41">
                  <c:v>7.540321</c:v>
                </c:pt>
                <c:pt idx="42">
                  <c:v>7.539205</c:v>
                </c:pt>
                <c:pt idx="43">
                  <c:v>7.538038</c:v>
                </c:pt>
                <c:pt idx="44">
                  <c:v>7.536818</c:v>
                </c:pt>
                <c:pt idx="45">
                  <c:v>7.535545</c:v>
                </c:pt>
                <c:pt idx="46">
                  <c:v>7.534220</c:v>
                </c:pt>
                <c:pt idx="47">
                  <c:v>7.532841</c:v>
                </c:pt>
                <c:pt idx="48">
                  <c:v>7.531409</c:v>
                </c:pt>
                <c:pt idx="49">
                  <c:v>7.529923</c:v>
                </c:pt>
                <c:pt idx="50">
                  <c:v>7.528383</c:v>
                </c:pt>
                <c:pt idx="51">
                  <c:v>7.526789</c:v>
                </c:pt>
                <c:pt idx="52">
                  <c:v>7.525139</c:v>
                </c:pt>
                <c:pt idx="53">
                  <c:v>7.523435</c:v>
                </c:pt>
                <c:pt idx="54">
                  <c:v>7.521675</c:v>
                </c:pt>
                <c:pt idx="55">
                  <c:v>7.519860</c:v>
                </c:pt>
                <c:pt idx="56">
                  <c:v>7.517988</c:v>
                </c:pt>
                <c:pt idx="57">
                  <c:v>7.516060</c:v>
                </c:pt>
                <c:pt idx="58">
                  <c:v>7.514076</c:v>
                </c:pt>
                <c:pt idx="59">
                  <c:v>7.512034</c:v>
                </c:pt>
                <c:pt idx="60">
                  <c:v>7.509935</c:v>
                </c:pt>
                <c:pt idx="61">
                  <c:v>7.507778</c:v>
                </c:pt>
                <c:pt idx="62">
                  <c:v>7.505563</c:v>
                </c:pt>
                <c:pt idx="63">
                  <c:v>7.503290</c:v>
                </c:pt>
                <c:pt idx="64">
                  <c:v>7.500958</c:v>
                </c:pt>
                <c:pt idx="65">
                  <c:v>7.498567</c:v>
                </c:pt>
                <c:pt idx="66">
                  <c:v>7.496117</c:v>
                </c:pt>
                <c:pt idx="67">
                  <c:v>7.493606</c:v>
                </c:pt>
                <c:pt idx="68">
                  <c:v>7.491036</c:v>
                </c:pt>
                <c:pt idx="69">
                  <c:v>7.488405</c:v>
                </c:pt>
                <c:pt idx="70">
                  <c:v>7.485714</c:v>
                </c:pt>
                <c:pt idx="71">
                  <c:v>7.482961</c:v>
                </c:pt>
                <c:pt idx="72">
                  <c:v>7.480147</c:v>
                </c:pt>
                <c:pt idx="73">
                  <c:v>7.477271</c:v>
                </c:pt>
                <c:pt idx="74">
                  <c:v>7.474332</c:v>
                </c:pt>
                <c:pt idx="75">
                  <c:v>7.471331</c:v>
                </c:pt>
                <c:pt idx="76">
                  <c:v>7.468267</c:v>
                </c:pt>
                <c:pt idx="77">
                  <c:v>7.465140</c:v>
                </c:pt>
                <c:pt idx="78">
                  <c:v>7.461949</c:v>
                </c:pt>
                <c:pt idx="79">
                  <c:v>7.458695</c:v>
                </c:pt>
                <c:pt idx="80">
                  <c:v>7.455375</c:v>
                </c:pt>
                <c:pt idx="81">
                  <c:v>7.451991</c:v>
                </c:pt>
                <c:pt idx="82">
                  <c:v>7.448542</c:v>
                </c:pt>
                <c:pt idx="83">
                  <c:v>7.445027</c:v>
                </c:pt>
                <c:pt idx="84">
                  <c:v>7.441447</c:v>
                </c:pt>
                <c:pt idx="85">
                  <c:v>7.437800</c:v>
                </c:pt>
                <c:pt idx="86">
                  <c:v>7.434086</c:v>
                </c:pt>
                <c:pt idx="87">
                  <c:v>7.430306</c:v>
                </c:pt>
                <c:pt idx="88">
                  <c:v>7.426458</c:v>
                </c:pt>
                <c:pt idx="89">
                  <c:v>7.422542</c:v>
                </c:pt>
                <c:pt idx="90">
                  <c:v>7.418558</c:v>
                </c:pt>
                <c:pt idx="91">
                  <c:v>7.414506</c:v>
                </c:pt>
                <c:pt idx="92">
                  <c:v>7.410384</c:v>
                </c:pt>
                <c:pt idx="93">
                  <c:v>7.406193</c:v>
                </c:pt>
                <c:pt idx="94">
                  <c:v>7.401933</c:v>
                </c:pt>
                <c:pt idx="95">
                  <c:v>7.397602</c:v>
                </c:pt>
                <c:pt idx="96">
                  <c:v>7.393201</c:v>
                </c:pt>
                <c:pt idx="97">
                  <c:v>7.388728</c:v>
                </c:pt>
                <c:pt idx="98">
                  <c:v>7.384185</c:v>
                </c:pt>
                <c:pt idx="99">
                  <c:v>7.379569</c:v>
                </c:pt>
                <c:pt idx="100">
                  <c:v>7.374882</c:v>
                </c:pt>
                <c:pt idx="101">
                  <c:v>7.370122</c:v>
                </c:pt>
                <c:pt idx="102">
                  <c:v>7.365289</c:v>
                </c:pt>
                <c:pt idx="103">
                  <c:v>7.360382</c:v>
                </c:pt>
                <c:pt idx="104">
                  <c:v>7.355402</c:v>
                </c:pt>
                <c:pt idx="105">
                  <c:v>7.350347</c:v>
                </c:pt>
                <c:pt idx="106">
                  <c:v>7.345218</c:v>
                </c:pt>
                <c:pt idx="107">
                  <c:v>7.340014</c:v>
                </c:pt>
                <c:pt idx="108">
                  <c:v>7.334734</c:v>
                </c:pt>
                <c:pt idx="109">
                  <c:v>7.329378</c:v>
                </c:pt>
                <c:pt idx="110">
                  <c:v>7.323946</c:v>
                </c:pt>
                <c:pt idx="111">
                  <c:v>7.318438</c:v>
                </c:pt>
                <c:pt idx="112">
                  <c:v>7.312852</c:v>
                </c:pt>
                <c:pt idx="113">
                  <c:v>7.307188</c:v>
                </c:pt>
                <c:pt idx="114">
                  <c:v>7.301446</c:v>
                </c:pt>
                <c:pt idx="115">
                  <c:v>7.295626</c:v>
                </c:pt>
                <c:pt idx="116">
                  <c:v>7.289727</c:v>
                </c:pt>
                <c:pt idx="117">
                  <c:v>7.283748</c:v>
                </c:pt>
                <c:pt idx="118">
                  <c:v>7.277690</c:v>
                </c:pt>
                <c:pt idx="119">
                  <c:v>7.271551</c:v>
                </c:pt>
                <c:pt idx="120">
                  <c:v>7.265331</c:v>
                </c:pt>
                <c:pt idx="121">
                  <c:v>7.259030</c:v>
                </c:pt>
                <c:pt idx="122">
                  <c:v>7.252648</c:v>
                </c:pt>
                <c:pt idx="123">
                  <c:v>7.246184</c:v>
                </c:pt>
                <c:pt idx="124">
                  <c:v>7.239637</c:v>
                </c:pt>
                <c:pt idx="125">
                  <c:v>7.233006</c:v>
                </c:pt>
                <c:pt idx="126">
                  <c:v>7.226293</c:v>
                </c:pt>
                <c:pt idx="127">
                  <c:v>7.219495</c:v>
                </c:pt>
                <c:pt idx="128">
                  <c:v>7.212613</c:v>
                </c:pt>
                <c:pt idx="129">
                  <c:v>7.205647</c:v>
                </c:pt>
                <c:pt idx="130">
                  <c:v>7.198594</c:v>
                </c:pt>
                <c:pt idx="131">
                  <c:v>7.191456</c:v>
                </c:pt>
                <c:pt idx="132">
                  <c:v>7.184232</c:v>
                </c:pt>
                <c:pt idx="133">
                  <c:v>7.176921</c:v>
                </c:pt>
                <c:pt idx="134">
                  <c:v>7.169522</c:v>
                </c:pt>
                <c:pt idx="135">
                  <c:v>7.162036</c:v>
                </c:pt>
                <c:pt idx="136">
                  <c:v>7.154461</c:v>
                </c:pt>
                <c:pt idx="137">
                  <c:v>7.146798</c:v>
                </c:pt>
                <c:pt idx="138">
                  <c:v>7.139046</c:v>
                </c:pt>
                <c:pt idx="139">
                  <c:v>7.131203</c:v>
                </c:pt>
                <c:pt idx="140">
                  <c:v>7.123271</c:v>
                </c:pt>
                <c:pt idx="141">
                  <c:v>7.115248</c:v>
                </c:pt>
                <c:pt idx="142">
                  <c:v>7.107133</c:v>
                </c:pt>
                <c:pt idx="143">
                  <c:v>7.098927</c:v>
                </c:pt>
                <c:pt idx="144">
                  <c:v>7.090629</c:v>
                </c:pt>
                <c:pt idx="145">
                  <c:v>7.082237</c:v>
                </c:pt>
                <c:pt idx="146">
                  <c:v>7.073753</c:v>
                </c:pt>
                <c:pt idx="147">
                  <c:v>7.065175</c:v>
                </c:pt>
                <c:pt idx="148">
                  <c:v>7.056502</c:v>
                </c:pt>
                <c:pt idx="149">
                  <c:v>7.047735</c:v>
                </c:pt>
                <c:pt idx="150">
                  <c:v>7.038872</c:v>
                </c:pt>
                <c:pt idx="151">
                  <c:v>7.029914</c:v>
                </c:pt>
                <c:pt idx="152">
                  <c:v>7.020859</c:v>
                </c:pt>
                <c:pt idx="153">
                  <c:v>7.011707</c:v>
                </c:pt>
                <c:pt idx="154">
                  <c:v>7.002458</c:v>
                </c:pt>
                <c:pt idx="155">
                  <c:v>6.993110</c:v>
                </c:pt>
                <c:pt idx="156">
                  <c:v>6.983664</c:v>
                </c:pt>
                <c:pt idx="157">
                  <c:v>6.974120</c:v>
                </c:pt>
                <c:pt idx="158">
                  <c:v>6.964475</c:v>
                </c:pt>
                <c:pt idx="159">
                  <c:v>6.954730</c:v>
                </c:pt>
                <c:pt idx="160">
                  <c:v>6.944885</c:v>
                </c:pt>
                <c:pt idx="161">
                  <c:v>6.934938</c:v>
                </c:pt>
                <c:pt idx="162">
                  <c:v>6.924890</c:v>
                </c:pt>
                <c:pt idx="163">
                  <c:v>6.914739</c:v>
                </c:pt>
                <c:pt idx="164">
                  <c:v>6.904485</c:v>
                </c:pt>
                <c:pt idx="165">
                  <c:v>6.894128</c:v>
                </c:pt>
                <c:pt idx="166">
                  <c:v>6.883666</c:v>
                </c:pt>
                <c:pt idx="167">
                  <c:v>6.873100</c:v>
                </c:pt>
                <c:pt idx="168">
                  <c:v>6.862429</c:v>
                </c:pt>
                <c:pt idx="169">
                  <c:v>6.851652</c:v>
                </c:pt>
                <c:pt idx="170">
                  <c:v>6.840769</c:v>
                </c:pt>
                <c:pt idx="171">
                  <c:v>6.829779</c:v>
                </c:pt>
                <c:pt idx="172">
                  <c:v>6.818681</c:v>
                </c:pt>
                <c:pt idx="173">
                  <c:v>6.807475</c:v>
                </c:pt>
                <c:pt idx="174">
                  <c:v>6.796160</c:v>
                </c:pt>
                <c:pt idx="175">
                  <c:v>6.784736</c:v>
                </c:pt>
                <c:pt idx="176">
                  <c:v>6.773203</c:v>
                </c:pt>
                <c:pt idx="177">
                  <c:v>6.761558</c:v>
                </c:pt>
                <c:pt idx="178">
                  <c:v>6.749803</c:v>
                </c:pt>
                <c:pt idx="179">
                  <c:v>6.737936</c:v>
                </c:pt>
                <c:pt idx="180">
                  <c:v>6.725957</c:v>
                </c:pt>
                <c:pt idx="181">
                  <c:v>6.713865</c:v>
                </c:pt>
                <c:pt idx="182">
                  <c:v>6.701659</c:v>
                </c:pt>
                <c:pt idx="183">
                  <c:v>6.689339</c:v>
                </c:pt>
                <c:pt idx="184">
                  <c:v>6.676904</c:v>
                </c:pt>
                <c:pt idx="185">
                  <c:v>6.664354</c:v>
                </c:pt>
                <c:pt idx="186">
                  <c:v>6.651688</c:v>
                </c:pt>
                <c:pt idx="187">
                  <c:v>6.638906</c:v>
                </c:pt>
                <c:pt idx="188">
                  <c:v>6.626006</c:v>
                </c:pt>
                <c:pt idx="189">
                  <c:v>6.612988</c:v>
                </c:pt>
                <c:pt idx="190">
                  <c:v>6.599852</c:v>
                </c:pt>
                <c:pt idx="191">
                  <c:v>6.586597</c:v>
                </c:pt>
                <c:pt idx="192">
                  <c:v>6.573221</c:v>
                </c:pt>
                <c:pt idx="193">
                  <c:v>6.559726</c:v>
                </c:pt>
                <c:pt idx="194">
                  <c:v>6.546109</c:v>
                </c:pt>
                <c:pt idx="195">
                  <c:v>6.532370</c:v>
                </c:pt>
                <c:pt idx="196">
                  <c:v>6.518509</c:v>
                </c:pt>
                <c:pt idx="197">
                  <c:v>6.504525</c:v>
                </c:pt>
                <c:pt idx="198">
                  <c:v>6.490417</c:v>
                </c:pt>
                <c:pt idx="199">
                  <c:v>6.476185</c:v>
                </c:pt>
                <c:pt idx="200">
                  <c:v>6.461828</c:v>
                </c:pt>
                <c:pt idx="201">
                  <c:v>6.447345</c:v>
                </c:pt>
                <c:pt idx="202">
                  <c:v>6.432735</c:v>
                </c:pt>
                <c:pt idx="203">
                  <c:v>6.417998</c:v>
                </c:pt>
                <c:pt idx="204">
                  <c:v>6.403134</c:v>
                </c:pt>
                <c:pt idx="205">
                  <c:v>6.388141</c:v>
                </c:pt>
                <c:pt idx="206">
                  <c:v>6.373019</c:v>
                </c:pt>
                <c:pt idx="207">
                  <c:v>6.357767</c:v>
                </c:pt>
                <c:pt idx="208">
                  <c:v>6.342384</c:v>
                </c:pt>
                <c:pt idx="209">
                  <c:v>6.326871</c:v>
                </c:pt>
                <c:pt idx="210">
                  <c:v>6.311225</c:v>
                </c:pt>
                <c:pt idx="211">
                  <c:v>6.295446</c:v>
                </c:pt>
                <c:pt idx="212">
                  <c:v>6.279534</c:v>
                </c:pt>
                <c:pt idx="213">
                  <c:v>6.263488</c:v>
                </c:pt>
                <c:pt idx="214">
                  <c:v>6.247308</c:v>
                </c:pt>
                <c:pt idx="215">
                  <c:v>6.230991</c:v>
                </c:pt>
                <c:pt idx="216">
                  <c:v>6.214539</c:v>
                </c:pt>
                <c:pt idx="217">
                  <c:v>6.197949</c:v>
                </c:pt>
                <c:pt idx="218">
                  <c:v>6.181222</c:v>
                </c:pt>
                <c:pt idx="219">
                  <c:v>6.164356</c:v>
                </c:pt>
                <c:pt idx="220">
                  <c:v>6.147351</c:v>
                </c:pt>
                <c:pt idx="221">
                  <c:v>6.130206</c:v>
                </c:pt>
                <c:pt idx="222">
                  <c:v>6.112920</c:v>
                </c:pt>
                <c:pt idx="223">
                  <c:v>6.095493</c:v>
                </c:pt>
                <c:pt idx="224">
                  <c:v>6.077924</c:v>
                </c:pt>
                <c:pt idx="225">
                  <c:v>6.060211</c:v>
                </c:pt>
                <c:pt idx="226">
                  <c:v>6.042355</c:v>
                </c:pt>
                <c:pt idx="227">
                  <c:v>6.024355</c:v>
                </c:pt>
                <c:pt idx="228">
                  <c:v>6.006209</c:v>
                </c:pt>
                <c:pt idx="229">
                  <c:v>5.987917</c:v>
                </c:pt>
                <c:pt idx="230">
                  <c:v>5.969478</c:v>
                </c:pt>
                <c:pt idx="231">
                  <c:v>5.950892</c:v>
                </c:pt>
                <c:pt idx="232">
                  <c:v>5.932157</c:v>
                </c:pt>
                <c:pt idx="233">
                  <c:v>5.913274</c:v>
                </c:pt>
                <c:pt idx="234">
                  <c:v>5.894240</c:v>
                </c:pt>
                <c:pt idx="235">
                  <c:v>5.875055</c:v>
                </c:pt>
                <c:pt idx="236">
                  <c:v>5.855719</c:v>
                </c:pt>
                <c:pt idx="237">
                  <c:v>5.836230</c:v>
                </c:pt>
                <c:pt idx="238">
                  <c:v>5.816589</c:v>
                </c:pt>
                <c:pt idx="239">
                  <c:v>5.796793</c:v>
                </c:pt>
                <c:pt idx="240">
                  <c:v>5.776842</c:v>
                </c:pt>
                <c:pt idx="241">
                  <c:v>5.756736</c:v>
                </c:pt>
                <c:pt idx="242">
                  <c:v>5.736474</c:v>
                </c:pt>
                <c:pt idx="243">
                  <c:v>5.716054</c:v>
                </c:pt>
                <c:pt idx="244">
                  <c:v>5.695476</c:v>
                </c:pt>
                <c:pt idx="245">
                  <c:v>5.674739</c:v>
                </c:pt>
                <c:pt idx="246">
                  <c:v>5.653842</c:v>
                </c:pt>
                <c:pt idx="247">
                  <c:v>5.632784</c:v>
                </c:pt>
                <c:pt idx="248">
                  <c:v>5.611565</c:v>
                </c:pt>
                <c:pt idx="249">
                  <c:v>5.590184</c:v>
                </c:pt>
                <c:pt idx="250">
                  <c:v>5.568639</c:v>
                </c:pt>
                <c:pt idx="251">
                  <c:v>5.546931</c:v>
                </c:pt>
                <c:pt idx="252">
                  <c:v>5.525057</c:v>
                </c:pt>
                <c:pt idx="253">
                  <c:v>5.503018</c:v>
                </c:pt>
                <c:pt idx="254">
                  <c:v>5.480811</c:v>
                </c:pt>
                <c:pt idx="255">
                  <c:v>5.458438</c:v>
                </c:pt>
                <c:pt idx="256">
                  <c:v>5.435896</c:v>
                </c:pt>
                <c:pt idx="257">
                  <c:v>5.413184</c:v>
                </c:pt>
                <c:pt idx="258">
                  <c:v>5.390302</c:v>
                </c:pt>
                <c:pt idx="259">
                  <c:v>5.367249</c:v>
                </c:pt>
                <c:pt idx="260">
                  <c:v>5.344024</c:v>
                </c:pt>
                <c:pt idx="261">
                  <c:v>5.320627</c:v>
                </c:pt>
                <c:pt idx="262">
                  <c:v>5.297055</c:v>
                </c:pt>
                <c:pt idx="263">
                  <c:v>5.273308</c:v>
                </c:pt>
                <c:pt idx="264">
                  <c:v>5.249386</c:v>
                </c:pt>
                <c:pt idx="265">
                  <c:v>5.225287</c:v>
                </c:pt>
                <c:pt idx="266">
                  <c:v>5.201011</c:v>
                </c:pt>
                <c:pt idx="267">
                  <c:v>5.176556</c:v>
                </c:pt>
                <c:pt idx="268">
                  <c:v>5.151921</c:v>
                </c:pt>
                <c:pt idx="269">
                  <c:v>5.127107</c:v>
                </c:pt>
                <c:pt idx="270">
                  <c:v>5.102111</c:v>
                </c:pt>
                <c:pt idx="271">
                  <c:v>5.076932</c:v>
                </c:pt>
                <c:pt idx="272">
                  <c:v>5.051571</c:v>
                </c:pt>
                <c:pt idx="273">
                  <c:v>5.026025</c:v>
                </c:pt>
                <c:pt idx="274">
                  <c:v>5.000294</c:v>
                </c:pt>
                <c:pt idx="275">
                  <c:v>4.974377</c:v>
                </c:pt>
                <c:pt idx="276">
                  <c:v>4.948273</c:v>
                </c:pt>
                <c:pt idx="277">
                  <c:v>4.921981</c:v>
                </c:pt>
                <c:pt idx="278">
                  <c:v>4.895500</c:v>
                </c:pt>
                <c:pt idx="279">
                  <c:v>4.868828</c:v>
                </c:pt>
                <c:pt idx="280">
                  <c:v>4.841966</c:v>
                </c:pt>
                <c:pt idx="281">
                  <c:v>4.814911</c:v>
                </c:pt>
                <c:pt idx="282">
                  <c:v>4.787664</c:v>
                </c:pt>
                <c:pt idx="283">
                  <c:v>4.760222</c:v>
                </c:pt>
                <c:pt idx="284">
                  <c:v>4.732585</c:v>
                </c:pt>
                <c:pt idx="285">
                  <c:v>4.704752</c:v>
                </c:pt>
                <c:pt idx="286">
                  <c:v>4.676722</c:v>
                </c:pt>
                <c:pt idx="287">
                  <c:v>4.648494</c:v>
                </c:pt>
                <c:pt idx="288">
                  <c:v>4.620067</c:v>
                </c:pt>
                <c:pt idx="289">
                  <c:v>4.591439</c:v>
                </c:pt>
                <c:pt idx="290">
                  <c:v>4.562610</c:v>
                </c:pt>
                <c:pt idx="291">
                  <c:v>4.533579</c:v>
                </c:pt>
                <c:pt idx="292">
                  <c:v>4.504344</c:v>
                </c:pt>
                <c:pt idx="293">
                  <c:v>4.474905</c:v>
                </c:pt>
                <c:pt idx="294">
                  <c:v>4.445260</c:v>
                </c:pt>
                <c:pt idx="295">
                  <c:v>4.415408</c:v>
                </c:pt>
                <c:pt idx="296">
                  <c:v>4.385349</c:v>
                </c:pt>
                <c:pt idx="297">
                  <c:v>4.355081</c:v>
                </c:pt>
                <c:pt idx="298">
                  <c:v>4.324604</c:v>
                </c:pt>
                <c:pt idx="299">
                  <c:v>4.293915</c:v>
                </c:pt>
                <c:pt idx="300">
                  <c:v>4.263014</c:v>
                </c:pt>
                <c:pt idx="301">
                  <c:v>4.231900</c:v>
                </c:pt>
                <c:pt idx="302">
                  <c:v>4.200572</c:v>
                </c:pt>
                <c:pt idx="303">
                  <c:v>4.169028</c:v>
                </c:pt>
                <c:pt idx="304">
                  <c:v>4.137268</c:v>
                </c:pt>
                <c:pt idx="305">
                  <c:v>4.105290</c:v>
                </c:pt>
                <c:pt idx="306">
                  <c:v>4.073094</c:v>
                </c:pt>
                <c:pt idx="307">
                  <c:v>4.040678</c:v>
                </c:pt>
                <c:pt idx="308">
                  <c:v>4.008040</c:v>
                </c:pt>
                <c:pt idx="309">
                  <c:v>3.975180</c:v>
                </c:pt>
                <c:pt idx="310">
                  <c:v>3.942097</c:v>
                </c:pt>
                <c:pt idx="311">
                  <c:v>3.908790</c:v>
                </c:pt>
                <c:pt idx="312">
                  <c:v>3.875256</c:v>
                </c:pt>
                <c:pt idx="313">
                  <c:v>3.841496</c:v>
                </c:pt>
                <c:pt idx="314">
                  <c:v>3.807508</c:v>
                </c:pt>
                <c:pt idx="315">
                  <c:v>3.773291</c:v>
                </c:pt>
                <c:pt idx="316">
                  <c:v>3.738843</c:v>
                </c:pt>
                <c:pt idx="317">
                  <c:v>3.704163</c:v>
                </c:pt>
                <c:pt idx="318">
                  <c:v>3.669251</c:v>
                </c:pt>
                <c:pt idx="319">
                  <c:v>3.634105</c:v>
                </c:pt>
                <c:pt idx="320">
                  <c:v>3.598723</c:v>
                </c:pt>
                <c:pt idx="321">
                  <c:v>3.563106</c:v>
                </c:pt>
                <c:pt idx="322">
                  <c:v>3.527250</c:v>
                </c:pt>
                <c:pt idx="323">
                  <c:v>3.491155</c:v>
                </c:pt>
                <c:pt idx="324">
                  <c:v>3.454821</c:v>
                </c:pt>
                <c:pt idx="325">
                  <c:v>3.418245</c:v>
                </c:pt>
                <c:pt idx="326">
                  <c:v>3.381426</c:v>
                </c:pt>
                <c:pt idx="327">
                  <c:v>3.344363</c:v>
                </c:pt>
                <c:pt idx="328">
                  <c:v>3.307056</c:v>
                </c:pt>
                <c:pt idx="329">
                  <c:v>3.269502</c:v>
                </c:pt>
                <c:pt idx="330">
                  <c:v>3.231700</c:v>
                </c:pt>
                <c:pt idx="331">
                  <c:v>3.193649</c:v>
                </c:pt>
                <c:pt idx="332">
                  <c:v>3.155348</c:v>
                </c:pt>
                <c:pt idx="333">
                  <c:v>3.116795</c:v>
                </c:pt>
                <c:pt idx="334">
                  <c:v>3.077990</c:v>
                </c:pt>
                <c:pt idx="335">
                  <c:v>3.038930</c:v>
                </c:pt>
                <c:pt idx="336">
                  <c:v>2.999615</c:v>
                </c:pt>
                <c:pt idx="337">
                  <c:v>2.960043</c:v>
                </c:pt>
                <c:pt idx="338">
                  <c:v>2.920213</c:v>
                </c:pt>
                <c:pt idx="339">
                  <c:v>2.880123</c:v>
                </c:pt>
                <c:pt idx="340">
                  <c:v>2.839773</c:v>
                </c:pt>
                <c:pt idx="341">
                  <c:v>2.799161</c:v>
                </c:pt>
                <c:pt idx="342">
                  <c:v>2.758285</c:v>
                </c:pt>
                <c:pt idx="343">
                  <c:v>2.717144</c:v>
                </c:pt>
                <c:pt idx="344">
                  <c:v>2.675737</c:v>
                </c:pt>
                <c:pt idx="345">
                  <c:v>2.634062</c:v>
                </c:pt>
                <c:pt idx="346">
                  <c:v>2.592119</c:v>
                </c:pt>
                <c:pt idx="347">
                  <c:v>2.549905</c:v>
                </c:pt>
                <c:pt idx="348">
                  <c:v>2.507419</c:v>
                </c:pt>
                <c:pt idx="349">
                  <c:v>2.464660</c:v>
                </c:pt>
                <c:pt idx="350">
                  <c:v>2.421627</c:v>
                </c:pt>
                <c:pt idx="351">
                  <c:v>2.378318</c:v>
                </c:pt>
                <c:pt idx="352">
                  <c:v>2.334731</c:v>
                </c:pt>
                <c:pt idx="353">
                  <c:v>2.290865</c:v>
                </c:pt>
                <c:pt idx="354">
                  <c:v>2.246720</c:v>
                </c:pt>
                <c:pt idx="355">
                  <c:v>2.202292</c:v>
                </c:pt>
                <c:pt idx="356">
                  <c:v>2.157582</c:v>
                </c:pt>
                <c:pt idx="357">
                  <c:v>2.112587</c:v>
                </c:pt>
                <c:pt idx="358">
                  <c:v>2.067305</c:v>
                </c:pt>
                <c:pt idx="359">
                  <c:v>2.021737</c:v>
                </c:pt>
                <c:pt idx="360">
                  <c:v>1.975879</c:v>
                </c:pt>
                <c:pt idx="361">
                  <c:v>1.929731</c:v>
                </c:pt>
                <c:pt idx="362">
                  <c:v>1.883291</c:v>
                </c:pt>
                <c:pt idx="363">
                  <c:v>1.836557</c:v>
                </c:pt>
                <c:pt idx="364">
                  <c:v>1.789529</c:v>
                </c:pt>
                <c:pt idx="365">
                  <c:v>1.742204</c:v>
                </c:pt>
                <c:pt idx="366">
                  <c:v>1.694581</c:v>
                </c:pt>
                <c:pt idx="367">
                  <c:v>1.646658</c:v>
                </c:pt>
                <c:pt idx="368">
                  <c:v>1.598435</c:v>
                </c:pt>
                <c:pt idx="369">
                  <c:v>1.549908</c:v>
                </c:pt>
                <c:pt idx="370">
                  <c:v>1.501078</c:v>
                </c:pt>
                <c:pt idx="371">
                  <c:v>1.451942</c:v>
                </c:pt>
                <c:pt idx="372">
                  <c:v>1.402498</c:v>
                </c:pt>
                <c:pt idx="373">
                  <c:v>1.352746</c:v>
                </c:pt>
                <c:pt idx="374">
                  <c:v>1.302684</c:v>
                </c:pt>
                <c:pt idx="375">
                  <c:v>1.252309</c:v>
                </c:pt>
                <c:pt idx="376">
                  <c:v>1.201621</c:v>
                </c:pt>
                <c:pt idx="377">
                  <c:v>1.150617</c:v>
                </c:pt>
                <c:pt idx="378">
                  <c:v>1.099297</c:v>
                </c:pt>
                <c:pt idx="379">
                  <c:v>1.047658</c:v>
                </c:pt>
                <c:pt idx="380">
                  <c:v>0.995699</c:v>
                </c:pt>
                <c:pt idx="381">
                  <c:v>0.943418</c:v>
                </c:pt>
                <c:pt idx="382">
                  <c:v>0.890814</c:v>
                </c:pt>
                <c:pt idx="383">
                  <c:v>0.837885</c:v>
                </c:pt>
                <c:pt idx="384">
                  <c:v>0.784630</c:v>
                </c:pt>
                <c:pt idx="385">
                  <c:v>0.731046</c:v>
                </c:pt>
                <c:pt idx="386">
                  <c:v>0.677131</c:v>
                </c:pt>
                <c:pt idx="387">
                  <c:v>0.622886</c:v>
                </c:pt>
                <c:pt idx="388">
                  <c:v>0.568307</c:v>
                </c:pt>
                <c:pt idx="389">
                  <c:v>0.513392</c:v>
                </c:pt>
                <c:pt idx="390">
                  <c:v>0.458141</c:v>
                </c:pt>
                <c:pt idx="391">
                  <c:v>0.402552</c:v>
                </c:pt>
                <c:pt idx="392">
                  <c:v>0.346622</c:v>
                </c:pt>
                <c:pt idx="393">
                  <c:v>0.290350</c:v>
                </c:pt>
                <c:pt idx="394">
                  <c:v>0.233735</c:v>
                </c:pt>
                <c:pt idx="395">
                  <c:v>0.176774</c:v>
                </c:pt>
                <c:pt idx="396">
                  <c:v>0.119465</c:v>
                </c:pt>
                <c:pt idx="397">
                  <c:v>0.061808</c:v>
                </c:pt>
                <c:pt idx="398">
                  <c:v>0.003800</c:v>
                </c:pt>
                <c:pt idx="399">
                  <c:v>-0.054560</c:v>
                </c:pt>
                <c:pt idx="400">
                  <c:v>-0.113275</c:v>
                </c:pt>
                <c:pt idx="401">
                  <c:v>-0.172347</c:v>
                </c:pt>
                <c:pt idx="402">
                  <c:v>-0.231776</c:v>
                </c:pt>
                <c:pt idx="403">
                  <c:v>-0.291564</c:v>
                </c:pt>
                <c:pt idx="404">
                  <c:v>-0.351715</c:v>
                </c:pt>
                <c:pt idx="405">
                  <c:v>-0.412229</c:v>
                </c:pt>
                <c:pt idx="406">
                  <c:v>-0.473108</c:v>
                </c:pt>
                <c:pt idx="407">
                  <c:v>-0.534355</c:v>
                </c:pt>
                <c:pt idx="408">
                  <c:v>-0.595970</c:v>
                </c:pt>
                <c:pt idx="409">
                  <c:v>-0.657956</c:v>
                </c:pt>
                <c:pt idx="410">
                  <c:v>-0.720316</c:v>
                </c:pt>
                <c:pt idx="411">
                  <c:v>-0.783049</c:v>
                </c:pt>
                <c:pt idx="412">
                  <c:v>-0.846160</c:v>
                </c:pt>
                <c:pt idx="413">
                  <c:v>-0.909649</c:v>
                </c:pt>
                <c:pt idx="414">
                  <c:v>-0.973518</c:v>
                </c:pt>
                <c:pt idx="415">
                  <c:v>-1.037770</c:v>
                </c:pt>
                <c:pt idx="416">
                  <c:v>-1.102406</c:v>
                </c:pt>
                <c:pt idx="417">
                  <c:v>-1.167428</c:v>
                </c:pt>
                <c:pt idx="418">
                  <c:v>-1.232838</c:v>
                </c:pt>
                <c:pt idx="419">
                  <c:v>-1.298639</c:v>
                </c:pt>
                <c:pt idx="420">
                  <c:v>-1.364831</c:v>
                </c:pt>
                <c:pt idx="421">
                  <c:v>-1.431418</c:v>
                </c:pt>
                <c:pt idx="422">
                  <c:v>-1.498401</c:v>
                </c:pt>
                <c:pt idx="423">
                  <c:v>-1.565782</c:v>
                </c:pt>
                <c:pt idx="424">
                  <c:v>-1.633563</c:v>
                </c:pt>
                <c:pt idx="425">
                  <c:v>-1.701746</c:v>
                </c:pt>
                <c:pt idx="426">
                  <c:v>-1.770334</c:v>
                </c:pt>
                <c:pt idx="427">
                  <c:v>-1.839327</c:v>
                </c:pt>
                <c:pt idx="428">
                  <c:v>-1.908729</c:v>
                </c:pt>
                <c:pt idx="429">
                  <c:v>-1.978542</c:v>
                </c:pt>
                <c:pt idx="430">
                  <c:v>-2.048766</c:v>
                </c:pt>
                <c:pt idx="431">
                  <c:v>-2.119406</c:v>
                </c:pt>
                <c:pt idx="432">
                  <c:v>-2.190461</c:v>
                </c:pt>
                <c:pt idx="433">
                  <c:v>-2.261936</c:v>
                </c:pt>
                <c:pt idx="434">
                  <c:v>-2.333831</c:v>
                </c:pt>
                <c:pt idx="435">
                  <c:v>-2.406150</c:v>
                </c:pt>
                <c:pt idx="436">
                  <c:v>-2.478893</c:v>
                </c:pt>
                <c:pt idx="437">
                  <c:v>-2.552064</c:v>
                </c:pt>
                <c:pt idx="438">
                  <c:v>-2.625664</c:v>
                </c:pt>
                <c:pt idx="439">
                  <c:v>-2.699696</c:v>
                </c:pt>
                <c:pt idx="440">
                  <c:v>-2.774161</c:v>
                </c:pt>
                <c:pt idx="441">
                  <c:v>-2.849062</c:v>
                </c:pt>
                <c:pt idx="442">
                  <c:v>-2.924402</c:v>
                </c:pt>
                <c:pt idx="443">
                  <c:v>-3.000181</c:v>
                </c:pt>
                <c:pt idx="444">
                  <c:v>-3.076404</c:v>
                </c:pt>
                <c:pt idx="445">
                  <c:v>-3.153071</c:v>
                </c:pt>
                <c:pt idx="446">
                  <c:v>-3.230185</c:v>
                </c:pt>
                <c:pt idx="447">
                  <c:v>-3.307748</c:v>
                </c:pt>
                <c:pt idx="448">
                  <c:v>-3.385763</c:v>
                </c:pt>
                <c:pt idx="449">
                  <c:v>-3.464231</c:v>
                </c:pt>
                <c:pt idx="450">
                  <c:v>-3.543156</c:v>
                </c:pt>
                <c:pt idx="451">
                  <c:v>-3.622539</c:v>
                </c:pt>
                <c:pt idx="452">
                  <c:v>-3.702383</c:v>
                </c:pt>
                <c:pt idx="453">
                  <c:v>-3.782689</c:v>
                </c:pt>
                <c:pt idx="454">
                  <c:v>-3.863461</c:v>
                </c:pt>
                <c:pt idx="455">
                  <c:v>-3.944701</c:v>
                </c:pt>
                <c:pt idx="456">
                  <c:v>-4.026411</c:v>
                </c:pt>
                <c:pt idx="457">
                  <c:v>-4.108593</c:v>
                </c:pt>
                <c:pt idx="458">
                  <c:v>-4.191250</c:v>
                </c:pt>
                <c:pt idx="459">
                  <c:v>-4.274384</c:v>
                </c:pt>
                <c:pt idx="460">
                  <c:v>-4.357997</c:v>
                </c:pt>
                <c:pt idx="461">
                  <c:v>-4.442093</c:v>
                </c:pt>
                <c:pt idx="462">
                  <c:v>-4.526672</c:v>
                </c:pt>
                <c:pt idx="463">
                  <c:v>-4.611739</c:v>
                </c:pt>
                <c:pt idx="464">
                  <c:v>-4.697295</c:v>
                </c:pt>
                <c:pt idx="465">
                  <c:v>-4.783342</c:v>
                </c:pt>
                <c:pt idx="466">
                  <c:v>-4.869884</c:v>
                </c:pt>
                <c:pt idx="467">
                  <c:v>-4.956922</c:v>
                </c:pt>
                <c:pt idx="468">
                  <c:v>-5.044459</c:v>
                </c:pt>
                <c:pt idx="469">
                  <c:v>-5.132498</c:v>
                </c:pt>
                <c:pt idx="470">
                  <c:v>-5.221041</c:v>
                </c:pt>
                <c:pt idx="471">
                  <c:v>-5.310091</c:v>
                </c:pt>
                <c:pt idx="472">
                  <c:v>-5.399650</c:v>
                </c:pt>
                <c:pt idx="473">
                  <c:v>-5.489721</c:v>
                </c:pt>
                <c:pt idx="474">
                  <c:v>-5.580305</c:v>
                </c:pt>
                <c:pt idx="475">
                  <c:v>-5.671407</c:v>
                </c:pt>
                <c:pt idx="476">
                  <c:v>-5.763028</c:v>
                </c:pt>
                <c:pt idx="477">
                  <c:v>-5.855172</c:v>
                </c:pt>
                <c:pt idx="478">
                  <c:v>-5.947839</c:v>
                </c:pt>
                <c:pt idx="479">
                  <c:v>-6.041035</c:v>
                </c:pt>
                <c:pt idx="480">
                  <c:v>-6.134760</c:v>
                </c:pt>
                <c:pt idx="481">
                  <c:v>-6.229017</c:v>
                </c:pt>
                <c:pt idx="482">
                  <c:v>-6.323810</c:v>
                </c:pt>
                <c:pt idx="483">
                  <c:v>-6.419141</c:v>
                </c:pt>
                <c:pt idx="484">
                  <c:v>-6.515012</c:v>
                </c:pt>
                <c:pt idx="485">
                  <c:v>-6.611427</c:v>
                </c:pt>
                <c:pt idx="486">
                  <c:v>-6.708387</c:v>
                </c:pt>
                <c:pt idx="487">
                  <c:v>-6.805897</c:v>
                </c:pt>
                <c:pt idx="488">
                  <c:v>-6.903957</c:v>
                </c:pt>
                <c:pt idx="489">
                  <c:v>-7.002572</c:v>
                </c:pt>
                <c:pt idx="490">
                  <c:v>-7.101744</c:v>
                </c:pt>
                <c:pt idx="491">
                  <c:v>-7.201476</c:v>
                </c:pt>
                <c:pt idx="492">
                  <c:v>-7.301770</c:v>
                </c:pt>
                <c:pt idx="493">
                  <c:v>-7.402629</c:v>
                </c:pt>
                <c:pt idx="494">
                  <c:v>-7.504057</c:v>
                </c:pt>
                <c:pt idx="495">
                  <c:v>-7.606056</c:v>
                </c:pt>
                <c:pt idx="496">
                  <c:v>-7.708628</c:v>
                </c:pt>
                <c:pt idx="497">
                  <c:v>-7.811777</c:v>
                </c:pt>
                <c:pt idx="498">
                  <c:v>-7.915505</c:v>
                </c:pt>
                <c:pt idx="499">
                  <c:v>-8.019816</c:v>
                </c:pt>
                <c:pt idx="500">
                  <c:v>-8.124713</c:v>
                </c:pt>
                <c:pt idx="501">
                  <c:v>-8.230197</c:v>
                </c:pt>
                <c:pt idx="502">
                  <c:v>-8.336273</c:v>
                </c:pt>
                <c:pt idx="503">
                  <c:v>-8.442942</c:v>
                </c:pt>
                <c:pt idx="504">
                  <c:v>-8.550209</c:v>
                </c:pt>
                <c:pt idx="505">
                  <c:v>-8.658076</c:v>
                </c:pt>
                <c:pt idx="506">
                  <c:v>-8.766545</c:v>
                </c:pt>
                <c:pt idx="507">
                  <c:v>-8.875621</c:v>
                </c:pt>
                <c:pt idx="508">
                  <c:v>-8.985306</c:v>
                </c:pt>
                <c:pt idx="509">
                  <c:v>-9.095602</c:v>
                </c:pt>
                <c:pt idx="510">
                  <c:v>-9.206514</c:v>
                </c:pt>
                <c:pt idx="511">
                  <c:v>-9.318044</c:v>
                </c:pt>
                <c:pt idx="512">
                  <c:v>-9.430194</c:v>
                </c:pt>
                <c:pt idx="513">
                  <c:v>-9.542969</c:v>
                </c:pt>
                <c:pt idx="514">
                  <c:v>-9.656372</c:v>
                </c:pt>
                <c:pt idx="515">
                  <c:v>-9.770404</c:v>
                </c:pt>
                <c:pt idx="516">
                  <c:v>-9.885071</c:v>
                </c:pt>
                <c:pt idx="517">
                  <c:v>-10.000374</c:v>
                </c:pt>
                <c:pt idx="518">
                  <c:v>-10.116316</c:v>
                </c:pt>
                <c:pt idx="519">
                  <c:v>-10.232902</c:v>
                </c:pt>
                <c:pt idx="520">
                  <c:v>-10.350134</c:v>
                </c:pt>
                <c:pt idx="521">
                  <c:v>-10.468015</c:v>
                </c:pt>
                <c:pt idx="522">
                  <c:v>-10.586549</c:v>
                </c:pt>
                <c:pt idx="523">
                  <c:v>-10.705738</c:v>
                </c:pt>
                <c:pt idx="524">
                  <c:v>-10.825587</c:v>
                </c:pt>
                <c:pt idx="525">
                  <c:v>-10.946098</c:v>
                </c:pt>
                <c:pt idx="526">
                  <c:v>-11.067274</c:v>
                </c:pt>
                <c:pt idx="527">
                  <c:v>-11.189120</c:v>
                </c:pt>
                <c:pt idx="528">
                  <c:v>-11.311637</c:v>
                </c:pt>
                <c:pt idx="529">
                  <c:v>-11.434830</c:v>
                </c:pt>
                <c:pt idx="530">
                  <c:v>-11.558701</c:v>
                </c:pt>
                <c:pt idx="531">
                  <c:v>-11.683255</c:v>
                </c:pt>
                <c:pt idx="532">
                  <c:v>-11.808494</c:v>
                </c:pt>
                <c:pt idx="533">
                  <c:v>-11.934423</c:v>
                </c:pt>
                <c:pt idx="534">
                  <c:v>-12.061043</c:v>
                </c:pt>
                <c:pt idx="535">
                  <c:v>-12.188359</c:v>
                </c:pt>
                <c:pt idx="536">
                  <c:v>-12.316374</c:v>
                </c:pt>
                <c:pt idx="537">
                  <c:v>-12.445092</c:v>
                </c:pt>
                <c:pt idx="538">
                  <c:v>-12.574515</c:v>
                </c:pt>
                <c:pt idx="539">
                  <c:v>-12.704648</c:v>
                </c:pt>
                <c:pt idx="540">
                  <c:v>-12.835494</c:v>
                </c:pt>
                <c:pt idx="541">
                  <c:v>-12.967057</c:v>
                </c:pt>
                <c:pt idx="542">
                  <c:v>-13.099339</c:v>
                </c:pt>
                <c:pt idx="543">
                  <c:v>-13.232345</c:v>
                </c:pt>
                <c:pt idx="544">
                  <c:v>-13.366078</c:v>
                </c:pt>
                <c:pt idx="545">
                  <c:v>-13.500542</c:v>
                </c:pt>
                <c:pt idx="546">
                  <c:v>-13.635740</c:v>
                </c:pt>
                <c:pt idx="547">
                  <c:v>-13.771676</c:v>
                </c:pt>
                <c:pt idx="548">
                  <c:v>-13.908353</c:v>
                </c:pt>
                <c:pt idx="549">
                  <c:v>-14.045775</c:v>
                </c:pt>
                <c:pt idx="550">
                  <c:v>-14.183946</c:v>
                </c:pt>
                <c:pt idx="551">
                  <c:v>-14.322869</c:v>
                </c:pt>
                <c:pt idx="552">
                  <c:v>-14.462548</c:v>
                </c:pt>
                <c:pt idx="553">
                  <c:v>-14.602987</c:v>
                </c:pt>
                <c:pt idx="554">
                  <c:v>-14.744190</c:v>
                </c:pt>
                <c:pt idx="555">
                  <c:v>-14.886160</c:v>
                </c:pt>
                <c:pt idx="556">
                  <c:v>-15.028901</c:v>
                </c:pt>
                <c:pt idx="557">
                  <c:v>-15.172416</c:v>
                </c:pt>
                <c:pt idx="558">
                  <c:v>-15.316710</c:v>
                </c:pt>
                <c:pt idx="559">
                  <c:v>-15.461787</c:v>
                </c:pt>
                <c:pt idx="560">
                  <c:v>-15.607649</c:v>
                </c:pt>
                <c:pt idx="561">
                  <c:v>-15.754302</c:v>
                </c:pt>
                <c:pt idx="562">
                  <c:v>-15.901748</c:v>
                </c:pt>
                <c:pt idx="563">
                  <c:v>-16.049992</c:v>
                </c:pt>
                <c:pt idx="564">
                  <c:v>-16.199038</c:v>
                </c:pt>
                <c:pt idx="565">
                  <c:v>-16.348890</c:v>
                </c:pt>
                <c:pt idx="566">
                  <c:v>-16.499550</c:v>
                </c:pt>
                <c:pt idx="567">
                  <c:v>-16.651024</c:v>
                </c:pt>
                <c:pt idx="568">
                  <c:v>-16.803316</c:v>
                </c:pt>
                <c:pt idx="569">
                  <c:v>-16.956429</c:v>
                </c:pt>
                <c:pt idx="570">
                  <c:v>-17.110367</c:v>
                </c:pt>
                <c:pt idx="571">
                  <c:v>-17.265135</c:v>
                </c:pt>
                <c:pt idx="572">
                  <c:v>-17.420736</c:v>
                </c:pt>
                <c:pt idx="573">
                  <c:v>-17.577174</c:v>
                </c:pt>
                <c:pt idx="574">
                  <c:v>-17.734454</c:v>
                </c:pt>
                <c:pt idx="575">
                  <c:v>-17.892579</c:v>
                </c:pt>
                <c:pt idx="576">
                  <c:v>-18.051555</c:v>
                </c:pt>
                <c:pt idx="577">
                  <c:v>-18.211384</c:v>
                </c:pt>
                <c:pt idx="578">
                  <c:v>-18.372071</c:v>
                </c:pt>
                <c:pt idx="579">
                  <c:v>-18.533620</c:v>
                </c:pt>
                <c:pt idx="580">
                  <c:v>-18.696035</c:v>
                </c:pt>
                <c:pt idx="581">
                  <c:v>-18.859321</c:v>
                </c:pt>
                <c:pt idx="582">
                  <c:v>-19.023482</c:v>
                </c:pt>
                <c:pt idx="583">
                  <c:v>-19.188522</c:v>
                </c:pt>
                <c:pt idx="584">
                  <c:v>-19.354445</c:v>
                </c:pt>
                <c:pt idx="585">
                  <c:v>-19.521255</c:v>
                </c:pt>
                <c:pt idx="586">
                  <c:v>-19.688957</c:v>
                </c:pt>
                <c:pt idx="587">
                  <c:v>-19.857556</c:v>
                </c:pt>
                <c:pt idx="588">
                  <c:v>-20.027054</c:v>
                </c:pt>
                <c:pt idx="589">
                  <c:v>-20.197458</c:v>
                </c:pt>
                <c:pt idx="590">
                  <c:v>-20.368771</c:v>
                </c:pt>
                <c:pt idx="591">
                  <c:v>-20.540997</c:v>
                </c:pt>
                <c:pt idx="592">
                  <c:v>-20.714141</c:v>
                </c:pt>
                <c:pt idx="593">
                  <c:v>-20.888208</c:v>
                </c:pt>
                <c:pt idx="594">
                  <c:v>-21.063202</c:v>
                </c:pt>
                <c:pt idx="595">
                  <c:v>-21.239126</c:v>
                </c:pt>
                <c:pt idx="596">
                  <c:v>-21.415987</c:v>
                </c:pt>
                <c:pt idx="597">
                  <c:v>-21.593788</c:v>
                </c:pt>
                <c:pt idx="598">
                  <c:v>-21.772534</c:v>
                </c:pt>
                <c:pt idx="599">
                  <c:v>-21.952229</c:v>
                </c:pt>
                <c:pt idx="600">
                  <c:v>-22.132878</c:v>
                </c:pt>
                <c:pt idx="601">
                  <c:v>-22.314486</c:v>
                </c:pt>
                <c:pt idx="602">
                  <c:v>-22.497056</c:v>
                </c:pt>
                <c:pt idx="603">
                  <c:v>-22.680595</c:v>
                </c:pt>
                <c:pt idx="604">
                  <c:v>-22.865106</c:v>
                </c:pt>
                <c:pt idx="605">
                  <c:v>-23.050594</c:v>
                </c:pt>
                <c:pt idx="606">
                  <c:v>-23.237064</c:v>
                </c:pt>
                <c:pt idx="607">
                  <c:v>-23.424520</c:v>
                </c:pt>
                <c:pt idx="608">
                  <c:v>-23.612967</c:v>
                </c:pt>
                <c:pt idx="609">
                  <c:v>-23.802411</c:v>
                </c:pt>
                <c:pt idx="610">
                  <c:v>-23.992855</c:v>
                </c:pt>
                <c:pt idx="611">
                  <c:v>-24.184305</c:v>
                </c:pt>
                <c:pt idx="612">
                  <c:v>-24.376765</c:v>
                </c:pt>
                <c:pt idx="613">
                  <c:v>-24.570240</c:v>
                </c:pt>
                <c:pt idx="614">
                  <c:v>-24.764735</c:v>
                </c:pt>
                <c:pt idx="615">
                  <c:v>-24.960255</c:v>
                </c:pt>
                <c:pt idx="616">
                  <c:v>-25.156805</c:v>
                </c:pt>
                <c:pt idx="617">
                  <c:v>-25.354390</c:v>
                </c:pt>
                <c:pt idx="618">
                  <c:v>-25.553014</c:v>
                </c:pt>
                <c:pt idx="619">
                  <c:v>-25.752683</c:v>
                </c:pt>
                <c:pt idx="620">
                  <c:v>-25.953401</c:v>
                </c:pt>
                <c:pt idx="621">
                  <c:v>-26.155174</c:v>
                </c:pt>
                <c:pt idx="622">
                  <c:v>-26.358007</c:v>
                </c:pt>
                <c:pt idx="623">
                  <c:v>-26.561904</c:v>
                </c:pt>
                <c:pt idx="624">
                  <c:v>-26.766871</c:v>
                </c:pt>
                <c:pt idx="625">
                  <c:v>-26.972912</c:v>
                </c:pt>
                <c:pt idx="626">
                  <c:v>-27.180034</c:v>
                </c:pt>
                <c:pt idx="627">
                  <c:v>-27.388240</c:v>
                </c:pt>
                <c:pt idx="628">
                  <c:v>-27.597537</c:v>
                </c:pt>
                <c:pt idx="629">
                  <c:v>-27.807929</c:v>
                </c:pt>
                <c:pt idx="630">
                  <c:v>-28.019422</c:v>
                </c:pt>
                <c:pt idx="631">
                  <c:v>-28.232020</c:v>
                </c:pt>
                <c:pt idx="632">
                  <c:v>-28.445730</c:v>
                </c:pt>
                <c:pt idx="633">
                  <c:v>-28.660555</c:v>
                </c:pt>
                <c:pt idx="634">
                  <c:v>-28.876502</c:v>
                </c:pt>
                <c:pt idx="635">
                  <c:v>-29.093577</c:v>
                </c:pt>
                <c:pt idx="636">
                  <c:v>-29.311783</c:v>
                </c:pt>
                <c:pt idx="637">
                  <c:v>-29.531126</c:v>
                </c:pt>
                <c:pt idx="638">
                  <c:v>-29.751613</c:v>
                </c:pt>
                <c:pt idx="639">
                  <c:v>-29.973248</c:v>
                </c:pt>
                <c:pt idx="640">
                  <c:v>-30.196037</c:v>
                </c:pt>
                <c:pt idx="641">
                  <c:v>-30.419984</c:v>
                </c:pt>
                <c:pt idx="642">
                  <c:v>-30.645097</c:v>
                </c:pt>
                <c:pt idx="643">
                  <c:v>-30.871379</c:v>
                </c:pt>
                <c:pt idx="644">
                  <c:v>-31.098837</c:v>
                </c:pt>
                <c:pt idx="645">
                  <c:v>-31.327476</c:v>
                </c:pt>
                <c:pt idx="646">
                  <c:v>-31.557302</c:v>
                </c:pt>
                <c:pt idx="647">
                  <c:v>-31.788320</c:v>
                </c:pt>
                <c:pt idx="648">
                  <c:v>-32.020536</c:v>
                </c:pt>
                <c:pt idx="649">
                  <c:v>-32.253955</c:v>
                </c:pt>
                <c:pt idx="650">
                  <c:v>-32.488584</c:v>
                </c:pt>
                <c:pt idx="651">
                  <c:v>-32.724427</c:v>
                </c:pt>
                <c:pt idx="652">
                  <c:v>-32.961491</c:v>
                </c:pt>
                <c:pt idx="653">
                  <c:v>-33.199781</c:v>
                </c:pt>
                <c:pt idx="654">
                  <c:v>-33.439302</c:v>
                </c:pt>
                <c:pt idx="655">
                  <c:v>-33.680062</c:v>
                </c:pt>
                <c:pt idx="656">
                  <c:v>-33.922065</c:v>
                </c:pt>
                <c:pt idx="657">
                  <c:v>-34.165317</c:v>
                </c:pt>
                <c:pt idx="658">
                  <c:v>-34.409824</c:v>
                </c:pt>
                <c:pt idx="659">
                  <c:v>-34.655593</c:v>
                </c:pt>
                <c:pt idx="660">
                  <c:v>-34.902628</c:v>
                </c:pt>
                <c:pt idx="661">
                  <c:v>-35.150935</c:v>
                </c:pt>
                <c:pt idx="662">
                  <c:v>-35.400522</c:v>
                </c:pt>
                <c:pt idx="663">
                  <c:v>-35.651393</c:v>
                </c:pt>
                <c:pt idx="664">
                  <c:v>-35.903554</c:v>
                </c:pt>
                <c:pt idx="665">
                  <c:v>-36.157012</c:v>
                </c:pt>
                <c:pt idx="666">
                  <c:v>-36.411773</c:v>
                </c:pt>
                <c:pt idx="667">
                  <c:v>-36.667842</c:v>
                </c:pt>
                <c:pt idx="668">
                  <c:v>-36.925226</c:v>
                </c:pt>
                <c:pt idx="669">
                  <c:v>-37.183931</c:v>
                </c:pt>
                <c:pt idx="670">
                  <c:v>-37.443963</c:v>
                </c:pt>
                <c:pt idx="671">
                  <c:v>-37.705327</c:v>
                </c:pt>
                <c:pt idx="672">
                  <c:v>-37.968031</c:v>
                </c:pt>
                <c:pt idx="673">
                  <c:v>-38.232080</c:v>
                </c:pt>
                <c:pt idx="674">
                  <c:v>-38.497481</c:v>
                </c:pt>
                <c:pt idx="675">
                  <c:v>-38.764239</c:v>
                </c:pt>
                <c:pt idx="676">
                  <c:v>-39.032362</c:v>
                </c:pt>
                <c:pt idx="677">
                  <c:v>-39.301855</c:v>
                </c:pt>
                <c:pt idx="678">
                  <c:v>-39.572725</c:v>
                </c:pt>
                <c:pt idx="679">
                  <c:v>-39.844977</c:v>
                </c:pt>
                <c:pt idx="680">
                  <c:v>-40.118619</c:v>
                </c:pt>
                <c:pt idx="681">
                  <c:v>-40.393657</c:v>
                </c:pt>
                <c:pt idx="682">
                  <c:v>-40.670097</c:v>
                </c:pt>
                <c:pt idx="683">
                  <c:v>-40.947945</c:v>
                </c:pt>
                <c:pt idx="684">
                  <c:v>-41.227208</c:v>
                </c:pt>
                <c:pt idx="685">
                  <c:v>-41.507893</c:v>
                </c:pt>
                <c:pt idx="686">
                  <c:v>-41.790006</c:v>
                </c:pt>
                <c:pt idx="687">
                  <c:v>-42.073553</c:v>
                </c:pt>
                <c:pt idx="688">
                  <c:v>-42.358542</c:v>
                </c:pt>
                <c:pt idx="689">
                  <c:v>-42.644978</c:v>
                </c:pt>
                <c:pt idx="690">
                  <c:v>-42.932868</c:v>
                </c:pt>
                <c:pt idx="691">
                  <c:v>-43.222219</c:v>
                </c:pt>
                <c:pt idx="692">
                  <c:v>-43.513038</c:v>
                </c:pt>
                <c:pt idx="693">
                  <c:v>-43.805331</c:v>
                </c:pt>
                <c:pt idx="694">
                  <c:v>-44.099104</c:v>
                </c:pt>
                <c:pt idx="695">
                  <c:v>-44.394366</c:v>
                </c:pt>
                <c:pt idx="696">
                  <c:v>-44.691121</c:v>
                </c:pt>
                <c:pt idx="697">
                  <c:v>-44.989378</c:v>
                </c:pt>
                <c:pt idx="698">
                  <c:v>-45.289143</c:v>
                </c:pt>
                <c:pt idx="699">
                  <c:v>-45.590422</c:v>
                </c:pt>
                <c:pt idx="700">
                  <c:v>-45.893223</c:v>
                </c:pt>
                <c:pt idx="701">
                  <c:v>-46.197553</c:v>
                </c:pt>
                <c:pt idx="702">
                  <c:v>-46.503418</c:v>
                </c:pt>
                <c:pt idx="703">
                  <c:v>-46.810825</c:v>
                </c:pt>
                <c:pt idx="704">
                  <c:v>-47.119782</c:v>
                </c:pt>
                <c:pt idx="705">
                  <c:v>-47.430295</c:v>
                </c:pt>
                <c:pt idx="706">
                  <c:v>-47.742370</c:v>
                </c:pt>
                <c:pt idx="707">
                  <c:v>-48.056017</c:v>
                </c:pt>
                <c:pt idx="708">
                  <c:v>-48.371240</c:v>
                </c:pt>
                <c:pt idx="709">
                  <c:v>-48.688048</c:v>
                </c:pt>
                <c:pt idx="710">
                  <c:v>-49.006447</c:v>
                </c:pt>
                <c:pt idx="711">
                  <c:v>-49.326445</c:v>
                </c:pt>
                <c:pt idx="712">
                  <c:v>-49.648049</c:v>
                </c:pt>
                <c:pt idx="713">
                  <c:v>-49.971265</c:v>
                </c:pt>
                <c:pt idx="714">
                  <c:v>-50.296102</c:v>
                </c:pt>
                <c:pt idx="715">
                  <c:v>-50.622565</c:v>
                </c:pt>
                <c:pt idx="716">
                  <c:v>-50.950664</c:v>
                </c:pt>
                <c:pt idx="717">
                  <c:v>-51.280404</c:v>
                </c:pt>
                <c:pt idx="718">
                  <c:v>-51.611794</c:v>
                </c:pt>
                <c:pt idx="719">
                  <c:v>-51.944839</c:v>
                </c:pt>
                <c:pt idx="720">
                  <c:v>-52.279549</c:v>
                </c:pt>
                <c:pt idx="721">
                  <c:v>-52.615930</c:v>
                </c:pt>
                <c:pt idx="722">
                  <c:v>-52.953989</c:v>
                </c:pt>
                <c:pt idx="723">
                  <c:v>-53.293735</c:v>
                </c:pt>
                <c:pt idx="724">
                  <c:v>-53.635173</c:v>
                </c:pt>
                <c:pt idx="725">
                  <c:v>-53.978313</c:v>
                </c:pt>
                <c:pt idx="726">
                  <c:v>-54.323161</c:v>
                </c:pt>
                <c:pt idx="727">
                  <c:v>-54.669725</c:v>
                </c:pt>
                <c:pt idx="728">
                  <c:v>-55.018013</c:v>
                </c:pt>
                <c:pt idx="729">
                  <c:v>-55.368031</c:v>
                </c:pt>
                <c:pt idx="730">
                  <c:v>-55.719789</c:v>
                </c:pt>
                <c:pt idx="731">
                  <c:v>-56.073292</c:v>
                </c:pt>
                <c:pt idx="732">
                  <c:v>-56.428549</c:v>
                </c:pt>
                <c:pt idx="733">
                  <c:v>-56.785568</c:v>
                </c:pt>
                <c:pt idx="734">
                  <c:v>-57.144357</c:v>
                </c:pt>
                <c:pt idx="735">
                  <c:v>-57.504922</c:v>
                </c:pt>
                <c:pt idx="736">
                  <c:v>-57.867272</c:v>
                </c:pt>
                <c:pt idx="737">
                  <c:v>-58.231414</c:v>
                </c:pt>
                <c:pt idx="738">
                  <c:v>-58.597357</c:v>
                </c:pt>
                <c:pt idx="739">
                  <c:v>-58.965108</c:v>
                </c:pt>
                <c:pt idx="740">
                  <c:v>-59.334674</c:v>
                </c:pt>
                <c:pt idx="741">
                  <c:v>-59.706065</c:v>
                </c:pt>
                <c:pt idx="742">
                  <c:v>-60.079287</c:v>
                </c:pt>
                <c:pt idx="743">
                  <c:v>-60.454349</c:v>
                </c:pt>
                <c:pt idx="744">
                  <c:v>-60.831259</c:v>
                </c:pt>
                <c:pt idx="745">
                  <c:v>-61.210023</c:v>
                </c:pt>
                <c:pt idx="746">
                  <c:v>-61.590652</c:v>
                </c:pt>
                <c:pt idx="747">
                  <c:v>-61.973152</c:v>
                </c:pt>
                <c:pt idx="748">
                  <c:v>-62.357531</c:v>
                </c:pt>
                <c:pt idx="749">
                  <c:v>-62.743799</c:v>
                </c:pt>
                <c:pt idx="750">
                  <c:v>-63.131961</c:v>
                </c:pt>
                <c:pt idx="751">
                  <c:v>-63.522028</c:v>
                </c:pt>
                <c:pt idx="752">
                  <c:v>-63.914007</c:v>
                </c:pt>
                <c:pt idx="753">
                  <c:v>-64.307905</c:v>
                </c:pt>
                <c:pt idx="754">
                  <c:v>-64.703732</c:v>
                </c:pt>
                <c:pt idx="755">
                  <c:v>-65.101495</c:v>
                </c:pt>
                <c:pt idx="756">
                  <c:v>-65.501203</c:v>
                </c:pt>
                <c:pt idx="757">
                  <c:v>-65.902864</c:v>
                </c:pt>
                <c:pt idx="758">
                  <c:v>-66.306486</c:v>
                </c:pt>
                <c:pt idx="759">
                  <c:v>-66.712078</c:v>
                </c:pt>
                <c:pt idx="760">
                  <c:v>-67.119647</c:v>
                </c:pt>
                <c:pt idx="761">
                  <c:v>-67.529203</c:v>
                </c:pt>
                <c:pt idx="762">
                  <c:v>-67.940753</c:v>
                </c:pt>
                <c:pt idx="763">
                  <c:v>-68.354306</c:v>
                </c:pt>
                <c:pt idx="764">
                  <c:v>-68.769870</c:v>
                </c:pt>
                <c:pt idx="765">
                  <c:v>-69.187454</c:v>
                </c:pt>
                <c:pt idx="766">
                  <c:v>-69.607066</c:v>
                </c:pt>
                <c:pt idx="767">
                  <c:v>-70.028715</c:v>
                </c:pt>
                <c:pt idx="768">
                  <c:v>-70.452409</c:v>
                </c:pt>
                <c:pt idx="769">
                  <c:v>-70.878157</c:v>
                </c:pt>
                <c:pt idx="770">
                  <c:v>-71.305967</c:v>
                </c:pt>
                <c:pt idx="771">
                  <c:v>-71.735847</c:v>
                </c:pt>
                <c:pt idx="772">
                  <c:v>-72.167807</c:v>
                </c:pt>
                <c:pt idx="773">
                  <c:v>-72.601855</c:v>
                </c:pt>
                <c:pt idx="774">
                  <c:v>-73.038000</c:v>
                </c:pt>
                <c:pt idx="775">
                  <c:v>-73.476250</c:v>
                </c:pt>
                <c:pt idx="776">
                  <c:v>-73.916614</c:v>
                </c:pt>
                <c:pt idx="777">
                  <c:v>-74.359100</c:v>
                </c:pt>
                <c:pt idx="778">
                  <c:v>-74.803718</c:v>
                </c:pt>
                <c:pt idx="779">
                  <c:v>-75.250475</c:v>
                </c:pt>
                <c:pt idx="780">
                  <c:v>-75.699382</c:v>
                </c:pt>
                <c:pt idx="781">
                  <c:v>-76.150446</c:v>
                </c:pt>
                <c:pt idx="782">
                  <c:v>-76.603677</c:v>
                </c:pt>
                <c:pt idx="783">
                  <c:v>-77.059082</c:v>
                </c:pt>
                <c:pt idx="784">
                  <c:v>-77.516672</c:v>
                </c:pt>
                <c:pt idx="785">
                  <c:v>-77.976455</c:v>
                </c:pt>
                <c:pt idx="786">
                  <c:v>-78.438439</c:v>
                </c:pt>
                <c:pt idx="787">
                  <c:v>-78.902634</c:v>
                </c:pt>
                <c:pt idx="788">
                  <c:v>-79.369049</c:v>
                </c:pt>
                <c:pt idx="789">
                  <c:v>-79.837692</c:v>
                </c:pt>
                <c:pt idx="790">
                  <c:v>-80.308573</c:v>
                </c:pt>
                <c:pt idx="791">
                  <c:v>-80.781700</c:v>
                </c:pt>
                <c:pt idx="792">
                  <c:v>-81.257082</c:v>
                </c:pt>
                <c:pt idx="793">
                  <c:v>-81.734729</c:v>
                </c:pt>
                <c:pt idx="794">
                  <c:v>-82.214649</c:v>
                </c:pt>
                <c:pt idx="795">
                  <c:v>-82.696852</c:v>
                </c:pt>
                <c:pt idx="796">
                  <c:v>-83.181347</c:v>
                </c:pt>
                <c:pt idx="797">
                  <c:v>-83.668142</c:v>
                </c:pt>
                <c:pt idx="798">
                  <c:v>-84.157246</c:v>
                </c:pt>
                <c:pt idx="799">
                  <c:v>-84.648670</c:v>
                </c:pt>
                <c:pt idx="800">
                  <c:v>-85.142422</c:v>
                </c:pt>
                <c:pt idx="801">
                  <c:v>-85.638510</c:v>
                </c:pt>
                <c:pt idx="802">
                  <c:v>-86.136945</c:v>
                </c:pt>
                <c:pt idx="803">
                  <c:v>-86.637736</c:v>
                </c:pt>
                <c:pt idx="804">
                  <c:v>-87.140891</c:v>
                </c:pt>
                <c:pt idx="805">
                  <c:v>-87.646420</c:v>
                </c:pt>
                <c:pt idx="806">
                  <c:v>-88.154332</c:v>
                </c:pt>
                <c:pt idx="807">
                  <c:v>-88.664637</c:v>
                </c:pt>
                <c:pt idx="808">
                  <c:v>-89.177343</c:v>
                </c:pt>
                <c:pt idx="809">
                  <c:v>-89.692460</c:v>
                </c:pt>
                <c:pt idx="810">
                  <c:v>-90.209997</c:v>
                </c:pt>
                <c:pt idx="811">
                  <c:v>-90.729963</c:v>
                </c:pt>
                <c:pt idx="812">
                  <c:v>-91.252369</c:v>
                </c:pt>
                <c:pt idx="813">
                  <c:v>-91.777222</c:v>
                </c:pt>
                <c:pt idx="814">
                  <c:v>-92.304533</c:v>
                </c:pt>
                <c:pt idx="815">
                  <c:v>-92.834311</c:v>
                </c:pt>
                <c:pt idx="816">
                  <c:v>-93.366565</c:v>
                </c:pt>
                <c:pt idx="817">
                  <c:v>-93.901305</c:v>
                </c:pt>
                <c:pt idx="818">
                  <c:v>-94.438539</c:v>
                </c:pt>
                <c:pt idx="819">
                  <c:v>-94.978278</c:v>
                </c:pt>
                <c:pt idx="820">
                  <c:v>-95.520531</c:v>
                </c:pt>
                <c:pt idx="821">
                  <c:v>-96.065307</c:v>
                </c:pt>
                <c:pt idx="822">
                  <c:v>-96.612615</c:v>
                </c:pt>
                <c:pt idx="823">
                  <c:v>-97.162466</c:v>
                </c:pt>
                <c:pt idx="824">
                  <c:v>-97.714868</c:v>
                </c:pt>
                <c:pt idx="825">
                  <c:v>-98.269831</c:v>
                </c:pt>
                <c:pt idx="826">
                  <c:v>-98.827365</c:v>
                </c:pt>
                <c:pt idx="827">
                  <c:v>-99.387479</c:v>
                </c:pt>
                <c:pt idx="828">
                  <c:v>-99.950182</c:v>
                </c:pt>
                <c:pt idx="829">
                  <c:v>-100.515484</c:v>
                </c:pt>
                <c:pt idx="830">
                  <c:v>-101.083395</c:v>
                </c:pt>
                <c:pt idx="831">
                  <c:v>-101.653924</c:v>
                </c:pt>
                <c:pt idx="832">
                  <c:v>-102.227080</c:v>
                </c:pt>
                <c:pt idx="833">
                  <c:v>-102.802874</c:v>
                </c:pt>
                <c:pt idx="834">
                  <c:v>-103.381314</c:v>
                </c:pt>
                <c:pt idx="835">
                  <c:v>-103.962410</c:v>
                </c:pt>
                <c:pt idx="836">
                  <c:v>-104.546173</c:v>
                </c:pt>
                <c:pt idx="837">
                  <c:v>-105.132610</c:v>
                </c:pt>
                <c:pt idx="838">
                  <c:v>-105.721733</c:v>
                </c:pt>
                <c:pt idx="839">
                  <c:v>-106.313549</c:v>
                </c:pt>
                <c:pt idx="840">
                  <c:v>-106.908070</c:v>
                </c:pt>
                <c:pt idx="841">
                  <c:v>-107.505305</c:v>
                </c:pt>
                <c:pt idx="842">
                  <c:v>-108.105263</c:v>
                </c:pt>
                <c:pt idx="843">
                  <c:v>-108.707953</c:v>
                </c:pt>
                <c:pt idx="844">
                  <c:v>-109.313386</c:v>
                </c:pt>
                <c:pt idx="845">
                  <c:v>-109.921571</c:v>
                </c:pt>
                <c:pt idx="846">
                  <c:v>-110.532518</c:v>
                </c:pt>
                <c:pt idx="847">
                  <c:v>-111.146236</c:v>
                </c:pt>
                <c:pt idx="848">
                  <c:v>-111.762734</c:v>
                </c:pt>
                <c:pt idx="849">
                  <c:v>-112.382023</c:v>
                </c:pt>
                <c:pt idx="850">
                  <c:v>-113.004112</c:v>
                </c:pt>
                <c:pt idx="851">
                  <c:v>-113.629010</c:v>
                </c:pt>
                <c:pt idx="852">
                  <c:v>-114.256728</c:v>
                </c:pt>
                <c:pt idx="853">
                  <c:v>-114.887274</c:v>
                </c:pt>
                <c:pt idx="854">
                  <c:v>-115.520658</c:v>
                </c:pt>
                <c:pt idx="855">
                  <c:v>-116.156891</c:v>
                </c:pt>
                <c:pt idx="856">
                  <c:v>-116.795981</c:v>
                </c:pt>
                <c:pt idx="857">
                  <c:v>-117.437938</c:v>
                </c:pt>
                <c:pt idx="858">
                  <c:v>-118.082772</c:v>
                </c:pt>
                <c:pt idx="859">
                  <c:v>-118.730492</c:v>
                </c:pt>
                <c:pt idx="860">
                  <c:v>-119.381108</c:v>
                </c:pt>
                <c:pt idx="861">
                  <c:v>-120.034629</c:v>
                </c:pt>
                <c:pt idx="862">
                  <c:v>-120.691065</c:v>
                </c:pt>
                <c:pt idx="863">
                  <c:v>-121.350426</c:v>
                </c:pt>
                <c:pt idx="864">
                  <c:v>-122.012721</c:v>
                </c:pt>
                <c:pt idx="865">
                  <c:v>-122.677959</c:v>
                </c:pt>
                <c:pt idx="866">
                  <c:v>-123.346150</c:v>
                </c:pt>
                <c:pt idx="867">
                  <c:v>-124.017304</c:v>
                </c:pt>
                <c:pt idx="868">
                  <c:v>-124.691430</c:v>
                </c:pt>
                <c:pt idx="869">
                  <c:v>-125.368537</c:v>
                </c:pt>
                <c:pt idx="870">
                  <c:v>-126.048636</c:v>
                </c:pt>
                <c:pt idx="871">
                  <c:v>-126.731735</c:v>
                </c:pt>
                <c:pt idx="872">
                  <c:v>-127.417844</c:v>
                </c:pt>
                <c:pt idx="873">
                  <c:v>-128.106973</c:v>
                </c:pt>
                <c:pt idx="874">
                  <c:v>-128.799130</c:v>
                </c:pt>
                <c:pt idx="875">
                  <c:v>-129.494326</c:v>
                </c:pt>
                <c:pt idx="876">
                  <c:v>-130.192569</c:v>
                </c:pt>
                <c:pt idx="877">
                  <c:v>-130.893870</c:v>
                </c:pt>
                <c:pt idx="878">
                  <c:v>-131.598237</c:v>
                </c:pt>
                <c:pt idx="879">
                  <c:v>-132.305680</c:v>
                </c:pt>
                <c:pt idx="880">
                  <c:v>-133.016208</c:v>
                </c:pt>
                <c:pt idx="881">
                  <c:v>-133.729830</c:v>
                </c:pt>
                <c:pt idx="882">
                  <c:v>-134.446557</c:v>
                </c:pt>
                <c:pt idx="883">
                  <c:v>-135.166396</c:v>
                </c:pt>
                <c:pt idx="884">
                  <c:v>-135.889358</c:v>
                </c:pt>
                <c:pt idx="885">
                  <c:v>-136.615451</c:v>
                </c:pt>
                <c:pt idx="886">
                  <c:v>-137.344685</c:v>
                </c:pt>
                <c:pt idx="887">
                  <c:v>-138.077069</c:v>
                </c:pt>
                <c:pt idx="888">
                  <c:v>-138.812612</c:v>
                </c:pt>
                <c:pt idx="889">
                  <c:v>-139.551323</c:v>
                </c:pt>
                <c:pt idx="890">
                  <c:v>-140.293212</c:v>
                </c:pt>
                <c:pt idx="891">
                  <c:v>-141.038288</c:v>
                </c:pt>
                <c:pt idx="892">
                  <c:v>-141.786559</c:v>
                </c:pt>
                <c:pt idx="893">
                  <c:v>-142.538034</c:v>
                </c:pt>
                <c:pt idx="894">
                  <c:v>-143.292723</c:v>
                </c:pt>
                <c:pt idx="895">
                  <c:v>-144.050635</c:v>
                </c:pt>
                <c:pt idx="896">
                  <c:v>-144.811779</c:v>
                </c:pt>
                <c:pt idx="897">
                  <c:v>-145.576163</c:v>
                </c:pt>
                <c:pt idx="898">
                  <c:v>-146.343797</c:v>
                </c:pt>
                <c:pt idx="899">
                  <c:v>-147.114688</c:v>
                </c:pt>
                <c:pt idx="900">
                  <c:v>-147.888847</c:v>
                </c:pt>
                <c:pt idx="901">
                  <c:v>-148.666282</c:v>
                </c:pt>
                <c:pt idx="902">
                  <c:v>-149.447002</c:v>
                </c:pt>
                <c:pt idx="903">
                  <c:v>-150.231015</c:v>
                </c:pt>
                <c:pt idx="904">
                  <c:v>-151.018330</c:v>
                </c:pt>
                <c:pt idx="905">
                  <c:v>-151.808956</c:v>
                </c:pt>
                <c:pt idx="906">
                  <c:v>-152.602902</c:v>
                </c:pt>
                <c:pt idx="907">
                  <c:v>-153.400175</c:v>
                </c:pt>
                <c:pt idx="908">
                  <c:v>-154.200785</c:v>
                </c:pt>
                <c:pt idx="909">
                  <c:v>-155.004740</c:v>
                </c:pt>
                <c:pt idx="910">
                  <c:v>-155.812049</c:v>
                </c:pt>
                <c:pt idx="911">
                  <c:v>-156.622720</c:v>
                </c:pt>
                <c:pt idx="912">
                  <c:v>-157.436760</c:v>
                </c:pt>
                <c:pt idx="913">
                  <c:v>-158.254180</c:v>
                </c:pt>
                <c:pt idx="914">
                  <c:v>-159.074986</c:v>
                </c:pt>
                <c:pt idx="915">
                  <c:v>-159.899188</c:v>
                </c:pt>
                <c:pt idx="916">
                  <c:v>-160.726792</c:v>
                </c:pt>
                <c:pt idx="917">
                  <c:v>-161.557809</c:v>
                </c:pt>
                <c:pt idx="918">
                  <c:v>-162.392245</c:v>
                </c:pt>
                <c:pt idx="919">
                  <c:v>-163.230108</c:v>
                </c:pt>
                <c:pt idx="920">
                  <c:v>-164.071407</c:v>
                </c:pt>
                <c:pt idx="921">
                  <c:v>-164.916150</c:v>
                </c:pt>
                <c:pt idx="922">
                  <c:v>-165.764345</c:v>
                </c:pt>
                <c:pt idx="923">
                  <c:v>-166.615998</c:v>
                </c:pt>
                <c:pt idx="924">
                  <c:v>-167.471119</c:v>
                </c:pt>
                <c:pt idx="925">
                  <c:v>-168.329714</c:v>
                </c:pt>
                <c:pt idx="926">
                  <c:v>-169.191792</c:v>
                </c:pt>
                <c:pt idx="927">
                  <c:v>-170.057360</c:v>
                </c:pt>
                <c:pt idx="928">
                  <c:v>-170.926426</c:v>
                </c:pt>
                <c:pt idx="929">
                  <c:v>-171.798997</c:v>
                </c:pt>
                <c:pt idx="930">
                  <c:v>-172.675080</c:v>
                </c:pt>
                <c:pt idx="931">
                  <c:v>-173.554683</c:v>
                </c:pt>
                <c:pt idx="932">
                  <c:v>-174.437814</c:v>
                </c:pt>
                <c:pt idx="933">
                  <c:v>-175.324479</c:v>
                </c:pt>
                <c:pt idx="934">
                  <c:v>-176.214686</c:v>
                </c:pt>
                <c:pt idx="935">
                  <c:v>-177.108441</c:v>
                </c:pt>
                <c:pt idx="936">
                  <c:v>-178.005753</c:v>
                </c:pt>
                <c:pt idx="937">
                  <c:v>-178.906627</c:v>
                </c:pt>
                <c:pt idx="938">
                  <c:v>-179.811071</c:v>
                </c:pt>
                <c:pt idx="939">
                  <c:v>-180.719091</c:v>
                </c:pt>
                <c:pt idx="940">
                  <c:v>-181.630694</c:v>
                </c:pt>
                <c:pt idx="941">
                  <c:v>-182.545888</c:v>
                </c:pt>
                <c:pt idx="942">
                  <c:v>-183.464678</c:v>
                </c:pt>
                <c:pt idx="943">
                  <c:v>-184.387071</c:v>
                </c:pt>
                <c:pt idx="944">
                  <c:v>-185.313074</c:v>
                </c:pt>
                <c:pt idx="945">
                  <c:v>-186.242693</c:v>
                </c:pt>
                <c:pt idx="946">
                  <c:v>-187.175934</c:v>
                </c:pt>
                <c:pt idx="947">
                  <c:v>-188.112803</c:v>
                </c:pt>
                <c:pt idx="948">
                  <c:v>-189.053307</c:v>
                </c:pt>
                <c:pt idx="949">
                  <c:v>-189.997452</c:v>
                </c:pt>
                <c:pt idx="950">
                  <c:v>-190.945244</c:v>
                </c:pt>
                <c:pt idx="951">
                  <c:v>-191.896688</c:v>
                </c:pt>
                <c:pt idx="952">
                  <c:v>-192.851790</c:v>
                </c:pt>
                <c:pt idx="953">
                  <c:v>-193.810556</c:v>
                </c:pt>
                <c:pt idx="954">
                  <c:v>-194.772992</c:v>
                </c:pt>
                <c:pt idx="955">
                  <c:v>-195.739104</c:v>
                </c:pt>
                <c:pt idx="956">
                  <c:v>-196.708896</c:v>
                </c:pt>
                <c:pt idx="957">
                  <c:v>-197.682374</c:v>
                </c:pt>
                <c:pt idx="958">
                  <c:v>-198.659543</c:v>
                </c:pt>
                <c:pt idx="959">
                  <c:v>-199.640409</c:v>
                </c:pt>
                <c:pt idx="960">
                  <c:v>-200.624976</c:v>
                </c:pt>
                <c:pt idx="961">
                  <c:v>-201.613249</c:v>
                </c:pt>
                <c:pt idx="962">
                  <c:v>-202.605235</c:v>
                </c:pt>
                <c:pt idx="963">
                  <c:v>-203.600936</c:v>
                </c:pt>
                <c:pt idx="964">
                  <c:v>-204.600358</c:v>
                </c:pt>
                <c:pt idx="965">
                  <c:v>-205.603505</c:v>
                </c:pt>
                <c:pt idx="966">
                  <c:v>-206.610382</c:v>
                </c:pt>
                <c:pt idx="967">
                  <c:v>-207.620994</c:v>
                </c:pt>
                <c:pt idx="968">
                  <c:v>-208.635344</c:v>
                </c:pt>
                <c:pt idx="969">
                  <c:v>-209.653436</c:v>
                </c:pt>
                <c:pt idx="970">
                  <c:v>-210.675275</c:v>
                </c:pt>
                <c:pt idx="971">
                  <c:v>-211.700865</c:v>
                </c:pt>
                <c:pt idx="972">
                  <c:v>-212.730209</c:v>
                </c:pt>
                <c:pt idx="973">
                  <c:v>-213.763311</c:v>
                </c:pt>
                <c:pt idx="974">
                  <c:v>-214.800175</c:v>
                </c:pt>
                <c:pt idx="975">
                  <c:v>-215.840803</c:v>
                </c:pt>
                <c:pt idx="976">
                  <c:v>-216.885201</c:v>
                </c:pt>
                <c:pt idx="977">
                  <c:v>-217.933370</c:v>
                </c:pt>
                <c:pt idx="978">
                  <c:v>-218.985314</c:v>
                </c:pt>
                <c:pt idx="979">
                  <c:v>-220.041036</c:v>
                </c:pt>
                <c:pt idx="980">
                  <c:v>-221.100538</c:v>
                </c:pt>
                <c:pt idx="981">
                  <c:v>-222.163824</c:v>
                </c:pt>
                <c:pt idx="982">
                  <c:v>-223.230896</c:v>
                </c:pt>
                <c:pt idx="983">
                  <c:v>-224.301757</c:v>
                </c:pt>
                <c:pt idx="984">
                  <c:v>-225.376408</c:v>
                </c:pt>
                <c:pt idx="985">
                  <c:v>-226.454853</c:v>
                </c:pt>
                <c:pt idx="986">
                  <c:v>-227.537093</c:v>
                </c:pt>
                <c:pt idx="987">
                  <c:v>-228.623131</c:v>
                </c:pt>
                <c:pt idx="988">
                  <c:v>-229.712967</c:v>
                </c:pt>
                <c:pt idx="989">
                  <c:v>-230.806605</c:v>
                </c:pt>
                <c:pt idx="990">
                  <c:v>-231.904045</c:v>
                </c:pt>
                <c:pt idx="991">
                  <c:v>-233.005288</c:v>
                </c:pt>
                <c:pt idx="992">
                  <c:v>-234.110337</c:v>
                </c:pt>
                <c:pt idx="993">
                  <c:v>-235.219193</c:v>
                </c:pt>
                <c:pt idx="994">
                  <c:v>-236.331855</c:v>
                </c:pt>
                <c:pt idx="995">
                  <c:v>-237.448326</c:v>
                </c:pt>
                <c:pt idx="996">
                  <c:v>-238.568606</c:v>
                </c:pt>
                <c:pt idx="997">
                  <c:v>-239.692696</c:v>
                </c:pt>
                <c:pt idx="998">
                  <c:v>-240.820595</c:v>
                </c:pt>
                <c:pt idx="999">
                  <c:v>-241.952305</c:v>
                </c:pt>
                <c:pt idx="1000">
                  <c:v>-243.087825</c:v>
                </c:pt>
                <c:pt idx="1001">
                  <c:v>-244.227156</c:v>
                </c:pt>
                <c:pt idx="1002">
                  <c:v>-245.370297</c:v>
                </c:pt>
                <c:pt idx="1003">
                  <c:v>-246.517248</c:v>
                </c:pt>
                <c:pt idx="1004">
                  <c:v>-247.668009</c:v>
                </c:pt>
                <c:pt idx="1005">
                  <c:v>-248.822578</c:v>
                </c:pt>
                <c:pt idx="1006">
                  <c:v>-249.980956</c:v>
                </c:pt>
                <c:pt idx="1007">
                  <c:v>-251.143141</c:v>
                </c:pt>
                <c:pt idx="1008">
                  <c:v>-252.309132</c:v>
                </c:pt>
                <c:pt idx="1009">
                  <c:v>-253.478928</c:v>
                </c:pt>
                <c:pt idx="1010">
                  <c:v>-254.652527</c:v>
                </c:pt>
                <c:pt idx="1011">
                  <c:v>-255.829928</c:v>
                </c:pt>
                <c:pt idx="1012">
                  <c:v>-257.011129</c:v>
                </c:pt>
                <c:pt idx="1013">
                  <c:v>-258.196129</c:v>
                </c:pt>
                <c:pt idx="1014">
                  <c:v>-259.384924</c:v>
                </c:pt>
                <c:pt idx="1015">
                  <c:v>-260.577514</c:v>
                </c:pt>
                <c:pt idx="1016">
                  <c:v>-261.773895</c:v>
                </c:pt>
                <c:pt idx="1017">
                  <c:v>-262.974065</c:v>
                </c:pt>
                <c:pt idx="1018">
                  <c:v>-264.178020</c:v>
                </c:pt>
                <c:pt idx="1019">
                  <c:v>-265.385759</c:v>
                </c:pt>
                <c:pt idx="1020">
                  <c:v>-266.597278</c:v>
                </c:pt>
                <c:pt idx="1021">
                  <c:v>-267.812574</c:v>
                </c:pt>
                <c:pt idx="1022">
                  <c:v>-269.031643</c:v>
                </c:pt>
                <c:pt idx="1023">
                  <c:v>-270.254482</c:v>
                </c:pt>
                <c:pt idx="1024">
                  <c:v>-271.481086</c:v>
                </c:pt>
                <c:pt idx="1025">
                  <c:v>-272.711453</c:v>
                </c:pt>
                <c:pt idx="1026">
                  <c:v>-273.945577</c:v>
                </c:pt>
                <c:pt idx="1027">
                  <c:v>-275.183454</c:v>
                </c:pt>
                <c:pt idx="1028">
                  <c:v>-276.425079</c:v>
                </c:pt>
                <c:pt idx="1029">
                  <c:v>-277.670449</c:v>
                </c:pt>
                <c:pt idx="1030">
                  <c:v>-278.919558</c:v>
                </c:pt>
                <c:pt idx="1031">
                  <c:v>-280.172400</c:v>
                </c:pt>
                <c:pt idx="1032">
                  <c:v>-281.428971</c:v>
                </c:pt>
                <c:pt idx="1033">
                  <c:v>-282.689266</c:v>
                </c:pt>
                <c:pt idx="1034">
                  <c:v>-283.953277</c:v>
                </c:pt>
                <c:pt idx="1035">
                  <c:v>-285.221000</c:v>
                </c:pt>
                <c:pt idx="1036">
                  <c:v>-286.492428</c:v>
                </c:pt>
                <c:pt idx="1037">
                  <c:v>-287.767556</c:v>
                </c:pt>
                <c:pt idx="1038">
                  <c:v>-289.046376</c:v>
                </c:pt>
                <c:pt idx="1039">
                  <c:v>-290.328882</c:v>
                </c:pt>
                <c:pt idx="1040">
                  <c:v>-291.615067</c:v>
                </c:pt>
                <c:pt idx="1041">
                  <c:v>-292.904924</c:v>
                </c:pt>
                <c:pt idx="1042">
                  <c:v>-294.198446</c:v>
                </c:pt>
                <c:pt idx="1043">
                  <c:v>-295.495625</c:v>
                </c:pt>
                <c:pt idx="1044">
                  <c:v>-296.796453</c:v>
                </c:pt>
                <c:pt idx="1045">
                  <c:v>-298.100924</c:v>
                </c:pt>
                <c:pt idx="1046">
                  <c:v>-299.409027</c:v>
                </c:pt>
                <c:pt idx="1047">
                  <c:v>-300.720757</c:v>
                </c:pt>
                <c:pt idx="1048">
                  <c:v>-302.036103</c:v>
                </c:pt>
                <c:pt idx="1049">
                  <c:v>-303.355057</c:v>
                </c:pt>
                <c:pt idx="1050">
                  <c:v>-304.677610</c:v>
                </c:pt>
                <c:pt idx="1051">
                  <c:v>-306.003754</c:v>
                </c:pt>
                <c:pt idx="1052">
                  <c:v>-307.333478</c:v>
                </c:pt>
                <c:pt idx="1053">
                  <c:v>-308.666774</c:v>
                </c:pt>
                <c:pt idx="1054">
                  <c:v>-310.003631</c:v>
                </c:pt>
                <c:pt idx="1055">
                  <c:v>-311.344039</c:v>
                </c:pt>
                <c:pt idx="1056">
                  <c:v>-312.687989</c:v>
                </c:pt>
                <c:pt idx="1057">
                  <c:v>-314.035470</c:v>
                </c:pt>
                <c:pt idx="1058">
                  <c:v>-315.386471</c:v>
                </c:pt>
                <c:pt idx="1059">
                  <c:v>-316.740981</c:v>
                </c:pt>
                <c:pt idx="1060">
                  <c:v>-318.098990</c:v>
                </c:pt>
                <c:pt idx="1061">
                  <c:v>-319.460486</c:v>
                </c:pt>
                <c:pt idx="1062">
                  <c:v>-320.825458</c:v>
                </c:pt>
                <c:pt idx="1063">
                  <c:v>-322.193894</c:v>
                </c:pt>
                <c:pt idx="1064">
                  <c:v>-323.565782</c:v>
                </c:pt>
                <c:pt idx="1065">
                  <c:v>-324.941110</c:v>
                </c:pt>
                <c:pt idx="1066">
                  <c:v>-326.319865</c:v>
                </c:pt>
                <c:pt idx="1067">
                  <c:v>-327.702036</c:v>
                </c:pt>
                <c:pt idx="1068">
                  <c:v>-329.087609</c:v>
                </c:pt>
                <c:pt idx="1069">
                  <c:v>-330.476571</c:v>
                </c:pt>
                <c:pt idx="1070">
                  <c:v>-331.868909</c:v>
                </c:pt>
                <c:pt idx="1071">
                  <c:v>-333.264610</c:v>
                </c:pt>
                <c:pt idx="1072">
                  <c:v>-334.663660</c:v>
                </c:pt>
                <c:pt idx="1073">
                  <c:v>-336.066044</c:v>
                </c:pt>
                <c:pt idx="1074">
                  <c:v>-337.471749</c:v>
                </c:pt>
                <c:pt idx="1075">
                  <c:v>-338.880761</c:v>
                </c:pt>
                <c:pt idx="1076">
                  <c:v>-340.293065</c:v>
                </c:pt>
                <c:pt idx="1077">
                  <c:v>-341.708646</c:v>
                </c:pt>
                <c:pt idx="1078">
                  <c:v>-343.127488</c:v>
                </c:pt>
                <c:pt idx="1079">
                  <c:v>-344.549578</c:v>
                </c:pt>
                <c:pt idx="1080">
                  <c:v>-345.974899</c:v>
                </c:pt>
                <c:pt idx="1081">
                  <c:v>-347.403435</c:v>
                </c:pt>
                <c:pt idx="1082">
                  <c:v>-348.835172</c:v>
                </c:pt>
                <c:pt idx="1083">
                  <c:v>-350.270091</c:v>
                </c:pt>
                <c:pt idx="1084">
                  <c:v>-351.708178</c:v>
                </c:pt>
                <c:pt idx="1085">
                  <c:v>-353.149415</c:v>
                </c:pt>
                <c:pt idx="1086">
                  <c:v>-354.593786</c:v>
                </c:pt>
                <c:pt idx="1087">
                  <c:v>-356.041274</c:v>
                </c:pt>
                <c:pt idx="1088">
                  <c:v>-357.491861</c:v>
                </c:pt>
                <c:pt idx="1089">
                  <c:v>-358.945530</c:v>
                </c:pt>
                <c:pt idx="1090">
                  <c:v>-360.402262</c:v>
                </c:pt>
                <c:pt idx="1091">
                  <c:v>-361.862041</c:v>
                </c:pt>
                <c:pt idx="1092">
                  <c:v>-363.324848</c:v>
                </c:pt>
                <c:pt idx="1093">
                  <c:v>-364.790664</c:v>
                </c:pt>
                <c:pt idx="1094">
                  <c:v>-366.259471</c:v>
                </c:pt>
                <c:pt idx="1095">
                  <c:v>-367.731250</c:v>
                </c:pt>
                <c:pt idx="1096">
                  <c:v>-369.205982</c:v>
                </c:pt>
                <c:pt idx="1097">
                  <c:v>-370.683647</c:v>
                </c:pt>
                <c:pt idx="1098">
                  <c:v>-372.164226</c:v>
                </c:pt>
                <c:pt idx="1099">
                  <c:v>-373.647699</c:v>
                </c:pt>
                <c:pt idx="1100">
                  <c:v>-375.134047</c:v>
                </c:pt>
                <c:pt idx="1101">
                  <c:v>-376.623248</c:v>
                </c:pt>
                <c:pt idx="1102">
                  <c:v>-378.115283</c:v>
                </c:pt>
                <c:pt idx="1103">
                  <c:v>-379.610131</c:v>
                </c:pt>
                <c:pt idx="1104">
                  <c:v>-381.107771</c:v>
                </c:pt>
                <c:pt idx="1105">
                  <c:v>-382.608181</c:v>
                </c:pt>
                <c:pt idx="1106">
                  <c:v>-384.111341</c:v>
                </c:pt>
                <c:pt idx="1107">
                  <c:v>-385.617229</c:v>
                </c:pt>
                <c:pt idx="1108">
                  <c:v>-387.125823</c:v>
                </c:pt>
                <c:pt idx="1109">
                  <c:v>-388.637101</c:v>
                </c:pt>
                <c:pt idx="1110">
                  <c:v>-390.151041</c:v>
                </c:pt>
                <c:pt idx="1111">
                  <c:v>-391.667621</c:v>
                </c:pt>
                <c:pt idx="1112">
                  <c:v>-393.186817</c:v>
                </c:pt>
                <c:pt idx="1113">
                  <c:v>-394.708607</c:v>
                </c:pt>
                <c:pt idx="1114">
                  <c:v>-396.232968</c:v>
                </c:pt>
                <c:pt idx="1115">
                  <c:v>-397.759877</c:v>
                </c:pt>
                <c:pt idx="1116">
                  <c:v>-399.289310</c:v>
                </c:pt>
                <c:pt idx="1117">
                  <c:v>-400.821243</c:v>
                </c:pt>
                <c:pt idx="1118">
                  <c:v>-402.355653</c:v>
                </c:pt>
                <c:pt idx="1119">
                  <c:v>-403.892514</c:v>
                </c:pt>
                <c:pt idx="1120">
                  <c:v>-405.431804</c:v>
                </c:pt>
                <c:pt idx="1121">
                  <c:v>-406.973497</c:v>
                </c:pt>
                <c:pt idx="1122">
                  <c:v>-408.517569</c:v>
                </c:pt>
                <c:pt idx="1123">
                  <c:v>-410.063994</c:v>
                </c:pt>
                <c:pt idx="1124">
                  <c:v>-411.612747</c:v>
                </c:pt>
                <c:pt idx="1125">
                  <c:v>-413.163803</c:v>
                </c:pt>
                <c:pt idx="1126">
                  <c:v>-414.717137</c:v>
                </c:pt>
                <c:pt idx="1127">
                  <c:v>-416.272722</c:v>
                </c:pt>
                <c:pt idx="1128">
                  <c:v>-417.830533</c:v>
                </c:pt>
                <c:pt idx="1129">
                  <c:v>-419.390543</c:v>
                </c:pt>
                <c:pt idx="1130">
                  <c:v>-420.952726</c:v>
                </c:pt>
                <c:pt idx="1131">
                  <c:v>-422.517056</c:v>
                </c:pt>
                <c:pt idx="1132">
                  <c:v>-424.083505</c:v>
                </c:pt>
                <c:pt idx="1133">
                  <c:v>-425.652046</c:v>
                </c:pt>
                <c:pt idx="1134">
                  <c:v>-427.222654</c:v>
                </c:pt>
                <c:pt idx="1135">
                  <c:v>-428.795299</c:v>
                </c:pt>
                <c:pt idx="1136">
                  <c:v>-430.369954</c:v>
                </c:pt>
                <c:pt idx="1137">
                  <c:v>-431.946593</c:v>
                </c:pt>
                <c:pt idx="1138">
                  <c:v>-433.525186</c:v>
                </c:pt>
                <c:pt idx="1139">
                  <c:v>-435.105706</c:v>
                </c:pt>
                <c:pt idx="1140">
                  <c:v>-436.688124</c:v>
                </c:pt>
                <c:pt idx="1141">
                  <c:v>-438.272412</c:v>
                </c:pt>
                <c:pt idx="1142">
                  <c:v>-439.858542</c:v>
                </c:pt>
                <c:pt idx="1143">
                  <c:v>-441.446484</c:v>
                </c:pt>
                <c:pt idx="1144">
                  <c:v>-443.036209</c:v>
                </c:pt>
                <c:pt idx="1145">
                  <c:v>-444.627689</c:v>
                </c:pt>
                <c:pt idx="1146">
                  <c:v>-446.220894</c:v>
                </c:pt>
                <c:pt idx="1147">
                  <c:v>-447.815794</c:v>
                </c:pt>
                <c:pt idx="1148">
                  <c:v>-449.412360</c:v>
                </c:pt>
                <c:pt idx="1149">
                  <c:v>-451.010562</c:v>
                </c:pt>
                <c:pt idx="1150">
                  <c:v>-452.610369</c:v>
                </c:pt>
                <c:pt idx="1151">
                  <c:v>-454.211752</c:v>
                </c:pt>
                <c:pt idx="1152">
                  <c:v>-455.814681</c:v>
                </c:pt>
                <c:pt idx="1153">
                  <c:v>-457.419124</c:v>
                </c:pt>
                <c:pt idx="1154">
                  <c:v>-459.025052</c:v>
                </c:pt>
                <c:pt idx="1155">
                  <c:v>-460.632433</c:v>
                </c:pt>
                <c:pt idx="1156">
                  <c:v>-462.241237</c:v>
                </c:pt>
                <c:pt idx="1157">
                  <c:v>-463.851432</c:v>
                </c:pt>
                <c:pt idx="1158">
                  <c:v>-465.462987</c:v>
                </c:pt>
                <c:pt idx="1159">
                  <c:v>-467.075870</c:v>
                </c:pt>
                <c:pt idx="1160">
                  <c:v>-468.690051</c:v>
                </c:pt>
                <c:pt idx="1161">
                  <c:v>-470.305498</c:v>
                </c:pt>
                <c:pt idx="1162">
                  <c:v>-471.922178</c:v>
                </c:pt>
                <c:pt idx="1163">
                  <c:v>-473.540060</c:v>
                </c:pt>
                <c:pt idx="1164">
                  <c:v>-475.159111</c:v>
                </c:pt>
                <c:pt idx="1165">
                  <c:v>-476.779300</c:v>
                </c:pt>
                <c:pt idx="1166">
                  <c:v>-478.400595</c:v>
                </c:pt>
                <c:pt idx="1167">
                  <c:v>-480.022962</c:v>
                </c:pt>
                <c:pt idx="1168">
                  <c:v>-481.646369</c:v>
                </c:pt>
                <c:pt idx="1169">
                  <c:v>-483.270784</c:v>
                </c:pt>
                <c:pt idx="1170">
                  <c:v>-484.896173</c:v>
                </c:pt>
                <c:pt idx="1171">
                  <c:v>-486.522504</c:v>
                </c:pt>
                <c:pt idx="1172">
                  <c:v>-488.149744</c:v>
                </c:pt>
                <c:pt idx="1173">
                  <c:v>-489.777859</c:v>
                </c:pt>
                <c:pt idx="1174">
                  <c:v>-491.406816</c:v>
                </c:pt>
                <c:pt idx="1175">
                  <c:v>-493.036583</c:v>
                </c:pt>
                <c:pt idx="1176">
                  <c:v>-494.667125</c:v>
                </c:pt>
                <c:pt idx="1177">
                  <c:v>-496.298409</c:v>
                </c:pt>
                <c:pt idx="1178">
                  <c:v>-497.930401</c:v>
                </c:pt>
                <c:pt idx="1179">
                  <c:v>-499.563068</c:v>
                </c:pt>
                <c:pt idx="1180">
                  <c:v>-501.196376</c:v>
                </c:pt>
                <c:pt idx="1181">
                  <c:v>-502.830290</c:v>
                </c:pt>
                <c:pt idx="1182">
                  <c:v>-504.464777</c:v>
                </c:pt>
                <c:pt idx="1183">
                  <c:v>-506.099803</c:v>
                </c:pt>
                <c:pt idx="1184">
                  <c:v>-507.735333</c:v>
                </c:pt>
                <c:pt idx="1185">
                  <c:v>-509.371334</c:v>
                </c:pt>
                <c:pt idx="1186">
                  <c:v>-511.007771</c:v>
                </c:pt>
                <c:pt idx="1187">
                  <c:v>-512.644609</c:v>
                </c:pt>
                <c:pt idx="1188">
                  <c:v>-514.281815</c:v>
                </c:pt>
                <c:pt idx="1189">
                  <c:v>-515.919354</c:v>
                </c:pt>
                <c:pt idx="1190">
                  <c:v>-517.557190</c:v>
                </c:pt>
                <c:pt idx="1191">
                  <c:v>-519.195290</c:v>
                </c:pt>
                <c:pt idx="1192">
                  <c:v>-520.833619</c:v>
                </c:pt>
                <c:pt idx="1193">
                  <c:v>-522.472142</c:v>
                </c:pt>
                <c:pt idx="1194">
                  <c:v>-524.110824</c:v>
                </c:pt>
                <c:pt idx="1195">
                  <c:v>-525.749631</c:v>
                </c:pt>
                <c:pt idx="1196">
                  <c:v>-527.388528</c:v>
                </c:pt>
                <c:pt idx="1197">
                  <c:v>-529.027479</c:v>
                </c:pt>
                <c:pt idx="1198">
                  <c:v>-530.666450</c:v>
                </c:pt>
                <c:pt idx="1199">
                  <c:v>-532.305405</c:v>
                </c:pt>
                <c:pt idx="1200">
                  <c:v>-533.944311</c:v>
                </c:pt>
                <c:pt idx="1201">
                  <c:v>-535.583131</c:v>
                </c:pt>
                <c:pt idx="1202">
                  <c:v>-537.221831</c:v>
                </c:pt>
                <c:pt idx="1203">
                  <c:v>-538.860375</c:v>
                </c:pt>
                <c:pt idx="1204">
                  <c:v>-540.498729</c:v>
                </c:pt>
                <c:pt idx="1205">
                  <c:v>-542.136858</c:v>
                </c:pt>
                <c:pt idx="1206">
                  <c:v>-543.774725</c:v>
                </c:pt>
                <c:pt idx="1207">
                  <c:v>-545.412297</c:v>
                </c:pt>
                <c:pt idx="1208">
                  <c:v>-547.049538</c:v>
                </c:pt>
                <c:pt idx="1209">
                  <c:v>-548.686412</c:v>
                </c:pt>
                <c:pt idx="1210">
                  <c:v>-550.322885</c:v>
                </c:pt>
                <c:pt idx="1211">
                  <c:v>-551.958922</c:v>
                </c:pt>
                <c:pt idx="1212">
                  <c:v>-553.594487</c:v>
                </c:pt>
                <c:pt idx="1213">
                  <c:v>-555.229545</c:v>
                </c:pt>
                <c:pt idx="1214">
                  <c:v>-556.864061</c:v>
                </c:pt>
                <c:pt idx="1215">
                  <c:v>-558.498000</c:v>
                </c:pt>
                <c:pt idx="1216">
                  <c:v>-560.131328</c:v>
                </c:pt>
                <c:pt idx="1217">
                  <c:v>-561.764008</c:v>
                </c:pt>
                <c:pt idx="1218">
                  <c:v>-563.396005</c:v>
                </c:pt>
                <c:pt idx="1219">
                  <c:v>-565.027286</c:v>
                </c:pt>
                <c:pt idx="1220">
                  <c:v>-566.657814</c:v>
                </c:pt>
                <c:pt idx="1221">
                  <c:v>-568.287556</c:v>
                </c:pt>
                <c:pt idx="1222">
                  <c:v>-569.916475</c:v>
                </c:pt>
                <c:pt idx="1223">
                  <c:v>-571.544537</c:v>
                </c:pt>
                <c:pt idx="1224">
                  <c:v>-573.171708</c:v>
                </c:pt>
                <c:pt idx="1225">
                  <c:v>-574.797952</c:v>
                </c:pt>
                <c:pt idx="1226">
                  <c:v>-576.423235</c:v>
                </c:pt>
                <c:pt idx="1227">
                  <c:v>-578.047521</c:v>
                </c:pt>
                <c:pt idx="1228">
                  <c:v>-579.670777</c:v>
                </c:pt>
                <c:pt idx="1229">
                  <c:v>-581.292968</c:v>
                </c:pt>
                <c:pt idx="1230">
                  <c:v>-582.914059</c:v>
                </c:pt>
                <c:pt idx="1231">
                  <c:v>-584.534016</c:v>
                </c:pt>
                <c:pt idx="1232">
                  <c:v>-586.152805</c:v>
                </c:pt>
                <c:pt idx="1233">
                  <c:v>-587.770390</c:v>
                </c:pt>
                <c:pt idx="1234">
                  <c:v>-589.386739</c:v>
                </c:pt>
                <c:pt idx="1235">
                  <c:v>-591.001816</c:v>
                </c:pt>
                <c:pt idx="1236">
                  <c:v>-592.615588</c:v>
                </c:pt>
                <c:pt idx="1237">
                  <c:v>-594.228020</c:v>
                </c:pt>
                <c:pt idx="1238">
                  <c:v>-595.839079</c:v>
                </c:pt>
                <c:pt idx="1239">
                  <c:v>-597.448731</c:v>
                </c:pt>
                <c:pt idx="1240">
                  <c:v>-599.056942</c:v>
                </c:pt>
                <c:pt idx="1241">
                  <c:v>-600.663678</c:v>
                </c:pt>
                <c:pt idx="1242">
                  <c:v>-602.268906</c:v>
                </c:pt>
                <c:pt idx="1243">
                  <c:v>-603.872593</c:v>
                </c:pt>
                <c:pt idx="1244">
                  <c:v>-605.474704</c:v>
                </c:pt>
                <c:pt idx="1245">
                  <c:v>-607.075207</c:v>
                </c:pt>
                <c:pt idx="1246">
                  <c:v>-608.674068</c:v>
                </c:pt>
                <c:pt idx="1247">
                  <c:v>-610.271255</c:v>
                </c:pt>
                <c:pt idx="1248">
                  <c:v>-611.866735</c:v>
                </c:pt>
                <c:pt idx="1249">
                  <c:v>-613.460474</c:v>
                </c:pt>
                <c:pt idx="1250">
                  <c:v>-615.052440</c:v>
                </c:pt>
                <c:pt idx="1251">
                  <c:v>-616.642600</c:v>
                </c:pt>
                <c:pt idx="1252">
                  <c:v>-618.230922</c:v>
                </c:pt>
                <c:pt idx="1253">
                  <c:v>-619.817374</c:v>
                </c:pt>
                <c:pt idx="1254">
                  <c:v>-621.401923</c:v>
                </c:pt>
                <c:pt idx="1255">
                  <c:v>-622.984536</c:v>
                </c:pt>
                <c:pt idx="1256">
                  <c:v>-624.565183</c:v>
                </c:pt>
                <c:pt idx="1257">
                  <c:v>-626.143831</c:v>
                </c:pt>
                <c:pt idx="1258">
                  <c:v>-627.720449</c:v>
                </c:pt>
                <c:pt idx="1259">
                  <c:v>-629.295004</c:v>
                </c:pt>
                <c:pt idx="1260">
                  <c:v>-630.867466</c:v>
                </c:pt>
                <c:pt idx="1261">
                  <c:v>-632.437804</c:v>
                </c:pt>
                <c:pt idx="1262">
                  <c:v>-634.005985</c:v>
                </c:pt>
                <c:pt idx="1263">
                  <c:v>-635.571979</c:v>
                </c:pt>
                <c:pt idx="1264">
                  <c:v>-637.135755</c:v>
                </c:pt>
                <c:pt idx="1265">
                  <c:v>-638.697283</c:v>
                </c:pt>
                <c:pt idx="1266">
                  <c:v>-640.256531</c:v>
                </c:pt>
                <c:pt idx="1267">
                  <c:v>-641.813470</c:v>
                </c:pt>
                <c:pt idx="1268">
                  <c:v>-643.368069</c:v>
                </c:pt>
                <c:pt idx="1269">
                  <c:v>-644.920298</c:v>
                </c:pt>
                <c:pt idx="1270">
                  <c:v>-646.470127</c:v>
                </c:pt>
                <c:pt idx="1271">
                  <c:v>-648.017526</c:v>
                </c:pt>
                <c:pt idx="1272">
                  <c:v>-649.562467</c:v>
                </c:pt>
                <c:pt idx="1273">
                  <c:v>-651.104918</c:v>
                </c:pt>
                <c:pt idx="1274">
                  <c:v>-652.644851</c:v>
                </c:pt>
                <c:pt idx="1275">
                  <c:v>-654.182237</c:v>
                </c:pt>
                <c:pt idx="1276">
                  <c:v>-655.717047</c:v>
                </c:pt>
                <c:pt idx="1277">
                  <c:v>-657.249253</c:v>
                </c:pt>
                <c:pt idx="1278">
                  <c:v>-658.778824</c:v>
                </c:pt>
                <c:pt idx="1279">
                  <c:v>-660.305734</c:v>
                </c:pt>
                <c:pt idx="1280">
                  <c:v>-661.829954</c:v>
                </c:pt>
                <c:pt idx="1281">
                  <c:v>-663.351455</c:v>
                </c:pt>
                <c:pt idx="1282">
                  <c:v>-664.870210</c:v>
                </c:pt>
                <c:pt idx="1283">
                  <c:v>-666.386192</c:v>
                </c:pt>
                <c:pt idx="1284">
                  <c:v>-667.899372</c:v>
                </c:pt>
                <c:pt idx="1285">
                  <c:v>-669.409723</c:v>
                </c:pt>
                <c:pt idx="1286">
                  <c:v>-670.917219</c:v>
                </c:pt>
                <c:pt idx="1287">
                  <c:v>-672.421832</c:v>
                </c:pt>
                <c:pt idx="1288">
                  <c:v>-673.923535</c:v>
                </c:pt>
                <c:pt idx="1289">
                  <c:v>-675.422302</c:v>
                </c:pt>
                <c:pt idx="1290">
                  <c:v>-676.918107</c:v>
                </c:pt>
                <c:pt idx="1291">
                  <c:v>-678.410923</c:v>
                </c:pt>
                <c:pt idx="1292">
                  <c:v>-679.900724</c:v>
                </c:pt>
                <c:pt idx="1293">
                  <c:v>-681.387485</c:v>
                </c:pt>
                <c:pt idx="1294">
                  <c:v>-682.871179</c:v>
                </c:pt>
                <c:pt idx="1295">
                  <c:v>-684.351782</c:v>
                </c:pt>
                <c:pt idx="1296">
                  <c:v>-685.829268</c:v>
                </c:pt>
                <c:pt idx="1297">
                  <c:v>-687.303612</c:v>
                </c:pt>
                <c:pt idx="1298">
                  <c:v>-688.774790</c:v>
                </c:pt>
                <c:pt idx="1299">
                  <c:v>-690.242776</c:v>
                </c:pt>
                <c:pt idx="1300">
                  <c:v>-691.707547</c:v>
                </c:pt>
                <c:pt idx="1301">
                  <c:v>-693.169078</c:v>
                </c:pt>
                <c:pt idx="1302">
                  <c:v>-694.627345</c:v>
                </c:pt>
                <c:pt idx="1303">
                  <c:v>-696.082324</c:v>
                </c:pt>
                <c:pt idx="1304">
                  <c:v>-697.533992</c:v>
                </c:pt>
                <c:pt idx="1305">
                  <c:v>-698.982325</c:v>
                </c:pt>
                <c:pt idx="1306">
                  <c:v>-700.427301</c:v>
                </c:pt>
                <c:pt idx="1307">
                  <c:v>-701.868896</c:v>
                </c:pt>
                <c:pt idx="1308">
                  <c:v>-703.307087</c:v>
                </c:pt>
                <c:pt idx="1309">
                  <c:v>-704.741852</c:v>
                </c:pt>
                <c:pt idx="1310">
                  <c:v>-706.173168</c:v>
                </c:pt>
                <c:pt idx="1311">
                  <c:v>-707.601014</c:v>
                </c:pt>
                <c:pt idx="1312">
                  <c:v>-709.025367</c:v>
                </c:pt>
                <c:pt idx="1313">
                  <c:v>-710.446206</c:v>
                </c:pt>
                <c:pt idx="1314">
                  <c:v>-711.863510</c:v>
                </c:pt>
                <c:pt idx="1315">
                  <c:v>-713.277256</c:v>
                </c:pt>
                <c:pt idx="1316">
                  <c:v>-714.687424</c:v>
                </c:pt>
                <c:pt idx="1317">
                  <c:v>-716.093993</c:v>
                </c:pt>
                <c:pt idx="1318">
                  <c:v>-717.496943</c:v>
                </c:pt>
                <c:pt idx="1319">
                  <c:v>-718.896252</c:v>
                </c:pt>
                <c:pt idx="1320">
                  <c:v>-720.291901</c:v>
                </c:pt>
                <c:pt idx="1321">
                  <c:v>-721.683869</c:v>
                </c:pt>
                <c:pt idx="1322">
                  <c:v>-723.072138</c:v>
                </c:pt>
                <c:pt idx="1323">
                  <c:v>-724.456687</c:v>
                </c:pt>
                <c:pt idx="1324">
                  <c:v>-725.837496</c:v>
                </c:pt>
                <c:pt idx="1325">
                  <c:v>-727.214548</c:v>
                </c:pt>
                <c:pt idx="1326">
                  <c:v>-728.587822</c:v>
                </c:pt>
                <c:pt idx="1327">
                  <c:v>-729.957300</c:v>
                </c:pt>
                <c:pt idx="1328">
                  <c:v>-731.322964</c:v>
                </c:pt>
                <c:pt idx="1329">
                  <c:v>-732.684794</c:v>
                </c:pt>
                <c:pt idx="1330">
                  <c:v>-734.042775</c:v>
                </c:pt>
                <c:pt idx="1331">
                  <c:v>-735.396886</c:v>
                </c:pt>
                <c:pt idx="1332">
                  <c:v>-736.747111</c:v>
                </c:pt>
                <c:pt idx="1333">
                  <c:v>-738.093432</c:v>
                </c:pt>
                <c:pt idx="1334">
                  <c:v>-739.435832</c:v>
                </c:pt>
                <c:pt idx="1335">
                  <c:v>-740.774293</c:v>
                </c:pt>
                <c:pt idx="1336">
                  <c:v>-742.108800</c:v>
                </c:pt>
                <c:pt idx="1337">
                  <c:v>-743.439335</c:v>
                </c:pt>
                <c:pt idx="1338">
                  <c:v>-744.765883</c:v>
                </c:pt>
                <c:pt idx="1339">
                  <c:v>-746.088426</c:v>
                </c:pt>
                <c:pt idx="1340">
                  <c:v>-747.406949</c:v>
                </c:pt>
                <c:pt idx="1341">
                  <c:v>-748.721436</c:v>
                </c:pt>
                <c:pt idx="1342">
                  <c:v>-750.031872</c:v>
                </c:pt>
                <c:pt idx="1343">
                  <c:v>-751.338242</c:v>
                </c:pt>
                <c:pt idx="1344">
                  <c:v>-752.640529</c:v>
                </c:pt>
                <c:pt idx="1345">
                  <c:v>-753.938719</c:v>
                </c:pt>
                <c:pt idx="1346">
                  <c:v>-755.232799</c:v>
                </c:pt>
                <c:pt idx="1347">
                  <c:v>-756.522752</c:v>
                </c:pt>
                <c:pt idx="1348">
                  <c:v>-757.808564</c:v>
                </c:pt>
                <c:pt idx="1349">
                  <c:v>-759.090223</c:v>
                </c:pt>
                <c:pt idx="1350">
                  <c:v>-760.367713</c:v>
                </c:pt>
                <c:pt idx="1351">
                  <c:v>-761.641021</c:v>
                </c:pt>
                <c:pt idx="1352">
                  <c:v>-762.910134</c:v>
                </c:pt>
                <c:pt idx="1353">
                  <c:v>-764.175038</c:v>
                </c:pt>
                <c:pt idx="1354">
                  <c:v>-765.435720</c:v>
                </c:pt>
                <c:pt idx="1355">
                  <c:v>-766.692168</c:v>
                </c:pt>
                <c:pt idx="1356">
                  <c:v>-767.944368</c:v>
                </c:pt>
                <c:pt idx="1357">
                  <c:v>-769.192308</c:v>
                </c:pt>
                <c:pt idx="1358">
                  <c:v>-770.435977</c:v>
                </c:pt>
                <c:pt idx="1359">
                  <c:v>-771.675361</c:v>
                </c:pt>
                <c:pt idx="1360">
                  <c:v>-772.910450</c:v>
                </c:pt>
                <c:pt idx="1361">
                  <c:v>-774.141230</c:v>
                </c:pt>
                <c:pt idx="1362">
                  <c:v>-775.367692</c:v>
                </c:pt>
                <c:pt idx="1363">
                  <c:v>-776.589823</c:v>
                </c:pt>
                <c:pt idx="1364">
                  <c:v>-777.807613</c:v>
                </c:pt>
                <c:pt idx="1365">
                  <c:v>-779.021050</c:v>
                </c:pt>
                <c:pt idx="1366">
                  <c:v>-780.230124</c:v>
                </c:pt>
                <c:pt idx="1367">
                  <c:v>-781.434824</c:v>
                </c:pt>
                <c:pt idx="1368">
                  <c:v>-782.635141</c:v>
                </c:pt>
                <c:pt idx="1369">
                  <c:v>-783.831063</c:v>
                </c:pt>
                <c:pt idx="1370">
                  <c:v>-785.022581</c:v>
                </c:pt>
                <c:pt idx="1371">
                  <c:v>-786.209686</c:v>
                </c:pt>
                <c:pt idx="1372">
                  <c:v>-787.392367</c:v>
                </c:pt>
                <c:pt idx="1373">
                  <c:v>-788.570615</c:v>
                </c:pt>
                <c:pt idx="1374">
                  <c:v>-789.744422</c:v>
                </c:pt>
                <c:pt idx="1375">
                  <c:v>-790.913777</c:v>
                </c:pt>
                <c:pt idx="1376">
                  <c:v>-792.078672</c:v>
                </c:pt>
                <c:pt idx="1377">
                  <c:v>-793.239099</c:v>
                </c:pt>
                <c:pt idx="1378">
                  <c:v>-794.395049</c:v>
                </c:pt>
                <c:pt idx="1379">
                  <c:v>-795.546514</c:v>
                </c:pt>
                <c:pt idx="1380">
                  <c:v>-796.693485</c:v>
                </c:pt>
                <c:pt idx="1381">
                  <c:v>-797.835955</c:v>
                </c:pt>
                <c:pt idx="1382">
                  <c:v>-798.973915</c:v>
                </c:pt>
                <c:pt idx="1383">
                  <c:v>-800.107359</c:v>
                </c:pt>
                <c:pt idx="1384">
                  <c:v>-801.236279</c:v>
                </c:pt>
                <c:pt idx="1385">
                  <c:v>-802.360667</c:v>
                </c:pt>
                <c:pt idx="1386">
                  <c:v>-803.480516</c:v>
                </c:pt>
                <c:pt idx="1387">
                  <c:v>-804.595820</c:v>
                </c:pt>
                <c:pt idx="1388">
                  <c:v>-805.706571</c:v>
                </c:pt>
                <c:pt idx="1389">
                  <c:v>-806.812764</c:v>
                </c:pt>
                <c:pt idx="1390">
                  <c:v>-807.914391</c:v>
                </c:pt>
                <c:pt idx="1391">
                  <c:v>-809.011447</c:v>
                </c:pt>
                <c:pt idx="1392">
                  <c:v>-810.103925</c:v>
                </c:pt>
                <c:pt idx="1393">
                  <c:v>-811.191819</c:v>
                </c:pt>
                <c:pt idx="1394">
                  <c:v>-812.275124</c:v>
                </c:pt>
                <c:pt idx="1395">
                  <c:v>-813.353833</c:v>
                </c:pt>
                <c:pt idx="1396">
                  <c:v>-814.427942</c:v>
                </c:pt>
                <c:pt idx="1397">
                  <c:v>-815.497445</c:v>
                </c:pt>
                <c:pt idx="1398">
                  <c:v>-816.562336</c:v>
                </c:pt>
                <c:pt idx="1399">
                  <c:v>-817.622612</c:v>
                </c:pt>
                <c:pt idx="1400">
                  <c:v>-818.678266</c:v>
                </c:pt>
                <c:pt idx="1401">
                  <c:v>-819.729295</c:v>
                </c:pt>
                <c:pt idx="1402">
                  <c:v>-820.775693</c:v>
                </c:pt>
                <c:pt idx="1403">
                  <c:v>-821.817457</c:v>
                </c:pt>
                <c:pt idx="1404">
                  <c:v>-822.854581</c:v>
                </c:pt>
                <c:pt idx="1405">
                  <c:v>-823.887062</c:v>
                </c:pt>
                <c:pt idx="1406">
                  <c:v>-824.914896</c:v>
                </c:pt>
                <c:pt idx="1407">
                  <c:v>-825.938078</c:v>
                </c:pt>
                <c:pt idx="1408">
                  <c:v>-826.956606</c:v>
                </c:pt>
                <c:pt idx="1409">
                  <c:v>-827.970475</c:v>
                </c:pt>
                <c:pt idx="1410">
                  <c:v>-828.979682</c:v>
                </c:pt>
                <c:pt idx="1411">
                  <c:v>-829.984224</c:v>
                </c:pt>
                <c:pt idx="1412">
                  <c:v>-830.984097</c:v>
                </c:pt>
                <c:pt idx="1413">
                  <c:v>-831.979298</c:v>
                </c:pt>
                <c:pt idx="1414">
                  <c:v>-832.969826</c:v>
                </c:pt>
                <c:pt idx="1415">
                  <c:v>-833.955676</c:v>
                </c:pt>
                <c:pt idx="1416">
                  <c:v>-834.936845</c:v>
                </c:pt>
                <c:pt idx="1417">
                  <c:v>-835.913333</c:v>
                </c:pt>
                <c:pt idx="1418">
                  <c:v>-836.885135</c:v>
                </c:pt>
                <c:pt idx="1419">
                  <c:v>-837.852250</c:v>
                </c:pt>
                <c:pt idx="1420">
                  <c:v>-838.814675</c:v>
                </c:pt>
                <c:pt idx="1421">
                  <c:v>-839.772409</c:v>
                </c:pt>
                <c:pt idx="1422">
                  <c:v>-840.725449</c:v>
                </c:pt>
                <c:pt idx="1423">
                  <c:v>-841.673794</c:v>
                </c:pt>
                <c:pt idx="1424">
                  <c:v>-842.617441</c:v>
                </c:pt>
                <c:pt idx="1425">
                  <c:v>-843.556390</c:v>
                </c:pt>
                <c:pt idx="1426">
                  <c:v>-844.490639</c:v>
                </c:pt>
                <c:pt idx="1427">
                  <c:v>-845.420186</c:v>
                </c:pt>
                <c:pt idx="1428">
                  <c:v>-846.345030</c:v>
                </c:pt>
                <c:pt idx="1429">
                  <c:v>-847.265170</c:v>
                </c:pt>
                <c:pt idx="1430">
                  <c:v>-848.180605</c:v>
                </c:pt>
                <c:pt idx="1431">
                  <c:v>-849.091333</c:v>
                </c:pt>
                <c:pt idx="1432">
                  <c:v>-849.997355</c:v>
                </c:pt>
                <c:pt idx="1433">
                  <c:v>-850.898668</c:v>
                </c:pt>
                <c:pt idx="1434">
                  <c:v>-851.795273</c:v>
                </c:pt>
                <c:pt idx="1435">
                  <c:v>-852.687170</c:v>
                </c:pt>
                <c:pt idx="1436">
                  <c:v>-853.574356</c:v>
                </c:pt>
                <c:pt idx="1437">
                  <c:v>-854.456833</c:v>
                </c:pt>
                <c:pt idx="1438">
                  <c:v>-855.334599</c:v>
                </c:pt>
                <c:pt idx="1439">
                  <c:v>-856.207656</c:v>
                </c:pt>
                <c:pt idx="1440">
                  <c:v>-857.076001</c:v>
                </c:pt>
                <c:pt idx="1441">
                  <c:v>-857.939636</c:v>
                </c:pt>
                <c:pt idx="1442">
                  <c:v>-858.798561</c:v>
                </c:pt>
                <c:pt idx="1443">
                  <c:v>-859.652775</c:v>
                </c:pt>
                <c:pt idx="1444">
                  <c:v>-860.502280</c:v>
                </c:pt>
                <c:pt idx="1445">
                  <c:v>-861.347075</c:v>
                </c:pt>
                <c:pt idx="1446">
                  <c:v>-862.187160</c:v>
                </c:pt>
                <c:pt idx="1447">
                  <c:v>-863.022537</c:v>
                </c:pt>
                <c:pt idx="1448">
                  <c:v>-863.853205</c:v>
                </c:pt>
                <c:pt idx="1449">
                  <c:v>-864.679166</c:v>
                </c:pt>
                <c:pt idx="1450">
                  <c:v>-865.500420</c:v>
                </c:pt>
                <c:pt idx="1451">
                  <c:v>-866.316968</c:v>
                </c:pt>
                <c:pt idx="1452">
                  <c:v>-867.128811</c:v>
                </c:pt>
                <c:pt idx="1453">
                  <c:v>-867.935949</c:v>
                </c:pt>
                <c:pt idx="1454">
                  <c:v>-868.738384</c:v>
                </c:pt>
                <c:pt idx="1455">
                  <c:v>-869.536117</c:v>
                </c:pt>
                <c:pt idx="1456">
                  <c:v>-870.329149</c:v>
                </c:pt>
                <c:pt idx="1457">
                  <c:v>-871.117482</c:v>
                </c:pt>
                <c:pt idx="1458">
                  <c:v>-871.901116</c:v>
                </c:pt>
                <c:pt idx="1459">
                  <c:v>-872.680052</c:v>
                </c:pt>
                <c:pt idx="1460">
                  <c:v>-873.454293</c:v>
                </c:pt>
                <c:pt idx="1461">
                  <c:v>-874.223840</c:v>
                </c:pt>
                <c:pt idx="1462">
                  <c:v>-874.988694</c:v>
                </c:pt>
                <c:pt idx="1463">
                  <c:v>-875.748856</c:v>
                </c:pt>
                <c:pt idx="1464">
                  <c:v>-876.504330</c:v>
                </c:pt>
                <c:pt idx="1465">
                  <c:v>-877.255115</c:v>
                </c:pt>
                <c:pt idx="1466">
                  <c:v>-878.001214</c:v>
                </c:pt>
                <c:pt idx="1467">
                  <c:v>-878.742629</c:v>
                </c:pt>
                <c:pt idx="1468">
                  <c:v>-879.479362</c:v>
                </c:pt>
                <c:pt idx="1469">
                  <c:v>-880.211414</c:v>
                </c:pt>
                <c:pt idx="1470">
                  <c:v>-880.938788</c:v>
                </c:pt>
                <c:pt idx="1471">
                  <c:v>-881.661485</c:v>
                </c:pt>
                <c:pt idx="1472">
                  <c:v>-882.379507</c:v>
                </c:pt>
                <c:pt idx="1473">
                  <c:v>-883.092857</c:v>
                </c:pt>
                <c:pt idx="1474">
                  <c:v>-883.801537</c:v>
                </c:pt>
                <c:pt idx="1475">
                  <c:v>-884.505549</c:v>
                </c:pt>
                <c:pt idx="1476">
                  <c:v>-885.204895</c:v>
                </c:pt>
                <c:pt idx="1477">
                  <c:v>-885.899577</c:v>
                </c:pt>
                <c:pt idx="1478">
                  <c:v>-886.589598</c:v>
                </c:pt>
                <c:pt idx="1479">
                  <c:v>-887.274961</c:v>
                </c:pt>
                <c:pt idx="1480">
                  <c:v>-887.955666</c:v>
                </c:pt>
                <c:pt idx="1481">
                  <c:v>-888.631718</c:v>
                </c:pt>
                <c:pt idx="1482">
                  <c:v>-889.303117</c:v>
                </c:pt>
                <c:pt idx="1483">
                  <c:v>-889.969868</c:v>
                </c:pt>
                <c:pt idx="1484">
                  <c:v>-890.631971</c:v>
                </c:pt>
                <c:pt idx="1485">
                  <c:v>-891.289431</c:v>
                </c:pt>
                <c:pt idx="1486">
                  <c:v>-891.942249</c:v>
                </c:pt>
                <c:pt idx="1487">
                  <c:v>-892.590427</c:v>
                </c:pt>
                <c:pt idx="1488">
                  <c:v>-893.233970</c:v>
                </c:pt>
                <c:pt idx="1489">
                  <c:v>-893.872878</c:v>
                </c:pt>
                <c:pt idx="1490">
                  <c:v>-894.507156</c:v>
                </c:pt>
                <c:pt idx="1491">
                  <c:v>-895.136805</c:v>
                </c:pt>
                <c:pt idx="1492">
                  <c:v>-895.761828</c:v>
                </c:pt>
                <c:pt idx="1493">
                  <c:v>-896.382229</c:v>
                </c:pt>
                <c:pt idx="1494">
                  <c:v>-896.998009</c:v>
                </c:pt>
                <c:pt idx="1495">
                  <c:v>-897.609172</c:v>
                </c:pt>
                <c:pt idx="1496">
                  <c:v>-898.215720</c:v>
                </c:pt>
                <c:pt idx="1497">
                  <c:v>-898.817657</c:v>
                </c:pt>
                <c:pt idx="1498">
                  <c:v>-899.414984</c:v>
                </c:pt>
                <c:pt idx="1499">
                  <c:v>-900.007706</c:v>
                </c:pt>
                <c:pt idx="1500">
                  <c:v>-900.595824</c:v>
                </c:pt>
                <c:pt idx="1501">
                  <c:v>-901.179342</c:v>
                </c:pt>
                <c:pt idx="1502">
                  <c:v>-901.758262</c:v>
                </c:pt>
                <c:pt idx="1503">
                  <c:v>-902.332587</c:v>
                </c:pt>
                <c:pt idx="1504">
                  <c:v>-902.902321</c:v>
                </c:pt>
                <c:pt idx="1505">
                  <c:v>-903.467466</c:v>
                </c:pt>
                <c:pt idx="1506">
                  <c:v>-904.028025</c:v>
                </c:pt>
                <c:pt idx="1507">
                  <c:v>-904.584001</c:v>
                </c:pt>
                <c:pt idx="1508">
                  <c:v>-905.135397</c:v>
                </c:pt>
                <c:pt idx="1509">
                  <c:v>-905.682216</c:v>
                </c:pt>
                <c:pt idx="1510">
                  <c:v>-906.224460</c:v>
                </c:pt>
                <c:pt idx="1511">
                  <c:v>-906.762133</c:v>
                </c:pt>
                <c:pt idx="1512">
                  <c:v>-907.295238</c:v>
                </c:pt>
                <c:pt idx="1513">
                  <c:v>-907.823778</c:v>
                </c:pt>
                <c:pt idx="1514">
                  <c:v>-908.347754</c:v>
                </c:pt>
                <c:pt idx="1515">
                  <c:v>-908.867172</c:v>
                </c:pt>
                <c:pt idx="1516">
                  <c:v>-909.382033</c:v>
                </c:pt>
                <c:pt idx="1517">
                  <c:v>-909.892340</c:v>
                </c:pt>
                <c:pt idx="1518">
                  <c:v>-910.398096</c:v>
                </c:pt>
                <c:pt idx="1519">
                  <c:v>-910.899304</c:v>
                </c:pt>
                <c:pt idx="1520">
                  <c:v>-911.395968</c:v>
                </c:pt>
                <c:pt idx="1521">
                  <c:v>-911.888089</c:v>
                </c:pt>
                <c:pt idx="1522">
                  <c:v>-912.375671</c:v>
                </c:pt>
                <c:pt idx="1523">
                  <c:v>-912.858717</c:v>
                </c:pt>
                <c:pt idx="1524">
                  <c:v>-913.337230</c:v>
                </c:pt>
                <c:pt idx="1525">
                  <c:v>-913.811212</c:v>
                </c:pt>
                <c:pt idx="1526">
                  <c:v>-914.280666</c:v>
                </c:pt>
                <c:pt idx="1527">
                  <c:v>-914.745596</c:v>
                </c:pt>
                <c:pt idx="1528">
                  <c:v>-915.206003</c:v>
                </c:pt>
                <c:pt idx="1529">
                  <c:v>-915.661891</c:v>
                </c:pt>
                <c:pt idx="1530">
                  <c:v>-916.113263</c:v>
                </c:pt>
                <c:pt idx="1531">
                  <c:v>-916.560122</c:v>
                </c:pt>
                <c:pt idx="1532">
                  <c:v>-917.002469</c:v>
                </c:pt>
                <c:pt idx="1533">
                  <c:v>-917.440308</c:v>
                </c:pt>
                <c:pt idx="1534">
                  <c:v>-917.873642</c:v>
                </c:pt>
                <c:pt idx="1535">
                  <c:v>-918.302474</c:v>
                </c:pt>
                <c:pt idx="1536">
                  <c:v>-918.726805</c:v>
                </c:pt>
                <c:pt idx="1537">
                  <c:v>-919.146639</c:v>
                </c:pt>
                <c:pt idx="1538">
                  <c:v>-919.561979</c:v>
                </c:pt>
                <c:pt idx="1539">
                  <c:v>-919.972826</c:v>
                </c:pt>
                <c:pt idx="1540">
                  <c:v>-920.379184</c:v>
                </c:pt>
                <c:pt idx="1541">
                  <c:v>-920.781055</c:v>
                </c:pt>
                <c:pt idx="1542">
                  <c:v>-921.178442</c:v>
                </c:pt>
                <c:pt idx="1543">
                  <c:v>-921.571347</c:v>
                </c:pt>
                <c:pt idx="1544">
                  <c:v>-921.959773</c:v>
                </c:pt>
                <c:pt idx="1545">
                  <c:v>-922.343723</c:v>
                </c:pt>
                <c:pt idx="1546">
                  <c:v>-922.723198</c:v>
                </c:pt>
                <c:pt idx="1547">
                  <c:v>-923.098201</c:v>
                </c:pt>
                <c:pt idx="1548">
                  <c:v>-923.468734</c:v>
                </c:pt>
                <c:pt idx="1549">
                  <c:v>-923.834801</c:v>
                </c:pt>
                <c:pt idx="1550">
                  <c:v>-924.196403</c:v>
                </c:pt>
                <c:pt idx="1551">
                  <c:v>-924.553542</c:v>
                </c:pt>
                <c:pt idx="1552">
                  <c:v>-924.906222</c:v>
                </c:pt>
                <c:pt idx="1553">
                  <c:v>-925.254443</c:v>
                </c:pt>
                <c:pt idx="1554">
                  <c:v>-925.598209</c:v>
                </c:pt>
                <c:pt idx="1555">
                  <c:v>-925.937521</c:v>
                </c:pt>
                <c:pt idx="1556">
                  <c:v>-926.272382</c:v>
                </c:pt>
                <c:pt idx="1557">
                  <c:v>-926.602793</c:v>
                </c:pt>
                <c:pt idx="1558">
                  <c:v>-926.928757</c:v>
                </c:pt>
                <c:pt idx="1559">
                  <c:v>-927.250277</c:v>
                </c:pt>
                <c:pt idx="1560">
                  <c:v>-927.567353</c:v>
                </c:pt>
                <c:pt idx="1561">
                  <c:v>-927.879988</c:v>
                </c:pt>
                <c:pt idx="1562">
                  <c:v>-928.188184</c:v>
                </c:pt>
                <c:pt idx="1563">
                  <c:v>-928.491942</c:v>
                </c:pt>
                <c:pt idx="1564">
                  <c:v>-928.791265</c:v>
                </c:pt>
                <c:pt idx="1565">
                  <c:v>-929.086154</c:v>
                </c:pt>
                <c:pt idx="1566">
                  <c:v>-929.376612</c:v>
                </c:pt>
                <c:pt idx="1567">
                  <c:v>-929.662639</c:v>
                </c:pt>
                <c:pt idx="1568">
                  <c:v>-929.944238</c:v>
                </c:pt>
                <c:pt idx="1569">
                  <c:v>-930.221410</c:v>
                </c:pt>
                <c:pt idx="1570">
                  <c:v>-930.494157</c:v>
                </c:pt>
                <c:pt idx="1571">
                  <c:v>-930.762481</c:v>
                </c:pt>
                <c:pt idx="1572">
                  <c:v>-931.026382</c:v>
                </c:pt>
                <c:pt idx="1573">
                  <c:v>-931.285863</c:v>
                </c:pt>
                <c:pt idx="1574">
                  <c:v>-931.540925</c:v>
                </c:pt>
                <c:pt idx="1575">
                  <c:v>-931.791569</c:v>
                </c:pt>
                <c:pt idx="1576">
                  <c:v>-932.037797</c:v>
                </c:pt>
                <c:pt idx="1577">
                  <c:v>-932.279609</c:v>
                </c:pt>
                <c:pt idx="1578">
                  <c:v>-932.517008</c:v>
                </c:pt>
                <c:pt idx="1579">
                  <c:v>-932.749994</c:v>
                </c:pt>
                <c:pt idx="1580">
                  <c:v>-932.978569</c:v>
                </c:pt>
                <c:pt idx="1581">
                  <c:v>-933.202734</c:v>
                </c:pt>
                <c:pt idx="1582">
                  <c:v>-933.422489</c:v>
                </c:pt>
                <c:pt idx="1583">
                  <c:v>-933.637836</c:v>
                </c:pt>
                <c:pt idx="1584">
                  <c:v>-933.848777</c:v>
                </c:pt>
                <c:pt idx="1585">
                  <c:v>-934.055310</c:v>
                </c:pt>
                <c:pt idx="1586">
                  <c:v>-934.257439</c:v>
                </c:pt>
                <c:pt idx="1587">
                  <c:v>-934.455163</c:v>
                </c:pt>
                <c:pt idx="1588">
                  <c:v>-934.648483</c:v>
                </c:pt>
                <c:pt idx="1589">
                  <c:v>-934.837400</c:v>
                </c:pt>
                <c:pt idx="1590">
                  <c:v>-935.021915</c:v>
                </c:pt>
                <c:pt idx="1591">
                  <c:v>-935.202028</c:v>
                </c:pt>
                <c:pt idx="1592">
                  <c:v>-935.377740</c:v>
                </c:pt>
                <c:pt idx="1593">
                  <c:v>-935.549052</c:v>
                </c:pt>
                <c:pt idx="1594">
                  <c:v>-935.715963</c:v>
                </c:pt>
                <c:pt idx="1595">
                  <c:v>-935.878475</c:v>
                </c:pt>
                <c:pt idx="1596">
                  <c:v>-936.036587</c:v>
                </c:pt>
                <c:pt idx="1597">
                  <c:v>-936.190300</c:v>
                </c:pt>
                <c:pt idx="1598">
                  <c:v>-936.339615</c:v>
                </c:pt>
                <c:pt idx="1599">
                  <c:v>-936.484531</c:v>
                </c:pt>
                <c:pt idx="1600">
                  <c:v>-936.625049</c:v>
                </c:pt>
                <c:pt idx="1601">
                  <c:v>-936.761168</c:v>
                </c:pt>
                <c:pt idx="1602">
                  <c:v>-936.892889</c:v>
                </c:pt>
                <c:pt idx="1603">
                  <c:v>-937.020212</c:v>
                </c:pt>
                <c:pt idx="1604">
                  <c:v>-937.143136</c:v>
                </c:pt>
                <c:pt idx="1605">
                  <c:v>-937.261663</c:v>
                </c:pt>
                <c:pt idx="1606">
                  <c:v>-937.375790</c:v>
                </c:pt>
                <c:pt idx="1607">
                  <c:v>-937.485519</c:v>
                </c:pt>
                <c:pt idx="1608">
                  <c:v>-937.590848</c:v>
                </c:pt>
                <c:pt idx="1609">
                  <c:v>-937.691778</c:v>
                </c:pt>
                <c:pt idx="1610">
                  <c:v>-937.788308</c:v>
                </c:pt>
                <c:pt idx="1611">
                  <c:v>-937.880437</c:v>
                </c:pt>
                <c:pt idx="1612">
                  <c:v>-937.968166</c:v>
                </c:pt>
                <c:pt idx="1613">
                  <c:v>-938.051493</c:v>
                </c:pt>
                <c:pt idx="1614">
                  <c:v>-938.130418</c:v>
                </c:pt>
                <c:pt idx="1615">
                  <c:v>-938.204940</c:v>
                </c:pt>
                <c:pt idx="1616">
                  <c:v>-938.275058</c:v>
                </c:pt>
                <c:pt idx="1617">
                  <c:v>-938.340772</c:v>
                </c:pt>
                <c:pt idx="1618">
                  <c:v>-938.402081</c:v>
                </c:pt>
                <c:pt idx="1619">
                  <c:v>-938.458984</c:v>
                </c:pt>
                <c:pt idx="1620">
                  <c:v>-938.511479</c:v>
                </c:pt>
                <c:pt idx="1621">
                  <c:v>-938.559566</c:v>
                </c:pt>
                <c:pt idx="1622">
                  <c:v>-938.603243</c:v>
                </c:pt>
                <c:pt idx="1623">
                  <c:v>-938.642510</c:v>
                </c:pt>
                <c:pt idx="1624">
                  <c:v>-938.677365</c:v>
                </c:pt>
                <c:pt idx="1625">
                  <c:v>-938.707806</c:v>
                </c:pt>
                <c:pt idx="1626">
                  <c:v>-938.733833</c:v>
                </c:pt>
                <c:pt idx="1627">
                  <c:v>-938.755444</c:v>
                </c:pt>
                <c:pt idx="1628">
                  <c:v>-938.772638</c:v>
                </c:pt>
                <c:pt idx="1629">
                  <c:v>-938.785413</c:v>
                </c:pt>
                <c:pt idx="1630">
                  <c:v>-938.793766</c:v>
                </c:pt>
                <c:pt idx="1631">
                  <c:v>-938.797698</c:v>
                </c:pt>
                <c:pt idx="1632">
                  <c:v>-938.797206</c:v>
                </c:pt>
                <c:pt idx="1633">
                  <c:v>-938.792287</c:v>
                </c:pt>
                <c:pt idx="1634">
                  <c:v>-938.782941</c:v>
                </c:pt>
                <c:pt idx="1635">
                  <c:v>-938.769165</c:v>
                </c:pt>
                <c:pt idx="1636">
                  <c:v>-938.750958</c:v>
                </c:pt>
                <c:pt idx="1637">
                  <c:v>-938.728317</c:v>
                </c:pt>
                <c:pt idx="1638">
                  <c:v>-938.701240</c:v>
                </c:pt>
                <c:pt idx="1639">
                  <c:v>-938.669724</c:v>
                </c:pt>
                <c:pt idx="1640">
                  <c:v>-938.633769</c:v>
                </c:pt>
                <c:pt idx="1641">
                  <c:v>-938.593371</c:v>
                </c:pt>
                <c:pt idx="1642">
                  <c:v>-938.548528</c:v>
                </c:pt>
                <c:pt idx="1643">
                  <c:v>-938.499238</c:v>
                </c:pt>
                <c:pt idx="1644">
                  <c:v>-938.445497</c:v>
                </c:pt>
                <c:pt idx="1645">
                  <c:v>-938.387305</c:v>
                </c:pt>
                <c:pt idx="1646">
                  <c:v>-938.324657</c:v>
                </c:pt>
                <c:pt idx="1647">
                  <c:v>-938.257551</c:v>
                </c:pt>
                <c:pt idx="1648">
                  <c:v>-938.185985</c:v>
                </c:pt>
                <c:pt idx="1649">
                  <c:v>-938.109955</c:v>
                </c:pt>
                <c:pt idx="1650">
                  <c:v>-938.029459</c:v>
                </c:pt>
                <c:pt idx="1651">
                  <c:v>-937.944493</c:v>
                </c:pt>
                <c:pt idx="1652">
                  <c:v>-937.855056</c:v>
                </c:pt>
                <c:pt idx="1653">
                  <c:v>-937.761142</c:v>
                </c:pt>
                <c:pt idx="1654">
                  <c:v>-937.662751</c:v>
                </c:pt>
                <c:pt idx="1655">
                  <c:v>-937.559877</c:v>
                </c:pt>
                <c:pt idx="1656">
                  <c:v>-937.452519</c:v>
                </c:pt>
                <c:pt idx="1657">
                  <c:v>-937.340672</c:v>
                </c:pt>
                <c:pt idx="1658">
                  <c:v>-937.224333</c:v>
                </c:pt>
                <c:pt idx="1659">
                  <c:v>-937.103499</c:v>
                </c:pt>
                <c:pt idx="1660">
                  <c:v>-936.978166</c:v>
                </c:pt>
                <c:pt idx="1661">
                  <c:v>-936.848331</c:v>
                </c:pt>
                <c:pt idx="1662">
                  <c:v>-936.713990</c:v>
                </c:pt>
                <c:pt idx="1663">
                  <c:v>-936.575138</c:v>
                </c:pt>
                <c:pt idx="1664">
                  <c:v>-936.431773</c:v>
                </c:pt>
                <c:pt idx="1665">
                  <c:v>-936.283890</c:v>
                </c:pt>
                <c:pt idx="1666">
                  <c:v>-936.131486</c:v>
                </c:pt>
                <c:pt idx="1667">
                  <c:v>-935.974556</c:v>
                </c:pt>
                <c:pt idx="1668">
                  <c:v>-935.813097</c:v>
                </c:pt>
                <c:pt idx="1669">
                  <c:v>-935.647104</c:v>
                </c:pt>
                <c:pt idx="1670">
                  <c:v>-935.476573</c:v>
                </c:pt>
                <c:pt idx="1671">
                  <c:v>-935.301500</c:v>
                </c:pt>
                <c:pt idx="1672">
                  <c:v>-935.121880</c:v>
                </c:pt>
                <c:pt idx="1673">
                  <c:v>-934.937709</c:v>
                </c:pt>
                <c:pt idx="1674">
                  <c:v>-934.748983</c:v>
                </c:pt>
                <c:pt idx="1675">
                  <c:v>-934.555697</c:v>
                </c:pt>
                <c:pt idx="1676">
                  <c:v>-934.357847</c:v>
                </c:pt>
                <c:pt idx="1677">
                  <c:v>-934.155427</c:v>
                </c:pt>
                <c:pt idx="1678">
                  <c:v>-933.948433</c:v>
                </c:pt>
                <c:pt idx="1679">
                  <c:v>-933.736860</c:v>
                </c:pt>
                <c:pt idx="1680">
                  <c:v>-933.520704</c:v>
                </c:pt>
                <c:pt idx="1681">
                  <c:v>-933.299960</c:v>
                </c:pt>
                <c:pt idx="1682">
                  <c:v>-933.074622</c:v>
                </c:pt>
                <c:pt idx="1683">
                  <c:v>-932.844685</c:v>
                </c:pt>
                <c:pt idx="1684">
                  <c:v>-932.610145</c:v>
                </c:pt>
                <c:pt idx="1685">
                  <c:v>-932.370996</c:v>
                </c:pt>
                <c:pt idx="1686">
                  <c:v>-932.127233</c:v>
                </c:pt>
                <c:pt idx="1687">
                  <c:v>-931.878850</c:v>
                </c:pt>
                <c:pt idx="1688">
                  <c:v>-931.625843</c:v>
                </c:pt>
                <c:pt idx="1689">
                  <c:v>-931.368205</c:v>
                </c:pt>
                <c:pt idx="1690">
                  <c:v>-931.105932</c:v>
                </c:pt>
                <c:pt idx="1691">
                  <c:v>-930.839017</c:v>
                </c:pt>
                <c:pt idx="1692">
                  <c:v>-930.567455</c:v>
                </c:pt>
                <c:pt idx="1693">
                  <c:v>-930.291241</c:v>
                </c:pt>
                <c:pt idx="1694">
                  <c:v>-930.010369</c:v>
                </c:pt>
                <c:pt idx="1695">
                  <c:v>-929.724832</c:v>
                </c:pt>
                <c:pt idx="1696">
                  <c:v>-929.434625</c:v>
                </c:pt>
                <c:pt idx="1697">
                  <c:v>-929.139742</c:v>
                </c:pt>
                <c:pt idx="1698">
                  <c:v>-928.840177</c:v>
                </c:pt>
                <c:pt idx="1699">
                  <c:v>-928.535924</c:v>
                </c:pt>
                <c:pt idx="1700">
                  <c:v>-928.226976</c:v>
                </c:pt>
                <c:pt idx="1701">
                  <c:v>-927.913328</c:v>
                </c:pt>
                <c:pt idx="1702">
                  <c:v>-927.594974</c:v>
                </c:pt>
                <c:pt idx="1703">
                  <c:v>-927.271906</c:v>
                </c:pt>
                <c:pt idx="1704">
                  <c:v>-926.944119</c:v>
                </c:pt>
                <c:pt idx="1705">
                  <c:v>-926.611606</c:v>
                </c:pt>
                <c:pt idx="1706">
                  <c:v>-926.274360</c:v>
                </c:pt>
                <c:pt idx="1707">
                  <c:v>-925.932375</c:v>
                </c:pt>
                <c:pt idx="1708">
                  <c:v>-925.585645</c:v>
                </c:pt>
                <c:pt idx="1709">
                  <c:v>-925.234163</c:v>
                </c:pt>
                <c:pt idx="1710">
                  <c:v>-924.877921</c:v>
                </c:pt>
                <c:pt idx="1711">
                  <c:v>-924.516914</c:v>
                </c:pt>
                <c:pt idx="1712">
                  <c:v>-924.151133</c:v>
                </c:pt>
                <c:pt idx="1713">
                  <c:v>-923.780573</c:v>
                </c:pt>
                <c:pt idx="1714">
                  <c:v>-923.405227</c:v>
                </c:pt>
                <c:pt idx="1715">
                  <c:v>-923.025086</c:v>
                </c:pt>
                <c:pt idx="1716">
                  <c:v>-922.640145</c:v>
                </c:pt>
                <c:pt idx="1717">
                  <c:v>-922.250395</c:v>
                </c:pt>
                <c:pt idx="1718">
                  <c:v>-921.855831</c:v>
                </c:pt>
                <c:pt idx="1719">
                  <c:v>-921.456443</c:v>
                </c:pt>
                <c:pt idx="1720">
                  <c:v>-921.052226</c:v>
                </c:pt>
                <c:pt idx="1721">
                  <c:v>-920.643171</c:v>
                </c:pt>
                <c:pt idx="1722">
                  <c:v>-920.229272</c:v>
                </c:pt>
                <c:pt idx="1723">
                  <c:v>-919.810520</c:v>
                </c:pt>
                <c:pt idx="1724">
                  <c:v>-919.386909</c:v>
                </c:pt>
                <c:pt idx="1725">
                  <c:v>-918.958429</c:v>
                </c:pt>
                <c:pt idx="1726">
                  <c:v>-918.525075</c:v>
                </c:pt>
                <c:pt idx="1727">
                  <c:v>-918.086837</c:v>
                </c:pt>
                <c:pt idx="1728">
                  <c:v>-917.643709</c:v>
                </c:pt>
                <c:pt idx="1729">
                  <c:v>-917.195682</c:v>
                </c:pt>
                <c:pt idx="1730">
                  <c:v>-916.742749</c:v>
                </c:pt>
                <c:pt idx="1731">
                  <c:v>-916.284901</c:v>
                </c:pt>
                <c:pt idx="1732">
                  <c:v>-915.822130</c:v>
                </c:pt>
                <c:pt idx="1733">
                  <c:v>-915.354429</c:v>
                </c:pt>
                <c:pt idx="1734">
                  <c:v>-914.881789</c:v>
                </c:pt>
                <c:pt idx="1735">
                  <c:v>-914.404203</c:v>
                </c:pt>
                <c:pt idx="1736">
                  <c:v>-913.921660</c:v>
                </c:pt>
                <c:pt idx="1737">
                  <c:v>-913.434155</c:v>
                </c:pt>
                <c:pt idx="1738">
                  <c:v>-912.941678</c:v>
                </c:pt>
                <c:pt idx="1739">
                  <c:v>-912.444220</c:v>
                </c:pt>
                <c:pt idx="1740">
                  <c:v>-911.941774</c:v>
                </c:pt>
                <c:pt idx="1741">
                  <c:v>-911.434331</c:v>
                </c:pt>
                <c:pt idx="1742">
                  <c:v>-910.921882</c:v>
                </c:pt>
                <c:pt idx="1743">
                  <c:v>-910.404418</c:v>
                </c:pt>
                <c:pt idx="1744">
                  <c:v>-909.881932</c:v>
                </c:pt>
                <c:pt idx="1745">
                  <c:v>-909.354415</c:v>
                </c:pt>
                <c:pt idx="1746">
                  <c:v>-908.821856</c:v>
                </c:pt>
                <c:pt idx="1747">
                  <c:v>-908.284249</c:v>
                </c:pt>
                <c:pt idx="1748">
                  <c:v>-907.741584</c:v>
                </c:pt>
                <c:pt idx="1749">
                  <c:v>-907.193852</c:v>
                </c:pt>
                <c:pt idx="1750">
                  <c:v>-906.641044</c:v>
                </c:pt>
                <c:pt idx="1751">
                  <c:v>-906.083152</c:v>
                </c:pt>
                <c:pt idx="1752">
                  <c:v>-905.520165</c:v>
                </c:pt>
                <c:pt idx="1753">
                  <c:v>-904.952076</c:v>
                </c:pt>
                <c:pt idx="1754">
                  <c:v>-904.378875</c:v>
                </c:pt>
                <c:pt idx="1755">
                  <c:v>-903.800553</c:v>
                </c:pt>
                <c:pt idx="1756">
                  <c:v>-903.217100</c:v>
                </c:pt>
                <c:pt idx="1757">
                  <c:v>-902.628508</c:v>
                </c:pt>
                <c:pt idx="1758">
                  <c:v>-902.034768</c:v>
                </c:pt>
                <c:pt idx="1759">
                  <c:v>-901.435869</c:v>
                </c:pt>
                <c:pt idx="1760">
                  <c:v>-900.831802</c:v>
                </c:pt>
                <c:pt idx="1761">
                  <c:v>-900.222559</c:v>
                </c:pt>
                <c:pt idx="1762">
                  <c:v>-899.608129</c:v>
                </c:pt>
                <c:pt idx="1763">
                  <c:v>-898.988503</c:v>
                </c:pt>
                <c:pt idx="1764">
                  <c:v>-898.363673</c:v>
                </c:pt>
                <c:pt idx="1765">
                  <c:v>-897.733627</c:v>
                </c:pt>
                <c:pt idx="1766">
                  <c:v>-897.098356</c:v>
                </c:pt>
                <c:pt idx="1767">
                  <c:v>-896.457852</c:v>
                </c:pt>
                <c:pt idx="1768">
                  <c:v>-895.812103</c:v>
                </c:pt>
                <c:pt idx="1769">
                  <c:v>-895.161102</c:v>
                </c:pt>
                <c:pt idx="1770">
                  <c:v>-894.504836</c:v>
                </c:pt>
                <c:pt idx="1771">
                  <c:v>-893.843298</c:v>
                </c:pt>
                <c:pt idx="1772">
                  <c:v>-893.176477</c:v>
                </c:pt>
                <c:pt idx="1773">
                  <c:v>-892.504363</c:v>
                </c:pt>
                <c:pt idx="1774">
                  <c:v>-891.826947</c:v>
                </c:pt>
                <c:pt idx="1775">
                  <c:v>-891.144218</c:v>
                </c:pt>
                <c:pt idx="1776">
                  <c:v>-890.456166</c:v>
                </c:pt>
                <c:pt idx="1777">
                  <c:v>-889.762782</c:v>
                </c:pt>
                <c:pt idx="1778">
                  <c:v>-889.064056</c:v>
                </c:pt>
                <c:pt idx="1779">
                  <c:v>-888.359977</c:v>
                </c:pt>
                <c:pt idx="1780">
                  <c:v>-887.650536</c:v>
                </c:pt>
                <c:pt idx="1781">
                  <c:v>-886.935722</c:v>
                </c:pt>
                <c:pt idx="1782">
                  <c:v>-886.215525</c:v>
                </c:pt>
                <c:pt idx="1783">
                  <c:v>-885.489936</c:v>
                </c:pt>
                <c:pt idx="1784">
                  <c:v>-884.758943</c:v>
                </c:pt>
                <c:pt idx="1785">
                  <c:v>-884.022538</c:v>
                </c:pt>
                <c:pt idx="1786">
                  <c:v>-883.280708</c:v>
                </c:pt>
                <c:pt idx="1787">
                  <c:v>-882.533445</c:v>
                </c:pt>
                <c:pt idx="1788">
                  <c:v>-881.780739</c:v>
                </c:pt>
                <c:pt idx="1789">
                  <c:v>-881.022578</c:v>
                </c:pt>
                <c:pt idx="1790">
                  <c:v>-880.258952</c:v>
                </c:pt>
                <c:pt idx="1791">
                  <c:v>-879.489852</c:v>
                </c:pt>
                <c:pt idx="1792">
                  <c:v>-878.715266</c:v>
                </c:pt>
                <c:pt idx="1793">
                  <c:v>-877.935185</c:v>
                </c:pt>
                <c:pt idx="1794">
                  <c:v>-877.149598</c:v>
                </c:pt>
                <c:pt idx="1795">
                  <c:v>-876.358495</c:v>
                </c:pt>
                <c:pt idx="1796">
                  <c:v>-875.561865</c:v>
                </c:pt>
                <c:pt idx="1797">
                  <c:v>-874.759697</c:v>
                </c:pt>
                <c:pt idx="1798">
                  <c:v>-873.951983</c:v>
                </c:pt>
                <c:pt idx="1799">
                  <c:v>-873.138710</c:v>
                </c:pt>
                <c:pt idx="1800">
                  <c:v>-872.319868</c:v>
                </c:pt>
                <c:pt idx="1801">
                  <c:v>-871.495448</c:v>
                </c:pt>
                <c:pt idx="1802">
                  <c:v>-870.665438</c:v>
                </c:pt>
                <c:pt idx="1803">
                  <c:v>-869.829828</c:v>
                </c:pt>
                <c:pt idx="1804">
                  <c:v>-868.988608</c:v>
                </c:pt>
                <c:pt idx="1805">
                  <c:v>-868.141767</c:v>
                </c:pt>
                <c:pt idx="1806">
                  <c:v>-867.289294</c:v>
                </c:pt>
                <c:pt idx="1807">
                  <c:v>-866.431180</c:v>
                </c:pt>
                <c:pt idx="1808">
                  <c:v>-865.567413</c:v>
                </c:pt>
                <c:pt idx="1809">
                  <c:v>-864.697982</c:v>
                </c:pt>
                <c:pt idx="1810">
                  <c:v>-863.822878</c:v>
                </c:pt>
                <c:pt idx="1811">
                  <c:v>-862.942090</c:v>
                </c:pt>
                <c:pt idx="1812">
                  <c:v>-862.055608</c:v>
                </c:pt>
                <c:pt idx="1813">
                  <c:v>-861.163420</c:v>
                </c:pt>
                <c:pt idx="1814">
                  <c:v>-860.265516</c:v>
                </c:pt>
                <c:pt idx="1815">
                  <c:v>-859.361886</c:v>
                </c:pt>
                <c:pt idx="1816">
                  <c:v>-858.452519</c:v>
                </c:pt>
                <c:pt idx="1817">
                  <c:v>-857.537405</c:v>
                </c:pt>
                <c:pt idx="1818">
                  <c:v>-856.616533</c:v>
                </c:pt>
                <c:pt idx="1819">
                  <c:v>-855.689892</c:v>
                </c:pt>
                <c:pt idx="1820">
                  <c:v>-854.757473</c:v>
                </c:pt>
                <c:pt idx="1821">
                  <c:v>-853.819264</c:v>
                </c:pt>
                <c:pt idx="1822">
                  <c:v>-852.875256</c:v>
                </c:pt>
                <c:pt idx="1823">
                  <c:v>-851.925437</c:v>
                </c:pt>
                <c:pt idx="1824">
                  <c:v>-850.969797</c:v>
                </c:pt>
                <c:pt idx="1825">
                  <c:v>-850.008326</c:v>
                </c:pt>
                <c:pt idx="1826">
                  <c:v>-849.041013</c:v>
                </c:pt>
                <c:pt idx="1827">
                  <c:v>-848.067848</c:v>
                </c:pt>
                <c:pt idx="1828">
                  <c:v>-847.088820</c:v>
                </c:pt>
                <c:pt idx="1829">
                  <c:v>-846.103919</c:v>
                </c:pt>
                <c:pt idx="1830">
                  <c:v>-845.113136</c:v>
                </c:pt>
                <c:pt idx="1831">
                  <c:v>-844.116458</c:v>
                </c:pt>
                <c:pt idx="1832">
                  <c:v>-843.113876</c:v>
                </c:pt>
                <c:pt idx="1833">
                  <c:v>-842.105380</c:v>
                </c:pt>
                <c:pt idx="1834">
                  <c:v>-841.090960</c:v>
                </c:pt>
                <c:pt idx="1835">
                  <c:v>-840.070604</c:v>
                </c:pt>
                <c:pt idx="1836">
                  <c:v>-839.044304</c:v>
                </c:pt>
                <c:pt idx="1837">
                  <c:v>-838.012048</c:v>
                </c:pt>
                <c:pt idx="1838">
                  <c:v>-836.973826</c:v>
                </c:pt>
                <c:pt idx="1839">
                  <c:v>-835.929629</c:v>
                </c:pt>
                <c:pt idx="1840">
                  <c:v>-834.879446</c:v>
                </c:pt>
                <c:pt idx="1841">
                  <c:v>-833.823268</c:v>
                </c:pt>
                <c:pt idx="1842">
                  <c:v>-832.761083</c:v>
                </c:pt>
                <c:pt idx="1843">
                  <c:v>-831.692882</c:v>
                </c:pt>
                <c:pt idx="1844">
                  <c:v>-830.618655</c:v>
                </c:pt>
                <c:pt idx="1845">
                  <c:v>-829.538393</c:v>
                </c:pt>
                <c:pt idx="1846">
                  <c:v>-828.452084</c:v>
                </c:pt>
                <c:pt idx="1847">
                  <c:v>-827.359720</c:v>
                </c:pt>
                <c:pt idx="1848">
                  <c:v>-826.261291</c:v>
                </c:pt>
                <c:pt idx="1849">
                  <c:v>-825.156786</c:v>
                </c:pt>
                <c:pt idx="1850">
                  <c:v>-824.046196</c:v>
                </c:pt>
                <c:pt idx="1851">
                  <c:v>-822.929511</c:v>
                </c:pt>
                <c:pt idx="1852">
                  <c:v>-821.806721</c:v>
                </c:pt>
                <c:pt idx="1853">
                  <c:v>-820.677818</c:v>
                </c:pt>
                <c:pt idx="1854">
                  <c:v>-819.542791</c:v>
                </c:pt>
                <c:pt idx="1855">
                  <c:v>-818.401631</c:v>
                </c:pt>
                <c:pt idx="1856">
                  <c:v>-817.254328</c:v>
                </c:pt>
                <c:pt idx="1857">
                  <c:v>-816.100873</c:v>
                </c:pt>
                <c:pt idx="1858">
                  <c:v>-814.941257</c:v>
                </c:pt>
                <c:pt idx="1859">
                  <c:v>-813.775471</c:v>
                </c:pt>
                <c:pt idx="1860">
                  <c:v>-812.603504</c:v>
                </c:pt>
                <c:pt idx="1861">
                  <c:v>-811.425348</c:v>
                </c:pt>
                <c:pt idx="1862">
                  <c:v>-810.240994</c:v>
                </c:pt>
                <c:pt idx="1863">
                  <c:v>-809.050433</c:v>
                </c:pt>
                <c:pt idx="1864">
                  <c:v>-807.853656</c:v>
                </c:pt>
                <c:pt idx="1865">
                  <c:v>-806.650653</c:v>
                </c:pt>
                <c:pt idx="1866">
                  <c:v>-805.441416</c:v>
                </c:pt>
                <c:pt idx="1867">
                  <c:v>-804.225936</c:v>
                </c:pt>
                <c:pt idx="1868">
                  <c:v>-803.004205</c:v>
                </c:pt>
                <c:pt idx="1869">
                  <c:v>-801.776213</c:v>
                </c:pt>
                <c:pt idx="1870">
                  <c:v>-800.541953</c:v>
                </c:pt>
                <c:pt idx="1871">
                  <c:v>-799.301415</c:v>
                </c:pt>
                <c:pt idx="1872">
                  <c:v>-798.054591</c:v>
                </c:pt>
                <c:pt idx="1873">
                  <c:v>-796.801473</c:v>
                </c:pt>
                <c:pt idx="1874">
                  <c:v>-795.542052</c:v>
                </c:pt>
                <c:pt idx="1875">
                  <c:v>-794.276321</c:v>
                </c:pt>
                <c:pt idx="1876">
                  <c:v>-793.004271</c:v>
                </c:pt>
                <c:pt idx="1877">
                  <c:v>-791.725894</c:v>
                </c:pt>
                <c:pt idx="1878">
                  <c:v>-790.441181</c:v>
                </c:pt>
                <c:pt idx="1879">
                  <c:v>-789.150126</c:v>
                </c:pt>
                <c:pt idx="1880">
                  <c:v>-787.852721</c:v>
                </c:pt>
                <c:pt idx="1881">
                  <c:v>-786.548956</c:v>
                </c:pt>
                <c:pt idx="1882">
                  <c:v>-785.238826</c:v>
                </c:pt>
                <c:pt idx="1883">
                  <c:v>-783.922323</c:v>
                </c:pt>
                <c:pt idx="1884">
                  <c:v>-782.599438</c:v>
                </c:pt>
                <c:pt idx="1885">
                  <c:v>-781.270165</c:v>
                </c:pt>
                <c:pt idx="1886">
                  <c:v>-779.934496</c:v>
                </c:pt>
                <c:pt idx="1887">
                  <c:v>-778.592425</c:v>
                </c:pt>
                <c:pt idx="1888">
                  <c:v>-777.243944</c:v>
                </c:pt>
                <c:pt idx="1889">
                  <c:v>-775.889045</c:v>
                </c:pt>
                <c:pt idx="1890">
                  <c:v>-774.527724</c:v>
                </c:pt>
                <c:pt idx="1891">
                  <c:v>-773.159971</c:v>
                </c:pt>
                <c:pt idx="1892">
                  <c:v>-771.785782</c:v>
                </c:pt>
                <c:pt idx="1893">
                  <c:v>-770.405149</c:v>
                </c:pt>
                <c:pt idx="1894">
                  <c:v>-769.018066</c:v>
                </c:pt>
                <c:pt idx="1895">
                  <c:v>-767.624526</c:v>
                </c:pt>
                <c:pt idx="1896">
                  <c:v>-766.224523</c:v>
                </c:pt>
                <c:pt idx="1897">
                  <c:v>-764.818052</c:v>
                </c:pt>
                <c:pt idx="1898">
                  <c:v>-763.405106</c:v>
                </c:pt>
                <c:pt idx="1899">
                  <c:v>-761.985679</c:v>
                </c:pt>
                <c:pt idx="1900">
                  <c:v>-760.559766</c:v>
                </c:pt>
                <c:pt idx="1901">
                  <c:v>-759.127360</c:v>
                </c:pt>
                <c:pt idx="1902">
                  <c:v>-757.688457</c:v>
                </c:pt>
                <c:pt idx="1903">
                  <c:v>-756.243050</c:v>
                </c:pt>
                <c:pt idx="1904">
                  <c:v>-754.791135</c:v>
                </c:pt>
                <c:pt idx="1905">
                  <c:v>-753.332706</c:v>
                </c:pt>
                <c:pt idx="1906">
                  <c:v>-751.867759</c:v>
                </c:pt>
                <c:pt idx="1907">
                  <c:v>-750.396288</c:v>
                </c:pt>
                <c:pt idx="1908">
                  <c:v>-748.918289</c:v>
                </c:pt>
                <c:pt idx="1909">
                  <c:v>-747.433756</c:v>
                </c:pt>
                <c:pt idx="1910">
                  <c:v>-745.942686</c:v>
                </c:pt>
                <c:pt idx="1911">
                  <c:v>-744.445074</c:v>
                </c:pt>
                <c:pt idx="1912">
                  <c:v>-742.940916</c:v>
                </c:pt>
                <c:pt idx="1913">
                  <c:v>-741.430207</c:v>
                </c:pt>
                <c:pt idx="1914">
                  <c:v>-739.912944</c:v>
                </c:pt>
                <c:pt idx="1915">
                  <c:v>-738.389122</c:v>
                </c:pt>
                <c:pt idx="1916">
                  <c:v>-736.858739</c:v>
                </c:pt>
                <c:pt idx="1917">
                  <c:v>-735.321789</c:v>
                </c:pt>
                <c:pt idx="1918">
                  <c:v>-733.778271</c:v>
                </c:pt>
                <c:pt idx="1919">
                  <c:v>-732.228180</c:v>
                </c:pt>
                <c:pt idx="1920">
                  <c:v>-730.671514</c:v>
                </c:pt>
                <c:pt idx="1921">
                  <c:v>-729.108270</c:v>
                </c:pt>
                <c:pt idx="1922">
                  <c:v>-727.538444</c:v>
                </c:pt>
                <c:pt idx="1923">
                  <c:v>-725.962034</c:v>
                </c:pt>
                <c:pt idx="1924">
                  <c:v>-724.379038</c:v>
                </c:pt>
                <c:pt idx="1925">
                  <c:v>-722.789452</c:v>
                </c:pt>
                <c:pt idx="1926">
                  <c:v>-721.193275</c:v>
                </c:pt>
                <c:pt idx="1927">
                  <c:v>-719.590505</c:v>
                </c:pt>
                <c:pt idx="1928">
                  <c:v>-717.981140</c:v>
                </c:pt>
                <c:pt idx="1929">
                  <c:v>-716.365178</c:v>
                </c:pt>
                <c:pt idx="1930">
                  <c:v>-714.742617</c:v>
                </c:pt>
                <c:pt idx="1931">
                  <c:v>-713.113456</c:v>
                </c:pt>
                <c:pt idx="1932">
                  <c:v>-711.477694</c:v>
                </c:pt>
                <c:pt idx="1933">
                  <c:v>-709.835329</c:v>
                </c:pt>
                <c:pt idx="1934">
                  <c:v>-708.186361</c:v>
                </c:pt>
                <c:pt idx="1935">
                  <c:v>-706.530789</c:v>
                </c:pt>
                <c:pt idx="1936">
                  <c:v>-704.868611</c:v>
                </c:pt>
                <c:pt idx="1937">
                  <c:v>-703.199829</c:v>
                </c:pt>
                <c:pt idx="1938">
                  <c:v>-701.524441</c:v>
                </c:pt>
                <c:pt idx="1939">
                  <c:v>-699.842447</c:v>
                </c:pt>
                <c:pt idx="1940">
                  <c:v>-698.153848</c:v>
                </c:pt>
                <c:pt idx="1941">
                  <c:v>-696.458643</c:v>
                </c:pt>
                <c:pt idx="1942">
                  <c:v>-694.756833</c:v>
                </c:pt>
                <c:pt idx="1943">
                  <c:v>-693.048419</c:v>
                </c:pt>
                <c:pt idx="1944">
                  <c:v>-691.333402</c:v>
                </c:pt>
                <c:pt idx="1945">
                  <c:v>-689.611782</c:v>
                </c:pt>
                <c:pt idx="1946">
                  <c:v>-687.883560</c:v>
                </c:pt>
                <c:pt idx="1947">
                  <c:v>-686.148738</c:v>
                </c:pt>
                <c:pt idx="1948">
                  <c:v>-684.407317</c:v>
                </c:pt>
                <c:pt idx="1949">
                  <c:v>-682.659300</c:v>
                </c:pt>
                <c:pt idx="1950">
                  <c:v>-680.904687</c:v>
                </c:pt>
                <c:pt idx="1951">
                  <c:v>-679.143481</c:v>
                </c:pt>
                <c:pt idx="1952">
                  <c:v>-677.375684</c:v>
                </c:pt>
                <c:pt idx="1953">
                  <c:v>-675.601299</c:v>
                </c:pt>
                <c:pt idx="1954">
                  <c:v>-673.820328</c:v>
                </c:pt>
                <c:pt idx="1955">
                  <c:v>-672.032774</c:v>
                </c:pt>
                <c:pt idx="1956">
                  <c:v>-670.238640</c:v>
                </c:pt>
                <c:pt idx="1957">
                  <c:v>-668.437929</c:v>
                </c:pt>
                <c:pt idx="1958">
                  <c:v>-666.630645</c:v>
                </c:pt>
                <c:pt idx="1959">
                  <c:v>-664.816791</c:v>
                </c:pt>
                <c:pt idx="1960">
                  <c:v>-662.996371</c:v>
                </c:pt>
                <c:pt idx="1961">
                  <c:v>-661.169390</c:v>
                </c:pt>
                <c:pt idx="1962">
                  <c:v>-659.335850</c:v>
                </c:pt>
                <c:pt idx="1963">
                  <c:v>-657.495756</c:v>
                </c:pt>
                <c:pt idx="1964">
                  <c:v>-655.649114</c:v>
                </c:pt>
                <c:pt idx="1965">
                  <c:v>-653.795928</c:v>
                </c:pt>
                <c:pt idx="1966">
                  <c:v>-651.936202</c:v>
                </c:pt>
                <c:pt idx="1967">
                  <c:v>-650.069943</c:v>
                </c:pt>
                <c:pt idx="1968">
                  <c:v>-648.197155</c:v>
                </c:pt>
                <c:pt idx="1969">
                  <c:v>-646.317844</c:v>
                </c:pt>
                <c:pt idx="1970">
                  <c:v>-644.432016</c:v>
                </c:pt>
                <c:pt idx="1971">
                  <c:v>-642.539677</c:v>
                </c:pt>
                <c:pt idx="1972">
                  <c:v>-640.640832</c:v>
                </c:pt>
                <c:pt idx="1973">
                  <c:v>-638.735489</c:v>
                </c:pt>
                <c:pt idx="1974">
                  <c:v>-636.823655</c:v>
                </c:pt>
                <c:pt idx="1975">
                  <c:v>-634.905335</c:v>
                </c:pt>
                <c:pt idx="1976">
                  <c:v>-632.980537</c:v>
                </c:pt>
                <c:pt idx="1977">
                  <c:v>-631.049268</c:v>
                </c:pt>
                <c:pt idx="1978">
                  <c:v>-629.111536</c:v>
                </c:pt>
                <c:pt idx="1979">
                  <c:v>-627.167348</c:v>
                </c:pt>
                <c:pt idx="1980">
                  <c:v>-625.216713</c:v>
                </c:pt>
                <c:pt idx="1981">
                  <c:v>-623.259637</c:v>
                </c:pt>
                <c:pt idx="1982">
                  <c:v>-621.296131</c:v>
                </c:pt>
                <c:pt idx="1983">
                  <c:v>-619.326201</c:v>
                </c:pt>
                <c:pt idx="1984">
                  <c:v>-617.349858</c:v>
                </c:pt>
                <c:pt idx="1985">
                  <c:v>-615.367109</c:v>
                </c:pt>
                <c:pt idx="1986">
                  <c:v>-613.377964</c:v>
                </c:pt>
                <c:pt idx="1987">
                  <c:v>-611.382433</c:v>
                </c:pt>
                <c:pt idx="1988">
                  <c:v>-609.380524</c:v>
                </c:pt>
                <c:pt idx="1989">
                  <c:v>-607.372249</c:v>
                </c:pt>
                <c:pt idx="1990">
                  <c:v>-605.357616</c:v>
                </c:pt>
                <c:pt idx="1991">
                  <c:v>-603.336636</c:v>
                </c:pt>
                <c:pt idx="1992">
                  <c:v>-601.309320</c:v>
                </c:pt>
                <c:pt idx="1993">
                  <c:v>-599.275678</c:v>
                </c:pt>
                <c:pt idx="1994">
                  <c:v>-597.235721</c:v>
                </c:pt>
                <c:pt idx="1995">
                  <c:v>-595.189461</c:v>
                </c:pt>
                <c:pt idx="1996">
                  <c:v>-593.136908</c:v>
                </c:pt>
                <c:pt idx="1997">
                  <c:v>-591.078074</c:v>
                </c:pt>
                <c:pt idx="1998">
                  <c:v>-589.012971</c:v>
                </c:pt>
                <c:pt idx="1999">
                  <c:v>-586.941611</c:v>
                </c:pt>
                <c:pt idx="2000">
                  <c:v>-584.864005</c:v>
                </c:pt>
                <c:pt idx="2001">
                  <c:v>-582.780168</c:v>
                </c:pt>
                <c:pt idx="2002">
                  <c:v>-580.690110</c:v>
                </c:pt>
                <c:pt idx="2003">
                  <c:v>-578.593846</c:v>
                </c:pt>
                <c:pt idx="2004">
                  <c:v>-576.491387</c:v>
                </c:pt>
                <c:pt idx="2005">
                  <c:v>-574.382748</c:v>
                </c:pt>
                <c:pt idx="2006">
                  <c:v>-572.267941</c:v>
                </c:pt>
                <c:pt idx="2007">
                  <c:v>-570.146981</c:v>
                </c:pt>
                <c:pt idx="2008">
                  <c:v>-568.019882</c:v>
                </c:pt>
                <c:pt idx="2009">
                  <c:v>-565.886657</c:v>
                </c:pt>
                <c:pt idx="2010">
                  <c:v>-563.747321</c:v>
                </c:pt>
                <c:pt idx="2011">
                  <c:v>-561.601889</c:v>
                </c:pt>
                <c:pt idx="2012">
                  <c:v>-559.450376</c:v>
                </c:pt>
                <c:pt idx="2013">
                  <c:v>-557.292795</c:v>
                </c:pt>
                <c:pt idx="2014">
                  <c:v>-555.129164</c:v>
                </c:pt>
                <c:pt idx="2015">
                  <c:v>-552.959496</c:v>
                </c:pt>
                <c:pt idx="2016">
                  <c:v>-550.783809</c:v>
                </c:pt>
                <c:pt idx="2017">
                  <c:v>-548.602117</c:v>
                </c:pt>
                <c:pt idx="2018">
                  <c:v>-546.414437</c:v>
                </c:pt>
                <c:pt idx="2019">
                  <c:v>-544.220785</c:v>
                </c:pt>
                <c:pt idx="2020">
                  <c:v>-542.021178</c:v>
                </c:pt>
                <c:pt idx="2021">
                  <c:v>-539.815632</c:v>
                </c:pt>
                <c:pt idx="2022">
                  <c:v>-537.604164</c:v>
                </c:pt>
                <c:pt idx="2023">
                  <c:v>-535.386792</c:v>
                </c:pt>
                <c:pt idx="2024">
                  <c:v>-533.163532</c:v>
                </c:pt>
                <c:pt idx="2025">
                  <c:v>-530.934403</c:v>
                </c:pt>
                <c:pt idx="2026">
                  <c:v>-528.699422</c:v>
                </c:pt>
                <c:pt idx="2027">
                  <c:v>-526.458608</c:v>
                </c:pt>
                <c:pt idx="2028">
                  <c:v>-524.211978</c:v>
                </c:pt>
                <c:pt idx="2029">
                  <c:v>-521.959550</c:v>
                </c:pt>
                <c:pt idx="2030">
                  <c:v>-519.701344</c:v>
                </c:pt>
                <c:pt idx="2031">
                  <c:v>-517.437379</c:v>
                </c:pt>
                <c:pt idx="2032">
                  <c:v>-515.167672</c:v>
                </c:pt>
                <c:pt idx="2033">
                  <c:v>-512.892244</c:v>
                </c:pt>
                <c:pt idx="2034">
                  <c:v>-510.611114</c:v>
                </c:pt>
                <c:pt idx="2035">
                  <c:v>-508.324302</c:v>
                </c:pt>
                <c:pt idx="2036">
                  <c:v>-506.031827</c:v>
                </c:pt>
                <c:pt idx="2037">
                  <c:v>-503.733709</c:v>
                </c:pt>
                <c:pt idx="2038">
                  <c:v>-501.429969</c:v>
                </c:pt>
                <c:pt idx="2039">
                  <c:v>-499.120627</c:v>
                </c:pt>
                <c:pt idx="2040">
                  <c:v>-496.805704</c:v>
                </c:pt>
                <c:pt idx="2041">
                  <c:v>-494.485221</c:v>
                </c:pt>
                <c:pt idx="2042">
                  <c:v>-492.159198</c:v>
                </c:pt>
                <c:pt idx="2043">
                  <c:v>-489.827656</c:v>
                </c:pt>
                <c:pt idx="2044">
                  <c:v>-487.490618</c:v>
                </c:pt>
                <c:pt idx="2045">
                  <c:v>-485.148105</c:v>
                </c:pt>
                <c:pt idx="2046">
                  <c:v>-482.800139</c:v>
                </c:pt>
                <c:pt idx="2047">
                  <c:v>-480.446740</c:v>
                </c:pt>
                <c:pt idx="2048">
                  <c:v>-478.087933</c:v>
                </c:pt>
                <c:pt idx="2049">
                  <c:v>-475.723739</c:v>
                </c:pt>
                <c:pt idx="2050">
                  <c:v>-473.354180</c:v>
                </c:pt>
                <c:pt idx="2051">
                  <c:v>-470.979280</c:v>
                </c:pt>
                <c:pt idx="2052">
                  <c:v>-468.599060</c:v>
                </c:pt>
                <c:pt idx="2053">
                  <c:v>-466.213545</c:v>
                </c:pt>
                <c:pt idx="2054">
                  <c:v>-463.822758</c:v>
                </c:pt>
                <c:pt idx="2055">
                  <c:v>-461.426721</c:v>
                </c:pt>
                <c:pt idx="2056">
                  <c:v>-459.025460</c:v>
                </c:pt>
                <c:pt idx="2057">
                  <c:v>-456.618996</c:v>
                </c:pt>
                <c:pt idx="2058">
                  <c:v>-454.207355</c:v>
                </c:pt>
                <c:pt idx="2059">
                  <c:v>-451.790560</c:v>
                </c:pt>
                <c:pt idx="2060">
                  <c:v>-449.368637</c:v>
                </c:pt>
                <c:pt idx="2061">
                  <c:v>-446.941608</c:v>
                </c:pt>
                <c:pt idx="2062">
                  <c:v>-444.509499</c:v>
                </c:pt>
                <c:pt idx="2063">
                  <c:v>-442.072335</c:v>
                </c:pt>
                <c:pt idx="2064">
                  <c:v>-439.630141</c:v>
                </c:pt>
                <c:pt idx="2065">
                  <c:v>-437.182942</c:v>
                </c:pt>
                <c:pt idx="2066">
                  <c:v>-434.730762</c:v>
                </c:pt>
                <c:pt idx="2067">
                  <c:v>-432.273629</c:v>
                </c:pt>
                <c:pt idx="2068">
                  <c:v>-429.811566</c:v>
                </c:pt>
                <c:pt idx="2069">
                  <c:v>-427.344601</c:v>
                </c:pt>
                <c:pt idx="2070">
                  <c:v>-424.872758</c:v>
                </c:pt>
                <c:pt idx="2071">
                  <c:v>-422.396064</c:v>
                </c:pt>
                <c:pt idx="2072">
                  <c:v>-419.914546</c:v>
                </c:pt>
                <c:pt idx="2073">
                  <c:v>-417.428229</c:v>
                </c:pt>
                <c:pt idx="2074">
                  <c:v>-414.937140</c:v>
                </c:pt>
                <c:pt idx="2075">
                  <c:v>-412.441307</c:v>
                </c:pt>
                <c:pt idx="2076">
                  <c:v>-409.940754</c:v>
                </c:pt>
                <c:pt idx="2077">
                  <c:v>-407.435511</c:v>
                </c:pt>
                <c:pt idx="2078">
                  <c:v>-404.925603</c:v>
                </c:pt>
                <c:pt idx="2079">
                  <c:v>-402.411058</c:v>
                </c:pt>
                <c:pt idx="2080">
                  <c:v>-399.891904</c:v>
                </c:pt>
                <c:pt idx="2081">
                  <c:v>-397.368167</c:v>
                </c:pt>
                <c:pt idx="2082">
                  <c:v>-394.839876</c:v>
                </c:pt>
                <c:pt idx="2083">
                  <c:v>-392.307059</c:v>
                </c:pt>
                <c:pt idx="2084">
                  <c:v>-389.769742</c:v>
                </c:pt>
                <c:pt idx="2085">
                  <c:v>-387.227955</c:v>
                </c:pt>
                <c:pt idx="2086">
                  <c:v>-384.681726</c:v>
                </c:pt>
                <c:pt idx="2087">
                  <c:v>-382.131082</c:v>
                </c:pt>
                <c:pt idx="2088">
                  <c:v>-379.576053</c:v>
                </c:pt>
                <c:pt idx="2089">
                  <c:v>-377.016666</c:v>
                </c:pt>
                <c:pt idx="2090">
                  <c:v>-374.452951</c:v>
                </c:pt>
                <c:pt idx="2091">
                  <c:v>-371.884936</c:v>
                </c:pt>
                <c:pt idx="2092">
                  <c:v>-369.312650</c:v>
                </c:pt>
                <c:pt idx="2093">
                  <c:v>-366.736122</c:v>
                </c:pt>
                <c:pt idx="2094">
                  <c:v>-364.155382</c:v>
                </c:pt>
                <c:pt idx="2095">
                  <c:v>-361.570458</c:v>
                </c:pt>
                <c:pt idx="2096">
                  <c:v>-358.981380</c:v>
                </c:pt>
                <c:pt idx="2097">
                  <c:v>-356.388178</c:v>
                </c:pt>
                <c:pt idx="2098">
                  <c:v>-353.790880</c:v>
                </c:pt>
                <c:pt idx="2099">
                  <c:v>-351.189517</c:v>
                </c:pt>
                <c:pt idx="2100">
                  <c:v>-348.584118</c:v>
                </c:pt>
                <c:pt idx="2101">
                  <c:v>-345.974714</c:v>
                </c:pt>
                <c:pt idx="2102">
                  <c:v>-343.361334</c:v>
                </c:pt>
                <c:pt idx="2103">
                  <c:v>-340.744008</c:v>
                </c:pt>
                <c:pt idx="2104">
                  <c:v>-338.122767</c:v>
                </c:pt>
                <c:pt idx="2105">
                  <c:v>-335.497640</c:v>
                </c:pt>
                <c:pt idx="2106">
                  <c:v>-332.868658</c:v>
                </c:pt>
                <c:pt idx="2107">
                  <c:v>-330.235852</c:v>
                </c:pt>
                <c:pt idx="2108">
                  <c:v>-327.599252</c:v>
                </c:pt>
                <c:pt idx="2109">
                  <c:v>-324.958889</c:v>
                </c:pt>
                <c:pt idx="2110">
                  <c:v>-322.314793</c:v>
                </c:pt>
                <c:pt idx="2111">
                  <c:v>-319.666995</c:v>
                </c:pt>
                <c:pt idx="2112">
                  <c:v>-317.015525</c:v>
                </c:pt>
                <c:pt idx="2113">
                  <c:v>-314.360416</c:v>
                </c:pt>
                <c:pt idx="2114">
                  <c:v>-311.701698</c:v>
                </c:pt>
                <c:pt idx="2115">
                  <c:v>-309.039402</c:v>
                </c:pt>
                <c:pt idx="2116">
                  <c:v>-306.373559</c:v>
                </c:pt>
                <c:pt idx="2117">
                  <c:v>-303.704200</c:v>
                </c:pt>
                <c:pt idx="2118">
                  <c:v>-301.031357</c:v>
                </c:pt>
                <c:pt idx="2119">
                  <c:v>-298.355062</c:v>
                </c:pt>
                <c:pt idx="2120">
                  <c:v>-295.675344</c:v>
                </c:pt>
                <c:pt idx="2121">
                  <c:v>-292.992237</c:v>
                </c:pt>
                <c:pt idx="2122">
                  <c:v>-290.305772</c:v>
                </c:pt>
                <c:pt idx="2123">
                  <c:v>-287.615979</c:v>
                </c:pt>
                <c:pt idx="2124">
                  <c:v>-284.922892</c:v>
                </c:pt>
                <c:pt idx="2125">
                  <c:v>-282.226541</c:v>
                </c:pt>
                <c:pt idx="2126">
                  <c:v>-279.526959</c:v>
                </c:pt>
                <c:pt idx="2127">
                  <c:v>-276.824178</c:v>
                </c:pt>
                <c:pt idx="2128">
                  <c:v>-274.118228</c:v>
                </c:pt>
                <c:pt idx="2129">
                  <c:v>-271.409143</c:v>
                </c:pt>
                <c:pt idx="2130">
                  <c:v>-268.696955</c:v>
                </c:pt>
                <c:pt idx="2131">
                  <c:v>-265.981695</c:v>
                </c:pt>
                <c:pt idx="2132">
                  <c:v>-263.263395</c:v>
                </c:pt>
                <c:pt idx="2133">
                  <c:v>-260.542088</c:v>
                </c:pt>
                <c:pt idx="2134">
                  <c:v>-257.817806</c:v>
                </c:pt>
                <c:pt idx="2135">
                  <c:v>-255.090581</c:v>
                </c:pt>
                <c:pt idx="2136">
                  <c:v>-252.360446</c:v>
                </c:pt>
                <c:pt idx="2137">
                  <c:v>-249.627433</c:v>
                </c:pt>
                <c:pt idx="2138">
                  <c:v>-246.891574</c:v>
                </c:pt>
                <c:pt idx="2139">
                  <c:v>-244.152902</c:v>
                </c:pt>
                <c:pt idx="2140">
                  <c:v>-241.411449</c:v>
                </c:pt>
                <c:pt idx="2141">
                  <c:v>-238.667247</c:v>
                </c:pt>
                <c:pt idx="2142">
                  <c:v>-235.920330</c:v>
                </c:pt>
                <c:pt idx="2143">
                  <c:v>-233.170730</c:v>
                </c:pt>
                <c:pt idx="2144">
                  <c:v>-230.418479</c:v>
                </c:pt>
                <c:pt idx="2145">
                  <c:v>-227.663611</c:v>
                </c:pt>
                <c:pt idx="2146">
                  <c:v>-224.906157</c:v>
                </c:pt>
                <c:pt idx="2147">
                  <c:v>-222.146150</c:v>
                </c:pt>
                <c:pt idx="2148">
                  <c:v>-219.383624</c:v>
                </c:pt>
                <c:pt idx="2149">
                  <c:v>-216.618610</c:v>
                </c:pt>
                <c:pt idx="2150">
                  <c:v>-213.851143</c:v>
                </c:pt>
                <c:pt idx="2151">
                  <c:v>-211.081254</c:v>
                </c:pt>
                <c:pt idx="2152">
                  <c:v>-208.308976</c:v>
                </c:pt>
                <c:pt idx="2153">
                  <c:v>-205.534342</c:v>
                </c:pt>
                <c:pt idx="2154">
                  <c:v>-202.757386</c:v>
                </c:pt>
                <c:pt idx="2155">
                  <c:v>-199.978139</c:v>
                </c:pt>
                <c:pt idx="2156">
                  <c:v>-197.196636</c:v>
                </c:pt>
                <c:pt idx="2157">
                  <c:v>-194.412908</c:v>
                </c:pt>
                <c:pt idx="2158">
                  <c:v>-191.626989</c:v>
                </c:pt>
                <c:pt idx="2159">
                  <c:v>-188.838912</c:v>
                </c:pt>
                <c:pt idx="2160">
                  <c:v>-186.048710</c:v>
                </c:pt>
                <c:pt idx="2161">
                  <c:v>-183.256415</c:v>
                </c:pt>
                <c:pt idx="2162">
                  <c:v>-180.462062</c:v>
                </c:pt>
                <c:pt idx="2163">
                  <c:v>-177.665682</c:v>
                </c:pt>
                <c:pt idx="2164">
                  <c:v>-174.867309</c:v>
                </c:pt>
                <c:pt idx="2165">
                  <c:v>-172.066975</c:v>
                </c:pt>
                <c:pt idx="2166">
                  <c:v>-169.264715</c:v>
                </c:pt>
                <c:pt idx="2167">
                  <c:v>-166.460561</c:v>
                </c:pt>
                <c:pt idx="2168">
                  <c:v>-163.654546</c:v>
                </c:pt>
                <c:pt idx="2169">
                  <c:v>-160.846703</c:v>
                </c:pt>
                <c:pt idx="2170">
                  <c:v>-158.037066</c:v>
                </c:pt>
                <c:pt idx="2171">
                  <c:v>-155.225667</c:v>
                </c:pt>
                <c:pt idx="2172">
                  <c:v>-152.412540</c:v>
                </c:pt>
                <c:pt idx="2173">
                  <c:v>-149.597717</c:v>
                </c:pt>
                <c:pt idx="2174">
                  <c:v>-146.781233</c:v>
                </c:pt>
                <c:pt idx="2175">
                  <c:v>-143.963119</c:v>
                </c:pt>
                <c:pt idx="2176">
                  <c:v>-141.143409</c:v>
                </c:pt>
                <c:pt idx="2177">
                  <c:v>-138.322137</c:v>
                </c:pt>
                <c:pt idx="2178">
                  <c:v>-135.499335</c:v>
                </c:pt>
                <c:pt idx="2179">
                  <c:v>-132.675037</c:v>
                </c:pt>
                <c:pt idx="2180">
                  <c:v>-129.849276</c:v>
                </c:pt>
                <c:pt idx="2181">
                  <c:v>-127.022085</c:v>
                </c:pt>
                <c:pt idx="2182">
                  <c:v>-124.193496</c:v>
                </c:pt>
                <c:pt idx="2183">
                  <c:v>-121.363544</c:v>
                </c:pt>
                <c:pt idx="2184">
                  <c:v>-118.532262</c:v>
                </c:pt>
                <c:pt idx="2185">
                  <c:v>-115.699682</c:v>
                </c:pt>
                <c:pt idx="2186">
                  <c:v>-112.865838</c:v>
                </c:pt>
                <c:pt idx="2187">
                  <c:v>-110.030763</c:v>
                </c:pt>
                <c:pt idx="2188">
                  <c:v>-107.194490</c:v>
                </c:pt>
                <c:pt idx="2189">
                  <c:v>-104.357053</c:v>
                </c:pt>
                <c:pt idx="2190">
                  <c:v>-101.518484</c:v>
                </c:pt>
                <c:pt idx="2191">
                  <c:v>-98.678817</c:v>
                </c:pt>
                <c:pt idx="2192">
                  <c:v>-95.838084</c:v>
                </c:pt>
                <c:pt idx="2193">
                  <c:v>-92.996320</c:v>
                </c:pt>
                <c:pt idx="2194">
                  <c:v>-90.153557</c:v>
                </c:pt>
                <c:pt idx="2195">
                  <c:v>-87.309828</c:v>
                </c:pt>
                <c:pt idx="2196">
                  <c:v>-84.465167</c:v>
                </c:pt>
                <c:pt idx="2197">
                  <c:v>-81.619606</c:v>
                </c:pt>
                <c:pt idx="2198">
                  <c:v>-78.773180</c:v>
                </c:pt>
                <c:pt idx="2199">
                  <c:v>-75.925921</c:v>
                </c:pt>
                <c:pt idx="2200">
                  <c:v>-73.077861</c:v>
                </c:pt>
                <c:pt idx="2201">
                  <c:v>-70.229035</c:v>
                </c:pt>
                <c:pt idx="2202">
                  <c:v>-67.379476</c:v>
                </c:pt>
                <c:pt idx="2203">
                  <c:v>-64.529217</c:v>
                </c:pt>
                <c:pt idx="2204">
                  <c:v>-61.678290</c:v>
                </c:pt>
                <c:pt idx="2205">
                  <c:v>-58.826729</c:v>
                </c:pt>
                <c:pt idx="2206">
                  <c:v>-55.974568</c:v>
                </c:pt>
                <c:pt idx="2207">
                  <c:v>-53.121838</c:v>
                </c:pt>
                <c:pt idx="2208">
                  <c:v>-50.268575</c:v>
                </c:pt>
                <c:pt idx="2209">
                  <c:v>-47.414809</c:v>
                </c:pt>
                <c:pt idx="2210">
                  <c:v>-44.560576</c:v>
                </c:pt>
                <c:pt idx="2211">
                  <c:v>-41.705907</c:v>
                </c:pt>
                <c:pt idx="2212">
                  <c:v>-38.850837</c:v>
                </c:pt>
                <c:pt idx="2213">
                  <c:v>-35.995397</c:v>
                </c:pt>
                <c:pt idx="2214">
                  <c:v>-33.139622</c:v>
                </c:pt>
                <c:pt idx="2215">
                  <c:v>-30.283544</c:v>
                </c:pt>
                <c:pt idx="2216">
                  <c:v>-27.427196</c:v>
                </c:pt>
                <c:pt idx="2217">
                  <c:v>-24.570613</c:v>
                </c:pt>
                <c:pt idx="2218">
                  <c:v>-21.713825</c:v>
                </c:pt>
                <c:pt idx="2219">
                  <c:v>-18.856868</c:v>
                </c:pt>
                <c:pt idx="2220">
                  <c:v>-15.999774</c:v>
                </c:pt>
                <c:pt idx="2221">
                  <c:v>-13.142575</c:v>
                </c:pt>
                <c:pt idx="2222">
                  <c:v>-10.285306</c:v>
                </c:pt>
                <c:pt idx="2223">
                  <c:v>-7.427999</c:v>
                </c:pt>
                <c:pt idx="2224">
                  <c:v>-4.570687</c:v>
                </c:pt>
                <c:pt idx="2225">
                  <c:v>-1.713404</c:v>
                </c:pt>
                <c:pt idx="2226">
                  <c:v>1.143818</c:v>
                </c:pt>
                <c:pt idx="2227">
                  <c:v>4.000946</c:v>
                </c:pt>
                <c:pt idx="2228">
                  <c:v>6.857945</c:v>
                </c:pt>
                <c:pt idx="2229">
                  <c:v>9.714784</c:v>
                </c:pt>
                <c:pt idx="2230">
                  <c:v>12.571430</c:v>
                </c:pt>
                <c:pt idx="2231">
                  <c:v>15.427848</c:v>
                </c:pt>
                <c:pt idx="2232">
                  <c:v>18.284006</c:v>
                </c:pt>
                <c:pt idx="2233">
                  <c:v>21.139872</c:v>
                </c:pt>
                <c:pt idx="2234">
                  <c:v>23.995411</c:v>
                </c:pt>
                <c:pt idx="2235">
                  <c:v>26.850591</c:v>
                </c:pt>
                <c:pt idx="2236">
                  <c:v>29.705379</c:v>
                </c:pt>
                <c:pt idx="2237">
                  <c:v>32.559742</c:v>
                </c:pt>
                <c:pt idx="2238">
                  <c:v>35.413647</c:v>
                </c:pt>
                <c:pt idx="2239">
                  <c:v>38.267060</c:v>
                </c:pt>
                <c:pt idx="2240">
                  <c:v>41.119949</c:v>
                </c:pt>
                <c:pt idx="2241">
                  <c:v>43.972280</c:v>
                </c:pt>
                <c:pt idx="2242">
                  <c:v>46.824021</c:v>
                </c:pt>
                <c:pt idx="2243">
                  <c:v>49.675139</c:v>
                </c:pt>
                <c:pt idx="2244">
                  <c:v>52.525600</c:v>
                </c:pt>
                <c:pt idx="2245">
                  <c:v>55.375372</c:v>
                </c:pt>
                <c:pt idx="2246">
                  <c:v>58.224421</c:v>
                </c:pt>
                <c:pt idx="2247">
                  <c:v>61.072714</c:v>
                </c:pt>
                <c:pt idx="2248">
                  <c:v>63.920220</c:v>
                </c:pt>
                <c:pt idx="2249">
                  <c:v>66.766903</c:v>
                </c:pt>
                <c:pt idx="2250">
                  <c:v>69.612732</c:v>
                </c:pt>
                <c:pt idx="2251">
                  <c:v>72.457674</c:v>
                </c:pt>
                <c:pt idx="2252">
                  <c:v>75.301695</c:v>
                </c:pt>
                <c:pt idx="2253">
                  <c:v>78.144763</c:v>
                </c:pt>
                <c:pt idx="2254">
                  <c:v>80.986844</c:v>
                </c:pt>
                <c:pt idx="2255">
                  <c:v>83.827906</c:v>
                </c:pt>
                <c:pt idx="2256">
                  <c:v>86.667916</c:v>
                </c:pt>
                <c:pt idx="2257">
                  <c:v>89.506840</c:v>
                </c:pt>
                <c:pt idx="2258">
                  <c:v>92.344646</c:v>
                </c:pt>
                <c:pt idx="2259">
                  <c:v>95.181300</c:v>
                </c:pt>
                <c:pt idx="2260">
                  <c:v>98.016771</c:v>
                </c:pt>
                <c:pt idx="2261">
                  <c:v>100.851025</c:v>
                </c:pt>
                <c:pt idx="2262">
                  <c:v>103.684028</c:v>
                </c:pt>
                <c:pt idx="2263">
                  <c:v>106.515749</c:v>
                </c:pt>
                <c:pt idx="2264">
                  <c:v>109.346154</c:v>
                </c:pt>
                <c:pt idx="2265">
                  <c:v>112.175211</c:v>
                </c:pt>
                <c:pt idx="2266">
                  <c:v>115.002886</c:v>
                </c:pt>
                <c:pt idx="2267">
                  <c:v>117.829147</c:v>
                </c:pt>
                <c:pt idx="2268">
                  <c:v>120.653960</c:v>
                </c:pt>
                <c:pt idx="2269">
                  <c:v>123.477294</c:v>
                </c:pt>
                <c:pt idx="2270">
                  <c:v>126.299114</c:v>
                </c:pt>
                <c:pt idx="2271">
                  <c:v>129.119389</c:v>
                </c:pt>
                <c:pt idx="2272">
                  <c:v>131.938086</c:v>
                </c:pt>
                <c:pt idx="2273">
                  <c:v>134.755171</c:v>
                </c:pt>
                <c:pt idx="2274">
                  <c:v>137.570612</c:v>
                </c:pt>
                <c:pt idx="2275">
                  <c:v>140.384377</c:v>
                </c:pt>
                <c:pt idx="2276">
                  <c:v>143.196432</c:v>
                </c:pt>
                <c:pt idx="2277">
                  <c:v>146.006745</c:v>
                </c:pt>
                <c:pt idx="2278">
                  <c:v>148.815283</c:v>
                </c:pt>
                <c:pt idx="2279">
                  <c:v>151.622013</c:v>
                </c:pt>
                <c:pt idx="2280">
                  <c:v>154.426904</c:v>
                </c:pt>
                <c:pt idx="2281">
                  <c:v>157.229921</c:v>
                </c:pt>
                <c:pt idx="2282">
                  <c:v>160.031033</c:v>
                </c:pt>
                <c:pt idx="2283">
                  <c:v>162.830207</c:v>
                </c:pt>
                <c:pt idx="2284">
                  <c:v>165.627410</c:v>
                </c:pt>
                <c:pt idx="2285">
                  <c:v>168.422610</c:v>
                </c:pt>
                <c:pt idx="2286">
                  <c:v>171.215774</c:v>
                </c:pt>
                <c:pt idx="2287">
                  <c:v>174.006870</c:v>
                </c:pt>
                <c:pt idx="2288">
                  <c:v>176.795865</c:v>
                </c:pt>
                <c:pt idx="2289">
                  <c:v>179.582727</c:v>
                </c:pt>
                <c:pt idx="2290">
                  <c:v>182.367424</c:v>
                </c:pt>
                <c:pt idx="2291">
                  <c:v>185.149922</c:v>
                </c:pt>
                <c:pt idx="2292">
                  <c:v>187.930191</c:v>
                </c:pt>
                <c:pt idx="2293">
                  <c:v>190.708196</c:v>
                </c:pt>
                <c:pt idx="2294">
                  <c:v>193.483907</c:v>
                </c:pt>
                <c:pt idx="2295">
                  <c:v>196.257291</c:v>
                </c:pt>
                <c:pt idx="2296">
                  <c:v>199.028315</c:v>
                </c:pt>
                <c:pt idx="2297">
                  <c:v>201.796947</c:v>
                </c:pt>
                <c:pt idx="2298">
                  <c:v>204.563156</c:v>
                </c:pt>
                <c:pt idx="2299">
                  <c:v>207.326909</c:v>
                </c:pt>
                <c:pt idx="2300">
                  <c:v>210.088174</c:v>
                </c:pt>
                <c:pt idx="2301">
                  <c:v>212.846919</c:v>
                </c:pt>
                <c:pt idx="2302">
                  <c:v>215.603113</c:v>
                </c:pt>
                <c:pt idx="2303">
                  <c:v>218.356722</c:v>
                </c:pt>
                <c:pt idx="2304">
                  <c:v>221.107715</c:v>
                </c:pt>
                <c:pt idx="2305">
                  <c:v>223.856061</c:v>
                </c:pt>
                <c:pt idx="2306">
                  <c:v>226.601727</c:v>
                </c:pt>
                <c:pt idx="2307">
                  <c:v>229.344682</c:v>
                </c:pt>
                <c:pt idx="2308">
                  <c:v>232.084895</c:v>
                </c:pt>
                <c:pt idx="2309">
                  <c:v>234.822332</c:v>
                </c:pt>
                <c:pt idx="2310">
                  <c:v>237.556964</c:v>
                </c:pt>
                <c:pt idx="2311">
                  <c:v>240.288757</c:v>
                </c:pt>
                <c:pt idx="2312">
                  <c:v>243.017682</c:v>
                </c:pt>
                <c:pt idx="2313">
                  <c:v>245.743705</c:v>
                </c:pt>
                <c:pt idx="2314">
                  <c:v>248.466797</c:v>
                </c:pt>
                <c:pt idx="2315">
                  <c:v>251.186925</c:v>
                </c:pt>
                <c:pt idx="2316">
                  <c:v>253.904059</c:v>
                </c:pt>
                <c:pt idx="2317">
                  <c:v>256.618167</c:v>
                </c:pt>
                <c:pt idx="2318">
                  <c:v>259.329218</c:v>
                </c:pt>
                <c:pt idx="2319">
                  <c:v>262.037180</c:v>
                </c:pt>
                <c:pt idx="2320">
                  <c:v>264.742024</c:v>
                </c:pt>
                <c:pt idx="2321">
                  <c:v>267.443718</c:v>
                </c:pt>
                <c:pt idx="2322">
                  <c:v>270.142231</c:v>
                </c:pt>
                <c:pt idx="2323">
                  <c:v>272.837532</c:v>
                </c:pt>
                <c:pt idx="2324">
                  <c:v>275.529591</c:v>
                </c:pt>
                <c:pt idx="2325">
                  <c:v>278.218378</c:v>
                </c:pt>
                <c:pt idx="2326">
                  <c:v>280.903860</c:v>
                </c:pt>
                <c:pt idx="2327">
                  <c:v>283.586009</c:v>
                </c:pt>
                <c:pt idx="2328">
                  <c:v>286.264793</c:v>
                </c:pt>
                <c:pt idx="2329">
                  <c:v>288.940183</c:v>
                </c:pt>
                <c:pt idx="2330">
                  <c:v>291.612148</c:v>
                </c:pt>
                <c:pt idx="2331">
                  <c:v>294.280658</c:v>
                </c:pt>
                <c:pt idx="2332">
                  <c:v>296.945682</c:v>
                </c:pt>
                <c:pt idx="2333">
                  <c:v>299.607192</c:v>
                </c:pt>
                <c:pt idx="2334">
                  <c:v>302.265157</c:v>
                </c:pt>
                <c:pt idx="2335">
                  <c:v>304.919547</c:v>
                </c:pt>
                <c:pt idx="2336">
                  <c:v>307.570332</c:v>
                </c:pt>
                <c:pt idx="2337">
                  <c:v>310.217484</c:v>
                </c:pt>
                <c:pt idx="2338">
                  <c:v>312.860972</c:v>
                </c:pt>
                <c:pt idx="2339">
                  <c:v>315.500767</c:v>
                </c:pt>
                <c:pt idx="2340">
                  <c:v>318.136841</c:v>
                </c:pt>
                <c:pt idx="2341">
                  <c:v>320.769162</c:v>
                </c:pt>
                <c:pt idx="2342">
                  <c:v>323.397704</c:v>
                </c:pt>
                <c:pt idx="2343">
                  <c:v>326.022436</c:v>
                </c:pt>
                <c:pt idx="2344">
                  <c:v>328.643330</c:v>
                </c:pt>
                <c:pt idx="2345">
                  <c:v>331.260357</c:v>
                </c:pt>
                <c:pt idx="2346">
                  <c:v>333.873488</c:v>
                </c:pt>
                <c:pt idx="2347">
                  <c:v>336.482696</c:v>
                </c:pt>
                <c:pt idx="2348">
                  <c:v>339.087950</c:v>
                </c:pt>
                <c:pt idx="2349">
                  <c:v>341.689224</c:v>
                </c:pt>
                <c:pt idx="2350">
                  <c:v>344.286489</c:v>
                </c:pt>
                <c:pt idx="2351">
                  <c:v>346.879717</c:v>
                </c:pt>
                <c:pt idx="2352">
                  <c:v>349.468880</c:v>
                </c:pt>
                <c:pt idx="2353">
                  <c:v>352.053950</c:v>
                </c:pt>
                <c:pt idx="2354">
                  <c:v>354.634900</c:v>
                </c:pt>
                <c:pt idx="2355">
                  <c:v>357.211702</c:v>
                </c:pt>
                <c:pt idx="2356">
                  <c:v>359.784329</c:v>
                </c:pt>
                <c:pt idx="2357">
                  <c:v>362.352753</c:v>
                </c:pt>
                <c:pt idx="2358">
                  <c:v>364.916948</c:v>
                </c:pt>
                <c:pt idx="2359">
                  <c:v>367.476885</c:v>
                </c:pt>
                <c:pt idx="2360">
                  <c:v>370.032539</c:v>
                </c:pt>
                <c:pt idx="2361">
                  <c:v>372.583883</c:v>
                </c:pt>
                <c:pt idx="2362">
                  <c:v>375.130890</c:v>
                </c:pt>
                <c:pt idx="2363">
                  <c:v>377.673533</c:v>
                </c:pt>
                <c:pt idx="2364">
                  <c:v>380.211787</c:v>
                </c:pt>
                <c:pt idx="2365">
                  <c:v>382.745626</c:v>
                </c:pt>
                <c:pt idx="2366">
                  <c:v>385.275022</c:v>
                </c:pt>
                <c:pt idx="2367">
                  <c:v>387.799951</c:v>
                </c:pt>
                <c:pt idx="2368">
                  <c:v>390.320387</c:v>
                </c:pt>
                <c:pt idx="2369">
                  <c:v>392.836304</c:v>
                </c:pt>
                <c:pt idx="2370">
                  <c:v>395.347676</c:v>
                </c:pt>
                <c:pt idx="2371">
                  <c:v>397.854480</c:v>
                </c:pt>
                <c:pt idx="2372">
                  <c:v>400.356689</c:v>
                </c:pt>
                <c:pt idx="2373">
                  <c:v>402.854278</c:v>
                </c:pt>
                <c:pt idx="2374">
                  <c:v>405.347224</c:v>
                </c:pt>
                <c:pt idx="2375">
                  <c:v>407.835501</c:v>
                </c:pt>
                <c:pt idx="2376">
                  <c:v>410.319084</c:v>
                </c:pt>
                <c:pt idx="2377">
                  <c:v>412.797951</c:v>
                </c:pt>
                <c:pt idx="2378">
                  <c:v>415.272076</c:v>
                </c:pt>
                <c:pt idx="2379">
                  <c:v>417.741436</c:v>
                </c:pt>
                <c:pt idx="2380">
                  <c:v>420.206007</c:v>
                </c:pt>
                <c:pt idx="2381">
                  <c:v>422.665766</c:v>
                </c:pt>
                <c:pt idx="2382">
                  <c:v>425.120688</c:v>
                </c:pt>
                <c:pt idx="2383">
                  <c:v>427.570752</c:v>
                </c:pt>
                <c:pt idx="2384">
                  <c:v>430.015934</c:v>
                </c:pt>
                <c:pt idx="2385">
                  <c:v>432.456210</c:v>
                </c:pt>
                <c:pt idx="2386">
                  <c:v>434.891559</c:v>
                </c:pt>
                <c:pt idx="2387">
                  <c:v>437.321958</c:v>
                </c:pt>
                <c:pt idx="2388">
                  <c:v>439.747385</c:v>
                </c:pt>
                <c:pt idx="2389">
                  <c:v>442.167817</c:v>
                </c:pt>
                <c:pt idx="2390">
                  <c:v>444.583233</c:v>
                </c:pt>
                <c:pt idx="2391">
                  <c:v>446.993612</c:v>
                </c:pt>
                <c:pt idx="2392">
                  <c:v>449.398930</c:v>
                </c:pt>
                <c:pt idx="2393">
                  <c:v>451.799168</c:v>
                </c:pt>
                <c:pt idx="2394">
                  <c:v>454.194303</c:v>
                </c:pt>
                <c:pt idx="2395">
                  <c:v>456.584316</c:v>
                </c:pt>
                <c:pt idx="2396">
                  <c:v>458.969185</c:v>
                </c:pt>
                <c:pt idx="2397">
                  <c:v>461.348889</c:v>
                </c:pt>
                <c:pt idx="2398">
                  <c:v>463.723409</c:v>
                </c:pt>
                <c:pt idx="2399">
                  <c:v>466.092724</c:v>
                </c:pt>
                <c:pt idx="2400">
                  <c:v>468.456814</c:v>
                </c:pt>
                <c:pt idx="2401">
                  <c:v>470.815660</c:v>
                </c:pt>
                <c:pt idx="2402">
                  <c:v>473.169242</c:v>
                </c:pt>
                <c:pt idx="2403">
                  <c:v>475.517541</c:v>
                </c:pt>
                <c:pt idx="2404">
                  <c:v>477.860537</c:v>
                </c:pt>
                <c:pt idx="2405">
                  <c:v>480.198211</c:v>
                </c:pt>
                <c:pt idx="2406">
                  <c:v>482.530545</c:v>
                </c:pt>
                <c:pt idx="2407">
                  <c:v>484.857521</c:v>
                </c:pt>
                <c:pt idx="2408">
                  <c:v>487.179119</c:v>
                </c:pt>
                <c:pt idx="2409">
                  <c:v>489.495323</c:v>
                </c:pt>
                <c:pt idx="2410">
                  <c:v>491.806113</c:v>
                </c:pt>
                <c:pt idx="2411">
                  <c:v>494.111473</c:v>
                </c:pt>
                <c:pt idx="2412">
                  <c:v>496.411384</c:v>
                </c:pt>
                <c:pt idx="2413">
                  <c:v>498.705830</c:v>
                </c:pt>
                <c:pt idx="2414">
                  <c:v>500.994794</c:v>
                </c:pt>
                <c:pt idx="2415">
                  <c:v>503.278259</c:v>
                </c:pt>
                <c:pt idx="2416">
                  <c:v>505.556208</c:v>
                </c:pt>
                <c:pt idx="2417">
                  <c:v>507.828624</c:v>
                </c:pt>
                <c:pt idx="2418">
                  <c:v>510.095492</c:v>
                </c:pt>
                <c:pt idx="2419">
                  <c:v>512.356796</c:v>
                </c:pt>
                <c:pt idx="2420">
                  <c:v>514.612520</c:v>
                </c:pt>
                <c:pt idx="2421">
                  <c:v>516.862649</c:v>
                </c:pt>
                <c:pt idx="2422">
                  <c:v>519.107166</c:v>
                </c:pt>
                <c:pt idx="2423">
                  <c:v>521.346058</c:v>
                </c:pt>
                <c:pt idx="2424">
                  <c:v>523.579309</c:v>
                </c:pt>
                <c:pt idx="2425">
                  <c:v>525.806905</c:v>
                </c:pt>
                <c:pt idx="2426">
                  <c:v>528.028831</c:v>
                </c:pt>
                <c:pt idx="2427">
                  <c:v>530.245073</c:v>
                </c:pt>
                <c:pt idx="2428">
                  <c:v>532.455617</c:v>
                </c:pt>
                <c:pt idx="2429">
                  <c:v>534.660450</c:v>
                </c:pt>
                <c:pt idx="2430">
                  <c:v>536.859558</c:v>
                </c:pt>
                <c:pt idx="2431">
                  <c:v>539.052928</c:v>
                </c:pt>
                <c:pt idx="2432">
                  <c:v>541.240546</c:v>
                </c:pt>
                <c:pt idx="2433">
                  <c:v>543.422400</c:v>
                </c:pt>
                <c:pt idx="2434">
                  <c:v>545.598477</c:v>
                </c:pt>
                <c:pt idx="2435">
                  <c:v>547.768766</c:v>
                </c:pt>
                <c:pt idx="2436">
                  <c:v>549.933253</c:v>
                </c:pt>
                <c:pt idx="2437">
                  <c:v>552.091927</c:v>
                </c:pt>
                <c:pt idx="2438">
                  <c:v>554.244776</c:v>
                </c:pt>
                <c:pt idx="2439">
                  <c:v>556.391788</c:v>
                </c:pt>
                <c:pt idx="2440">
                  <c:v>558.532954</c:v>
                </c:pt>
                <c:pt idx="2441">
                  <c:v>560.668260</c:v>
                </c:pt>
                <c:pt idx="2442">
                  <c:v>562.797698</c:v>
                </c:pt>
                <c:pt idx="2443">
                  <c:v>564.921256</c:v>
                </c:pt>
                <c:pt idx="2444">
                  <c:v>567.038923</c:v>
                </c:pt>
                <c:pt idx="2445">
                  <c:v>569.150691</c:v>
                </c:pt>
                <c:pt idx="2446">
                  <c:v>571.256548</c:v>
                </c:pt>
                <c:pt idx="2447">
                  <c:v>573.356486</c:v>
                </c:pt>
                <c:pt idx="2448">
                  <c:v>575.450494</c:v>
                </c:pt>
                <c:pt idx="2449">
                  <c:v>577.538564</c:v>
                </c:pt>
                <c:pt idx="2450">
                  <c:v>579.620687</c:v>
                </c:pt>
                <c:pt idx="2451">
                  <c:v>581.696854</c:v>
                </c:pt>
                <c:pt idx="2452">
                  <c:v>583.767057</c:v>
                </c:pt>
                <c:pt idx="2453">
                  <c:v>585.831287</c:v>
                </c:pt>
                <c:pt idx="2454">
                  <c:v>587.889536</c:v>
                </c:pt>
                <c:pt idx="2455">
                  <c:v>589.941796</c:v>
                </c:pt>
                <c:pt idx="2456">
                  <c:v>591.988061</c:v>
                </c:pt>
                <c:pt idx="2457">
                  <c:v>594.028322</c:v>
                </c:pt>
                <c:pt idx="2458">
                  <c:v>596.062572</c:v>
                </c:pt>
                <c:pt idx="2459">
                  <c:v>598.090804</c:v>
                </c:pt>
                <c:pt idx="2460">
                  <c:v>600.113013</c:v>
                </c:pt>
                <c:pt idx="2461">
                  <c:v>602.129190</c:v>
                </c:pt>
                <c:pt idx="2462">
                  <c:v>604.139331</c:v>
                </c:pt>
                <c:pt idx="2463">
                  <c:v>606.143428</c:v>
                </c:pt>
                <c:pt idx="2464">
                  <c:v>608.141477</c:v>
                </c:pt>
                <c:pt idx="2465">
                  <c:v>610.133472</c:v>
                </c:pt>
                <c:pt idx="2466">
                  <c:v>612.119407</c:v>
                </c:pt>
                <c:pt idx="2467">
                  <c:v>614.099276</c:v>
                </c:pt>
                <c:pt idx="2468">
                  <c:v>616.073077</c:v>
                </c:pt>
                <c:pt idx="2469">
                  <c:v>618.040802</c:v>
                </c:pt>
                <c:pt idx="2470">
                  <c:v>620.002449</c:v>
                </c:pt>
                <c:pt idx="2471">
                  <c:v>621.958013</c:v>
                </c:pt>
                <c:pt idx="2472">
                  <c:v>623.907489</c:v>
                </c:pt>
                <c:pt idx="2473">
                  <c:v>625.850874</c:v>
                </c:pt>
                <c:pt idx="2474">
                  <c:v>627.788165</c:v>
                </c:pt>
                <c:pt idx="2475">
                  <c:v>629.719358</c:v>
                </c:pt>
                <c:pt idx="2476">
                  <c:v>631.644450</c:v>
                </c:pt>
                <c:pt idx="2477">
                  <c:v>633.563437</c:v>
                </c:pt>
                <c:pt idx="2478">
                  <c:v>635.476318</c:v>
                </c:pt>
                <c:pt idx="2479">
                  <c:v>637.383089</c:v>
                </c:pt>
                <c:pt idx="2480">
                  <c:v>639.283748</c:v>
                </c:pt>
                <c:pt idx="2481">
                  <c:v>641.178294</c:v>
                </c:pt>
                <c:pt idx="2482">
                  <c:v>643.066723</c:v>
                </c:pt>
                <c:pt idx="2483">
                  <c:v>644.949036</c:v>
                </c:pt>
                <c:pt idx="2484">
                  <c:v>646.825229</c:v>
                </c:pt>
                <c:pt idx="2485">
                  <c:v>648.695303</c:v>
                </c:pt>
                <c:pt idx="2486">
                  <c:v>650.559255</c:v>
                </c:pt>
                <c:pt idx="2487">
                  <c:v>652.417084</c:v>
                </c:pt>
                <c:pt idx="2488">
                  <c:v>654.268792</c:v>
                </c:pt>
                <c:pt idx="2489">
                  <c:v>656.114375</c:v>
                </c:pt>
                <c:pt idx="2490">
                  <c:v>657.953836</c:v>
                </c:pt>
                <c:pt idx="2491">
                  <c:v>659.787173</c:v>
                </c:pt>
                <c:pt idx="2492">
                  <c:v>661.614386</c:v>
                </c:pt>
                <c:pt idx="2493">
                  <c:v>663.435477</c:v>
                </c:pt>
                <c:pt idx="2494">
                  <c:v>665.250444</c:v>
                </c:pt>
                <c:pt idx="2495">
                  <c:v>667.059291</c:v>
                </c:pt>
                <c:pt idx="2496">
                  <c:v>668.862016</c:v>
                </c:pt>
                <c:pt idx="2497">
                  <c:v>670.658621</c:v>
                </c:pt>
                <c:pt idx="2498">
                  <c:v>672.449109</c:v>
                </c:pt>
                <c:pt idx="2499">
                  <c:v>674.233479</c:v>
                </c:pt>
                <c:pt idx="2500">
                  <c:v>676.011734</c:v>
                </c:pt>
                <c:pt idx="2501">
                  <c:v>677.783876</c:v>
                </c:pt>
                <c:pt idx="2502">
                  <c:v>679.549907</c:v>
                </c:pt>
                <c:pt idx="2503">
                  <c:v>681.309829</c:v>
                </c:pt>
                <c:pt idx="2504">
                  <c:v>683.063644</c:v>
                </c:pt>
                <c:pt idx="2505">
                  <c:v>684.811355</c:v>
                </c:pt>
                <c:pt idx="2506">
                  <c:v>686.552966</c:v>
                </c:pt>
                <c:pt idx="2507">
                  <c:v>688.288479</c:v>
                </c:pt>
                <c:pt idx="2508">
                  <c:v>690.017897</c:v>
                </c:pt>
                <c:pt idx="2509">
                  <c:v>691.741223</c:v>
                </c:pt>
                <c:pt idx="2510">
                  <c:v>693.458462</c:v>
                </c:pt>
                <c:pt idx="2511">
                  <c:v>695.169616</c:v>
                </c:pt>
                <c:pt idx="2512">
                  <c:v>696.874690</c:v>
                </c:pt>
                <c:pt idx="2513">
                  <c:v>698.573688</c:v>
                </c:pt>
                <c:pt idx="2514">
                  <c:v>700.266615</c:v>
                </c:pt>
                <c:pt idx="2515">
                  <c:v>701.953473</c:v>
                </c:pt>
                <c:pt idx="2516">
                  <c:v>703.634269</c:v>
                </c:pt>
                <c:pt idx="2517">
                  <c:v>705.309007</c:v>
                </c:pt>
                <c:pt idx="2518">
                  <c:v>706.977691</c:v>
                </c:pt>
                <c:pt idx="2519">
                  <c:v>708.640328</c:v>
                </c:pt>
                <c:pt idx="2520">
                  <c:v>710.296921</c:v>
                </c:pt>
                <c:pt idx="2521">
                  <c:v>711.947477</c:v>
                </c:pt>
                <c:pt idx="2522">
                  <c:v>713.592002</c:v>
                </c:pt>
                <c:pt idx="2523">
                  <c:v>715.230500</c:v>
                </c:pt>
                <c:pt idx="2524">
                  <c:v>716.862978</c:v>
                </c:pt>
                <c:pt idx="2525">
                  <c:v>718.489442</c:v>
                </c:pt>
                <c:pt idx="2526">
                  <c:v>720.109898</c:v>
                </c:pt>
                <c:pt idx="2527">
                  <c:v>721.724353</c:v>
                </c:pt>
                <c:pt idx="2528">
                  <c:v>723.332812</c:v>
                </c:pt>
                <c:pt idx="2529">
                  <c:v>724.935284</c:v>
                </c:pt>
                <c:pt idx="2530">
                  <c:v>726.531773</c:v>
                </c:pt>
                <c:pt idx="2531">
                  <c:v>728.122289</c:v>
                </c:pt>
                <c:pt idx="2532">
                  <c:v>729.706837</c:v>
                </c:pt>
                <c:pt idx="2533">
                  <c:v>731.285425</c:v>
                </c:pt>
                <c:pt idx="2534">
                  <c:v>732.858060</c:v>
                </c:pt>
                <c:pt idx="2535">
                  <c:v>734.424751</c:v>
                </c:pt>
                <c:pt idx="2536">
                  <c:v>735.985504</c:v>
                </c:pt>
                <c:pt idx="2537">
                  <c:v>737.540327</c:v>
                </c:pt>
                <c:pt idx="2538">
                  <c:v>739.089229</c:v>
                </c:pt>
                <c:pt idx="2539">
                  <c:v>740.632218</c:v>
                </c:pt>
                <c:pt idx="2540">
                  <c:v>742.169301</c:v>
                </c:pt>
                <c:pt idx="2541">
                  <c:v>743.700488</c:v>
                </c:pt>
                <c:pt idx="2542">
                  <c:v>745.225787</c:v>
                </c:pt>
                <c:pt idx="2543">
                  <c:v>746.745206</c:v>
                </c:pt>
                <c:pt idx="2544">
                  <c:v>748.258754</c:v>
                </c:pt>
                <c:pt idx="2545">
                  <c:v>749.766441</c:v>
                </c:pt>
                <c:pt idx="2546">
                  <c:v>751.268275</c:v>
                </c:pt>
                <c:pt idx="2547">
                  <c:v>752.764265</c:v>
                </c:pt>
                <c:pt idx="2548">
                  <c:v>754.254421</c:v>
                </c:pt>
                <c:pt idx="2549">
                  <c:v>755.738752</c:v>
                </c:pt>
                <c:pt idx="2550">
                  <c:v>757.217268</c:v>
                </c:pt>
                <c:pt idx="2551">
                  <c:v>758.689979</c:v>
                </c:pt>
                <c:pt idx="2552">
                  <c:v>760.156893</c:v>
                </c:pt>
                <c:pt idx="2553">
                  <c:v>761.618022</c:v>
                </c:pt>
                <c:pt idx="2554">
                  <c:v>763.073375</c:v>
                </c:pt>
                <c:pt idx="2555">
                  <c:v>764.522962</c:v>
                </c:pt>
                <c:pt idx="2556">
                  <c:v>765.966794</c:v>
                </c:pt>
                <c:pt idx="2557">
                  <c:v>767.404880</c:v>
                </c:pt>
                <c:pt idx="2558">
                  <c:v>768.837232</c:v>
                </c:pt>
                <c:pt idx="2559">
                  <c:v>770.263860</c:v>
                </c:pt>
                <c:pt idx="2560">
                  <c:v>771.684774</c:v>
                </c:pt>
                <c:pt idx="2561">
                  <c:v>773.099986</c:v>
                </c:pt>
                <c:pt idx="2562">
                  <c:v>774.509506</c:v>
                </c:pt>
                <c:pt idx="2563">
                  <c:v>775.913346</c:v>
                </c:pt>
                <c:pt idx="2564">
                  <c:v>777.311515</c:v>
                </c:pt>
                <c:pt idx="2565">
                  <c:v>778.704027</c:v>
                </c:pt>
                <c:pt idx="2566">
                  <c:v>780.090891</c:v>
                </c:pt>
                <c:pt idx="2567">
                  <c:v>781.472120</c:v>
                </c:pt>
                <c:pt idx="2568">
                  <c:v>782.847725</c:v>
                </c:pt>
                <c:pt idx="2569">
                  <c:v>784.217717</c:v>
                </c:pt>
                <c:pt idx="2570">
                  <c:v>785.582108</c:v>
                </c:pt>
                <c:pt idx="2571">
                  <c:v>786.940910</c:v>
                </c:pt>
                <c:pt idx="2572">
                  <c:v>788.294135</c:v>
                </c:pt>
                <c:pt idx="2573">
                  <c:v>789.641794</c:v>
                </c:pt>
                <c:pt idx="2574">
                  <c:v>790.983900</c:v>
                </c:pt>
                <c:pt idx="2575">
                  <c:v>792.320466</c:v>
                </c:pt>
                <c:pt idx="2576">
                  <c:v>793.651502</c:v>
                </c:pt>
                <c:pt idx="2577">
                  <c:v>794.977021</c:v>
                </c:pt>
                <c:pt idx="2578">
                  <c:v>796.297037</c:v>
                </c:pt>
                <c:pt idx="2579">
                  <c:v>797.611560</c:v>
                </c:pt>
                <c:pt idx="2580">
                  <c:v>798.920604</c:v>
                </c:pt>
                <c:pt idx="2581">
                  <c:v>800.224182</c:v>
                </c:pt>
                <c:pt idx="2582">
                  <c:v>801.522306</c:v>
                </c:pt>
                <c:pt idx="2583">
                  <c:v>802.814989</c:v>
                </c:pt>
                <c:pt idx="2584">
                  <c:v>804.102243</c:v>
                </c:pt>
                <c:pt idx="2585">
                  <c:v>805.384082</c:v>
                </c:pt>
                <c:pt idx="2586">
                  <c:v>806.660518</c:v>
                </c:pt>
                <c:pt idx="2587">
                  <c:v>807.931566</c:v>
                </c:pt>
                <c:pt idx="2588">
                  <c:v>809.197237</c:v>
                </c:pt>
                <c:pt idx="2589">
                  <c:v>810.457544</c:v>
                </c:pt>
                <c:pt idx="2590">
                  <c:v>811.712503</c:v>
                </c:pt>
                <c:pt idx="2591">
                  <c:v>812.962124</c:v>
                </c:pt>
                <c:pt idx="2592">
                  <c:v>814.206423</c:v>
                </c:pt>
                <c:pt idx="2593">
                  <c:v>815.445412</c:v>
                </c:pt>
                <c:pt idx="2594">
                  <c:v>816.679105</c:v>
                </c:pt>
                <c:pt idx="2595">
                  <c:v>817.907516</c:v>
                </c:pt>
                <c:pt idx="2596">
                  <c:v>819.130657</c:v>
                </c:pt>
                <c:pt idx="2597">
                  <c:v>820.348544</c:v>
                </c:pt>
                <c:pt idx="2598">
                  <c:v>821.561189</c:v>
                </c:pt>
                <c:pt idx="2599">
                  <c:v>822.768606</c:v>
                </c:pt>
                <c:pt idx="2600">
                  <c:v>823.970810</c:v>
                </c:pt>
                <c:pt idx="2601">
                  <c:v>825.167813</c:v>
                </c:pt>
                <c:pt idx="2602">
                  <c:v>826.359631</c:v>
                </c:pt>
                <c:pt idx="2603">
                  <c:v>827.546277</c:v>
                </c:pt>
                <c:pt idx="2604">
                  <c:v>828.727765</c:v>
                </c:pt>
                <c:pt idx="2605">
                  <c:v>829.904109</c:v>
                </c:pt>
                <c:pt idx="2606">
                  <c:v>831.075324</c:v>
                </c:pt>
                <c:pt idx="2607">
                  <c:v>832.241423</c:v>
                </c:pt>
                <c:pt idx="2608">
                  <c:v>833.402421</c:v>
                </c:pt>
                <c:pt idx="2609">
                  <c:v>834.558332</c:v>
                </c:pt>
                <c:pt idx="2610">
                  <c:v>835.709171</c:v>
                </c:pt>
                <c:pt idx="2611">
                  <c:v>836.854951</c:v>
                </c:pt>
                <c:pt idx="2612">
                  <c:v>837.995688</c:v>
                </c:pt>
                <c:pt idx="2613">
                  <c:v>839.131395</c:v>
                </c:pt>
                <c:pt idx="2614">
                  <c:v>840.262088</c:v>
                </c:pt>
                <c:pt idx="2615">
                  <c:v>841.387780</c:v>
                </c:pt>
                <c:pt idx="2616">
                  <c:v>842.508487</c:v>
                </c:pt>
                <c:pt idx="2617">
                  <c:v>843.624222</c:v>
                </c:pt>
                <c:pt idx="2618">
                  <c:v>844.735001</c:v>
                </c:pt>
                <c:pt idx="2619">
                  <c:v>845.840838</c:v>
                </c:pt>
                <c:pt idx="2620">
                  <c:v>846.941747</c:v>
                </c:pt>
                <c:pt idx="2621">
                  <c:v>848.037745</c:v>
                </c:pt>
                <c:pt idx="2622">
                  <c:v>849.128844</c:v>
                </c:pt>
                <c:pt idx="2623">
                  <c:v>850.215061</c:v>
                </c:pt>
                <c:pt idx="2624">
                  <c:v>851.296409</c:v>
                </c:pt>
                <c:pt idx="2625">
                  <c:v>852.372904</c:v>
                </c:pt>
                <c:pt idx="2626">
                  <c:v>853.444561</c:v>
                </c:pt>
                <c:pt idx="2627">
                  <c:v>854.511394</c:v>
                </c:pt>
                <c:pt idx="2628">
                  <c:v>855.573419</c:v>
                </c:pt>
                <c:pt idx="2629">
                  <c:v>856.630650</c:v>
                </c:pt>
                <c:pt idx="2630">
                  <c:v>857.683102</c:v>
                </c:pt>
                <c:pt idx="2631">
                  <c:v>858.730790</c:v>
                </c:pt>
                <c:pt idx="2632">
                  <c:v>859.773729</c:v>
                </c:pt>
                <c:pt idx="2633">
                  <c:v>860.811935</c:v>
                </c:pt>
                <c:pt idx="2634">
                  <c:v>861.845421</c:v>
                </c:pt>
                <c:pt idx="2635">
                  <c:v>862.874204</c:v>
                </c:pt>
                <c:pt idx="2636">
                  <c:v>863.898298</c:v>
                </c:pt>
                <c:pt idx="2637">
                  <c:v>864.917719</c:v>
                </c:pt>
                <c:pt idx="2638">
                  <c:v>865.932481</c:v>
                </c:pt>
                <c:pt idx="2639">
                  <c:v>866.942600</c:v>
                </c:pt>
                <c:pt idx="2640">
                  <c:v>867.948090</c:v>
                </c:pt>
                <c:pt idx="2641">
                  <c:v>868.948967</c:v>
                </c:pt>
                <c:pt idx="2642">
                  <c:v>869.945246</c:v>
                </c:pt>
                <c:pt idx="2643">
                  <c:v>870.936943</c:v>
                </c:pt>
                <c:pt idx="2644">
                  <c:v>871.924071</c:v>
                </c:pt>
                <c:pt idx="2645">
                  <c:v>872.906647</c:v>
                </c:pt>
                <c:pt idx="2646">
                  <c:v>873.884685</c:v>
                </c:pt>
                <c:pt idx="2647">
                  <c:v>874.858201</c:v>
                </c:pt>
                <c:pt idx="2648">
                  <c:v>875.827210</c:v>
                </c:pt>
                <c:pt idx="2649">
                  <c:v>876.791728</c:v>
                </c:pt>
                <c:pt idx="2650">
                  <c:v>877.751768</c:v>
                </c:pt>
                <c:pt idx="2651">
                  <c:v>878.707347</c:v>
                </c:pt>
                <c:pt idx="2652">
                  <c:v>879.658480</c:v>
                </c:pt>
                <c:pt idx="2653">
                  <c:v>880.605181</c:v>
                </c:pt>
                <c:pt idx="2654">
                  <c:v>881.547467</c:v>
                </c:pt>
                <c:pt idx="2655">
                  <c:v>882.485352</c:v>
                </c:pt>
                <c:pt idx="2656">
                  <c:v>883.418851</c:v>
                </c:pt>
                <c:pt idx="2657">
                  <c:v>884.347980</c:v>
                </c:pt>
                <c:pt idx="2658">
                  <c:v>885.272754</c:v>
                </c:pt>
                <c:pt idx="2659">
                  <c:v>886.193188</c:v>
                </c:pt>
                <c:pt idx="2660">
                  <c:v>887.109298</c:v>
                </c:pt>
                <c:pt idx="2661">
                  <c:v>888.021098</c:v>
                </c:pt>
                <c:pt idx="2662">
                  <c:v>888.928603</c:v>
                </c:pt>
                <c:pt idx="2663">
                  <c:v>889.831829</c:v>
                </c:pt>
                <c:pt idx="2664">
                  <c:v>890.730792</c:v>
                </c:pt>
                <c:pt idx="2665">
                  <c:v>891.625505</c:v>
                </c:pt>
                <c:pt idx="2666">
                  <c:v>892.515985</c:v>
                </c:pt>
                <c:pt idx="2667">
                  <c:v>893.402246</c:v>
                </c:pt>
                <c:pt idx="2668">
                  <c:v>894.284304</c:v>
                </c:pt>
                <c:pt idx="2669">
                  <c:v>895.162174</c:v>
                </c:pt>
                <c:pt idx="2670">
                  <c:v>896.035871</c:v>
                </c:pt>
                <c:pt idx="2671">
                  <c:v>896.905409</c:v>
                </c:pt>
                <c:pt idx="2672">
                  <c:v>897.770805</c:v>
                </c:pt>
                <c:pt idx="2673">
                  <c:v>898.632073</c:v>
                </c:pt>
                <c:pt idx="2674">
                  <c:v>899.489228</c:v>
                </c:pt>
                <c:pt idx="2675">
                  <c:v>900.342286</c:v>
                </c:pt>
                <c:pt idx="2676">
                  <c:v>901.191261</c:v>
                </c:pt>
                <c:pt idx="2677">
                  <c:v>902.036168</c:v>
                </c:pt>
                <c:pt idx="2678">
                  <c:v>902.877023</c:v>
                </c:pt>
                <c:pt idx="2679">
                  <c:v>903.713840</c:v>
                </c:pt>
                <c:pt idx="2680">
                  <c:v>904.546635</c:v>
                </c:pt>
                <c:pt idx="2681">
                  <c:v>905.375422</c:v>
                </c:pt>
                <c:pt idx="2682">
                  <c:v>906.200217</c:v>
                </c:pt>
                <c:pt idx="2683">
                  <c:v>907.021034</c:v>
                </c:pt>
                <c:pt idx="2684">
                  <c:v>907.837888</c:v>
                </c:pt>
                <c:pt idx="2685">
                  <c:v>908.650795</c:v>
                </c:pt>
                <c:pt idx="2686">
                  <c:v>909.459769</c:v>
                </c:pt>
                <c:pt idx="2687">
                  <c:v>910.264824</c:v>
                </c:pt>
                <c:pt idx="2688">
                  <c:v>911.065977</c:v>
                </c:pt>
                <c:pt idx="2689">
                  <c:v>911.863241</c:v>
                </c:pt>
                <c:pt idx="2690">
                  <c:v>912.656632</c:v>
                </c:pt>
                <c:pt idx="2691">
                  <c:v>913.446163</c:v>
                </c:pt>
                <c:pt idx="2692">
                  <c:v>914.231851</c:v>
                </c:pt>
                <c:pt idx="2693">
                  <c:v>915.013710</c:v>
                </c:pt>
                <c:pt idx="2694">
                  <c:v>915.791754</c:v>
                </c:pt>
                <c:pt idx="2695">
                  <c:v>916.565999</c:v>
                </c:pt>
                <c:pt idx="2696">
                  <c:v>917.336458</c:v>
                </c:pt>
                <c:pt idx="2697">
                  <c:v>918.103147</c:v>
                </c:pt>
                <c:pt idx="2698">
                  <c:v>918.866080</c:v>
                </c:pt>
                <c:pt idx="2699">
                  <c:v>919.625272</c:v>
                </c:pt>
                <c:pt idx="2700">
                  <c:v>920.380738</c:v>
                </c:pt>
                <c:pt idx="2701">
                  <c:v>921.132491</c:v>
                </c:pt>
                <c:pt idx="2702">
                  <c:v>921.880547</c:v>
                </c:pt>
                <c:pt idx="2703">
                  <c:v>922.624920</c:v>
                </c:pt>
                <c:pt idx="2704">
                  <c:v>923.365624</c:v>
                </c:pt>
                <c:pt idx="2705">
                  <c:v>924.102675</c:v>
                </c:pt>
                <c:pt idx="2706">
                  <c:v>924.836086</c:v>
                </c:pt>
                <c:pt idx="2707">
                  <c:v>925.565871</c:v>
                </c:pt>
                <c:pt idx="2708">
                  <c:v>926.292046</c:v>
                </c:pt>
                <c:pt idx="2709">
                  <c:v>927.014624</c:v>
                </c:pt>
                <c:pt idx="2710">
                  <c:v>927.733620</c:v>
                </c:pt>
                <c:pt idx="2711">
                  <c:v>928.449048</c:v>
                </c:pt>
                <c:pt idx="2712">
                  <c:v>929.160923</c:v>
                </c:pt>
                <c:pt idx="2713">
                  <c:v>929.869258</c:v>
                </c:pt>
                <c:pt idx="2714">
                  <c:v>930.574068</c:v>
                </c:pt>
                <c:pt idx="2715">
                  <c:v>931.275367</c:v>
                </c:pt>
                <c:pt idx="2716">
                  <c:v>931.973169</c:v>
                </c:pt>
                <c:pt idx="2717">
                  <c:v>932.667488</c:v>
                </c:pt>
                <c:pt idx="2718">
                  <c:v>933.358339</c:v>
                </c:pt>
                <c:pt idx="2719">
                  <c:v>934.045735</c:v>
                </c:pt>
                <c:pt idx="2720">
                  <c:v>934.729690</c:v>
                </c:pt>
                <c:pt idx="2721">
                  <c:v>935.410219</c:v>
                </c:pt>
                <c:pt idx="2722">
                  <c:v>936.087335</c:v>
                </c:pt>
                <c:pt idx="2723">
                  <c:v>936.761052</c:v>
                </c:pt>
                <c:pt idx="2724">
                  <c:v>937.431385</c:v>
                </c:pt>
                <c:pt idx="2725">
                  <c:v>938.098346</c:v>
                </c:pt>
                <c:pt idx="2726">
                  <c:v>938.761951</c:v>
                </c:pt>
                <c:pt idx="2727">
                  <c:v>939.422211</c:v>
                </c:pt>
                <c:pt idx="2728">
                  <c:v>940.079143</c:v>
                </c:pt>
                <c:pt idx="2729">
                  <c:v>940.732758</c:v>
                </c:pt>
                <c:pt idx="2730">
                  <c:v>941.383071</c:v>
                </c:pt>
                <c:pt idx="2731">
                  <c:v>942.030096</c:v>
                </c:pt>
                <c:pt idx="2732">
                  <c:v>942.673845</c:v>
                </c:pt>
                <c:pt idx="2733">
                  <c:v>943.314333</c:v>
                </c:pt>
                <c:pt idx="2734">
                  <c:v>943.951574</c:v>
                </c:pt>
                <c:pt idx="2735">
                  <c:v>944.585580</c:v>
                </c:pt>
                <c:pt idx="2736">
                  <c:v>945.216365</c:v>
                </c:pt>
                <c:pt idx="2737">
                  <c:v>945.843943</c:v>
                </c:pt>
                <c:pt idx="2738">
                  <c:v>946.468326</c:v>
                </c:pt>
                <c:pt idx="2739">
                  <c:v>947.089530</c:v>
                </c:pt>
                <c:pt idx="2740">
                  <c:v>947.707565</c:v>
                </c:pt>
                <c:pt idx="2741">
                  <c:v>948.322447</c:v>
                </c:pt>
                <c:pt idx="2742">
                  <c:v>948.934189</c:v>
                </c:pt>
                <c:pt idx="2743">
                  <c:v>949.542802</c:v>
                </c:pt>
                <c:pt idx="2744">
                  <c:v>950.148302</c:v>
                </c:pt>
                <c:pt idx="2745">
                  <c:v>950.750700</c:v>
                </c:pt>
                <c:pt idx="2746">
                  <c:v>951.350011</c:v>
                </c:pt>
                <c:pt idx="2747">
                  <c:v>951.946246</c:v>
                </c:pt>
                <c:pt idx="2748">
                  <c:v>952.539419</c:v>
                </c:pt>
                <c:pt idx="2749">
                  <c:v>953.129544</c:v>
                </c:pt>
                <c:pt idx="2750">
                  <c:v>953.716632</c:v>
                </c:pt>
                <c:pt idx="2751">
                  <c:v>954.300698</c:v>
                </c:pt>
                <c:pt idx="2752">
                  <c:v>954.881753</c:v>
                </c:pt>
                <c:pt idx="2753">
                  <c:v>955.459812</c:v>
                </c:pt>
                <c:pt idx="2754">
                  <c:v>956.034885</c:v>
                </c:pt>
                <c:pt idx="2755">
                  <c:v>956.606987</c:v>
                </c:pt>
                <c:pt idx="2756">
                  <c:v>957.176131</c:v>
                </c:pt>
                <c:pt idx="2757">
                  <c:v>957.742327</c:v>
                </c:pt>
                <c:pt idx="2758">
                  <c:v>958.305591</c:v>
                </c:pt>
                <c:pt idx="2759">
                  <c:v>958.865933</c:v>
                </c:pt>
                <c:pt idx="2760">
                  <c:v>959.423367</c:v>
                </c:pt>
                <c:pt idx="2761">
                  <c:v>959.977905</c:v>
                </c:pt>
                <c:pt idx="2762">
                  <c:v>960.529560</c:v>
                </c:pt>
                <c:pt idx="2763">
                  <c:v>961.078343</c:v>
                </c:pt>
                <c:pt idx="2764">
                  <c:v>961.624269</c:v>
                </c:pt>
                <c:pt idx="2765">
                  <c:v>962.167348</c:v>
                </c:pt>
                <c:pt idx="2766">
                  <c:v>962.707594</c:v>
                </c:pt>
                <c:pt idx="2767">
                  <c:v>963.245018</c:v>
                </c:pt>
                <c:pt idx="2768">
                  <c:v>963.779633</c:v>
                </c:pt>
                <c:pt idx="2769">
                  <c:v>964.311451</c:v>
                </c:pt>
                <c:pt idx="2770">
                  <c:v>964.840484</c:v>
                </c:pt>
                <c:pt idx="2771">
                  <c:v>965.366745</c:v>
                </c:pt>
                <c:pt idx="2772">
                  <c:v>965.890245</c:v>
                </c:pt>
                <c:pt idx="2773">
                  <c:v>966.410997</c:v>
                </c:pt>
                <c:pt idx="2774">
                  <c:v>966.929012</c:v>
                </c:pt>
                <c:pt idx="2775">
                  <c:v>967.444303</c:v>
                </c:pt>
                <c:pt idx="2776">
                  <c:v>967.956881</c:v>
                </c:pt>
                <c:pt idx="2777">
                  <c:v>968.466759</c:v>
                </c:pt>
                <c:pt idx="2778">
                  <c:v>968.973949</c:v>
                </c:pt>
                <c:pt idx="2779">
                  <c:v>969.478461</c:v>
                </c:pt>
                <c:pt idx="2780">
                  <c:v>969.980308</c:v>
                </c:pt>
                <c:pt idx="2781">
                  <c:v>970.479502</c:v>
                </c:pt>
                <c:pt idx="2782">
                  <c:v>970.976054</c:v>
                </c:pt>
                <c:pt idx="2783">
                  <c:v>971.469976</c:v>
                </c:pt>
                <c:pt idx="2784">
                  <c:v>971.961280</c:v>
                </c:pt>
                <c:pt idx="2785">
                  <c:v>972.449977</c:v>
                </c:pt>
                <c:pt idx="2786">
                  <c:v>972.936079</c:v>
                </c:pt>
                <c:pt idx="2787">
                  <c:v>973.419597</c:v>
                </c:pt>
                <c:pt idx="2788">
                  <c:v>973.900543</c:v>
                </c:pt>
                <c:pt idx="2789">
                  <c:v>974.378928</c:v>
                </c:pt>
                <c:pt idx="2790">
                  <c:v>974.854763</c:v>
                </c:pt>
                <c:pt idx="2791">
                  <c:v>975.328061</c:v>
                </c:pt>
                <c:pt idx="2792">
                  <c:v>975.798831</c:v>
                </c:pt>
                <c:pt idx="2793">
                  <c:v>976.267086</c:v>
                </c:pt>
                <c:pt idx="2794">
                  <c:v>976.732836</c:v>
                </c:pt>
                <c:pt idx="2795">
                  <c:v>977.196093</c:v>
                </c:pt>
                <c:pt idx="2796">
                  <c:v>977.656869</c:v>
                </c:pt>
                <c:pt idx="2797">
                  <c:v>978.115173</c:v>
                </c:pt>
                <c:pt idx="2798">
                  <c:v>978.571017</c:v>
                </c:pt>
                <c:pt idx="2799">
                  <c:v>979.024412</c:v>
                </c:pt>
                <c:pt idx="2800">
                  <c:v>979.475370</c:v>
                </c:pt>
                <c:pt idx="2801">
                  <c:v>979.923900</c:v>
                </c:pt>
                <c:pt idx="2802">
                  <c:v>980.370014</c:v>
                </c:pt>
                <c:pt idx="2803">
                  <c:v>980.813723</c:v>
                </c:pt>
                <c:pt idx="2804">
                  <c:v>981.255037</c:v>
                </c:pt>
                <c:pt idx="2805">
                  <c:v>981.693968</c:v>
                </c:pt>
                <c:pt idx="2806">
                  <c:v>982.130526</c:v>
                </c:pt>
                <c:pt idx="2807">
                  <c:v>982.564721</c:v>
                </c:pt>
                <c:pt idx="2808">
                  <c:v>982.996565</c:v>
                </c:pt>
                <c:pt idx="2809">
                  <c:v>983.426067</c:v>
                </c:pt>
                <c:pt idx="2810">
                  <c:v>983.853239</c:v>
                </c:pt>
                <c:pt idx="2811">
                  <c:v>984.278091</c:v>
                </c:pt>
                <c:pt idx="2812">
                  <c:v>984.700634</c:v>
                </c:pt>
                <c:pt idx="2813">
                  <c:v>985.120878</c:v>
                </c:pt>
                <c:pt idx="2814">
                  <c:v>985.538832</c:v>
                </c:pt>
                <c:pt idx="2815">
                  <c:v>985.954509</c:v>
                </c:pt>
                <c:pt idx="2816">
                  <c:v>986.367918</c:v>
                </c:pt>
                <c:pt idx="2817">
                  <c:v>986.779069</c:v>
                </c:pt>
                <c:pt idx="2818">
                  <c:v>987.187972</c:v>
                </c:pt>
                <c:pt idx="2819">
                  <c:v>987.594638</c:v>
                </c:pt>
                <c:pt idx="2820">
                  <c:v>987.999077</c:v>
                </c:pt>
                <c:pt idx="2821">
                  <c:v>988.401299</c:v>
                </c:pt>
                <c:pt idx="2822">
                  <c:v>988.801314</c:v>
                </c:pt>
                <c:pt idx="2823">
                  <c:v>989.199133</c:v>
                </c:pt>
                <c:pt idx="2824">
                  <c:v>989.594764</c:v>
                </c:pt>
                <c:pt idx="2825">
                  <c:v>989.988219</c:v>
                </c:pt>
                <c:pt idx="2826">
                  <c:v>990.379506</c:v>
                </c:pt>
                <c:pt idx="2827">
                  <c:v>990.768636</c:v>
                </c:pt>
                <c:pt idx="2828">
                  <c:v>991.155619</c:v>
                </c:pt>
                <c:pt idx="2829">
                  <c:v>991.540465</c:v>
                </c:pt>
                <c:pt idx="2830">
                  <c:v>991.923183</c:v>
                </c:pt>
                <c:pt idx="2831">
                  <c:v>992.303782</c:v>
                </c:pt>
                <c:pt idx="2832">
                  <c:v>992.682274</c:v>
                </c:pt>
                <c:pt idx="2833">
                  <c:v>993.058666</c:v>
                </c:pt>
                <c:pt idx="2834">
                  <c:v>993.432970</c:v>
                </c:pt>
                <c:pt idx="2835">
                  <c:v>993.805194</c:v>
                </c:pt>
                <c:pt idx="2836">
                  <c:v>994.175348</c:v>
                </c:pt>
                <c:pt idx="2837">
                  <c:v>994.543441</c:v>
                </c:pt>
                <c:pt idx="2838">
                  <c:v>994.909483</c:v>
                </c:pt>
                <c:pt idx="2839">
                  <c:v>995.273484</c:v>
                </c:pt>
                <c:pt idx="2840">
                  <c:v>995.635452</c:v>
                </c:pt>
                <c:pt idx="2841">
                  <c:v>995.995397</c:v>
                </c:pt>
                <c:pt idx="2842">
                  <c:v>996.353328</c:v>
                </c:pt>
                <c:pt idx="2843">
                  <c:v>996.709255</c:v>
                </c:pt>
                <c:pt idx="2844">
                  <c:v>997.063186</c:v>
                </c:pt>
                <c:pt idx="2845">
                  <c:v>997.415132</c:v>
                </c:pt>
                <c:pt idx="2846">
                  <c:v>997.765100</c:v>
                </c:pt>
                <c:pt idx="2847">
                  <c:v>998.113100</c:v>
                </c:pt>
                <c:pt idx="2848">
                  <c:v>998.459142</c:v>
                </c:pt>
                <c:pt idx="2849">
                  <c:v>998.803233</c:v>
                </c:pt>
                <c:pt idx="2850">
                  <c:v>999.145384</c:v>
                </c:pt>
                <c:pt idx="2851">
                  <c:v>999.485602</c:v>
                </c:pt>
                <c:pt idx="2852">
                  <c:v>999.823898</c:v>
                </c:pt>
                <c:pt idx="2853">
                  <c:v>1000.160279</c:v>
                </c:pt>
                <c:pt idx="2854">
                  <c:v>1000.494755</c:v>
                </c:pt>
                <c:pt idx="2855">
                  <c:v>1000.827335</c:v>
                </c:pt>
                <c:pt idx="2856">
                  <c:v>1001.158026</c:v>
                </c:pt>
                <c:pt idx="2857">
                  <c:v>1001.486838</c:v>
                </c:pt>
                <c:pt idx="2858">
                  <c:v>1001.813780</c:v>
                </c:pt>
                <c:pt idx="2859">
                  <c:v>1002.138860</c:v>
                </c:pt>
                <c:pt idx="2860">
                  <c:v>1002.462086</c:v>
                </c:pt>
                <c:pt idx="2861">
                  <c:v>1002.783468</c:v>
                </c:pt>
                <c:pt idx="2862">
                  <c:v>1003.103013</c:v>
                </c:pt>
                <c:pt idx="2863">
                  <c:v>1003.420731</c:v>
                </c:pt>
                <c:pt idx="2864">
                  <c:v>1003.736630</c:v>
                </c:pt>
                <c:pt idx="2865">
                  <c:v>1004.050717</c:v>
                </c:pt>
                <c:pt idx="2866">
                  <c:v>1004.363002</c:v>
                </c:pt>
                <c:pt idx="2867">
                  <c:v>1004.673493</c:v>
                </c:pt>
                <c:pt idx="2868">
                  <c:v>1004.982197</c:v>
                </c:pt>
                <c:pt idx="2869">
                  <c:v>1005.289124</c:v>
                </c:pt>
                <c:pt idx="2870">
                  <c:v>1005.594282</c:v>
                </c:pt>
                <c:pt idx="2871">
                  <c:v>1005.897678</c:v>
                </c:pt>
                <c:pt idx="2872">
                  <c:v>1006.199321</c:v>
                </c:pt>
                <c:pt idx="2873">
                  <c:v>1006.499219</c:v>
                </c:pt>
                <c:pt idx="2874">
                  <c:v>1006.797380</c:v>
                </c:pt>
                <c:pt idx="2875">
                  <c:v>1007.093812</c:v>
                </c:pt>
                <c:pt idx="2876">
                  <c:v>1007.388523</c:v>
                </c:pt>
                <c:pt idx="2877">
                  <c:v>1007.681521</c:v>
                </c:pt>
                <c:pt idx="2878">
                  <c:v>1007.972814</c:v>
                </c:pt>
                <c:pt idx="2879">
                  <c:v>1008.262410</c:v>
                </c:pt>
                <c:pt idx="2880">
                  <c:v>1008.550317</c:v>
                </c:pt>
                <c:pt idx="2881">
                  <c:v>1008.836542</c:v>
                </c:pt>
                <c:pt idx="2882">
                  <c:v>1009.121093</c:v>
                </c:pt>
                <c:pt idx="2883">
                  <c:v>1009.403978</c:v>
                </c:pt>
                <c:pt idx="2884">
                  <c:v>1009.685205</c:v>
                </c:pt>
                <c:pt idx="2885">
                  <c:v>1009.964781</c:v>
                </c:pt>
                <c:pt idx="2886">
                  <c:v>1010.242714</c:v>
                </c:pt>
                <c:pt idx="2887">
                  <c:v>1010.519012</c:v>
                </c:pt>
                <c:pt idx="2888">
                  <c:v>1010.793682</c:v>
                </c:pt>
                <c:pt idx="2889">
                  <c:v>1011.066732</c:v>
                </c:pt>
                <c:pt idx="2890">
                  <c:v>1011.338169</c:v>
                </c:pt>
                <c:pt idx="2891">
                  <c:v>1011.608000</c:v>
                </c:pt>
                <c:pt idx="2892">
                  <c:v>1011.876234</c:v>
                </c:pt>
                <c:pt idx="2893">
                  <c:v>1012.142877</c:v>
                </c:pt>
                <c:pt idx="2894">
                  <c:v>1012.407936</c:v>
                </c:pt>
                <c:pt idx="2895">
                  <c:v>1012.671420</c:v>
                </c:pt>
                <c:pt idx="2896">
                  <c:v>1012.933336</c:v>
                </c:pt>
                <c:pt idx="2897">
                  <c:v>1013.193690</c:v>
                </c:pt>
                <c:pt idx="2898">
                  <c:v>1013.452490</c:v>
                </c:pt>
                <c:pt idx="2899">
                  <c:v>1013.709742</c:v>
                </c:pt>
                <c:pt idx="2900">
                  <c:v>1013.965456</c:v>
                </c:pt>
                <c:pt idx="2901">
                  <c:v>1014.219636</c:v>
                </c:pt>
                <c:pt idx="2902">
                  <c:v>1014.472291</c:v>
                </c:pt>
                <c:pt idx="2903">
                  <c:v>1014.723427</c:v>
                </c:pt>
                <c:pt idx="2904">
                  <c:v>1014.973052</c:v>
                </c:pt>
                <c:pt idx="2905">
                  <c:v>1015.221172</c:v>
                </c:pt>
                <c:pt idx="2906">
                  <c:v>1015.467794</c:v>
                </c:pt>
                <c:pt idx="2907">
                  <c:v>1015.712926</c:v>
                </c:pt>
                <c:pt idx="2908">
                  <c:v>1015.956574</c:v>
                </c:pt>
                <c:pt idx="2909">
                  <c:v>1016.198745</c:v>
                </c:pt>
                <c:pt idx="2910">
                  <c:v>1016.439445</c:v>
                </c:pt>
                <c:pt idx="2911">
                  <c:v>1016.678682</c:v>
                </c:pt>
                <c:pt idx="2912">
                  <c:v>1016.916463</c:v>
                </c:pt>
                <c:pt idx="2913">
                  <c:v>1017.152794</c:v>
                </c:pt>
                <c:pt idx="2914">
                  <c:v>1017.387681</c:v>
                </c:pt>
                <c:pt idx="2915">
                  <c:v>1017.621131</c:v>
                </c:pt>
                <c:pt idx="2916">
                  <c:v>1017.853152</c:v>
                </c:pt>
                <c:pt idx="2917">
                  <c:v>1018.083749</c:v>
                </c:pt>
                <c:pt idx="2918">
                  <c:v>1018.312929</c:v>
                </c:pt>
                <c:pt idx="2919">
                  <c:v>1018.540699</c:v>
                </c:pt>
                <c:pt idx="2920">
                  <c:v>1018.767064</c:v>
                </c:pt>
                <c:pt idx="2921">
                  <c:v>1018.992033</c:v>
                </c:pt>
                <c:pt idx="2922">
                  <c:v>1019.215610</c:v>
                </c:pt>
                <c:pt idx="2923">
                  <c:v>1019.437802</c:v>
                </c:pt>
                <c:pt idx="2924">
                  <c:v>1019.658617</c:v>
                </c:pt>
                <c:pt idx="2925">
                  <c:v>1019.878059</c:v>
                </c:pt>
                <c:pt idx="2926">
                  <c:v>1020.096135</c:v>
                </c:pt>
                <c:pt idx="2927">
                  <c:v>1020.312852</c:v>
                </c:pt>
                <c:pt idx="2928">
                  <c:v>1020.528216</c:v>
                </c:pt>
                <c:pt idx="2929">
                  <c:v>1020.742233</c:v>
                </c:pt>
                <c:pt idx="2930">
                  <c:v>1020.954908</c:v>
                </c:pt>
                <c:pt idx="2931">
                  <c:v>1021.166249</c:v>
                </c:pt>
                <c:pt idx="2932">
                  <c:v>1021.376262</c:v>
                </c:pt>
                <c:pt idx="2933">
                  <c:v>1021.584951</c:v>
                </c:pt>
                <c:pt idx="2934">
                  <c:v>1021.792325</c:v>
                </c:pt>
                <c:pt idx="2935">
                  <c:v>1021.998387</c:v>
                </c:pt>
                <c:pt idx="2936">
                  <c:v>1022.203145</c:v>
                </c:pt>
                <c:pt idx="2937">
                  <c:v>1022.406605</c:v>
                </c:pt>
                <c:pt idx="2938">
                  <c:v>1022.608772</c:v>
                </c:pt>
                <c:pt idx="2939">
                  <c:v>1022.809652</c:v>
                </c:pt>
                <c:pt idx="2940">
                  <c:v>1023.009251</c:v>
                </c:pt>
                <c:pt idx="2941">
                  <c:v>1023.207574</c:v>
                </c:pt>
                <c:pt idx="2942">
                  <c:v>1023.404629</c:v>
                </c:pt>
                <c:pt idx="2943">
                  <c:v>1023.600420</c:v>
                </c:pt>
                <c:pt idx="2944">
                  <c:v>1023.794953</c:v>
                </c:pt>
                <c:pt idx="2945">
                  <c:v>1023.988233</c:v>
                </c:pt>
                <c:pt idx="2946">
                  <c:v>1024.180268</c:v>
                </c:pt>
                <c:pt idx="2947">
                  <c:v>1024.371061</c:v>
                </c:pt>
                <c:pt idx="2948">
                  <c:v>1024.560619</c:v>
                </c:pt>
                <c:pt idx="2949">
                  <c:v>1024.748948</c:v>
                </c:pt>
                <c:pt idx="2950">
                  <c:v>1024.936052</c:v>
                </c:pt>
                <c:pt idx="2951">
                  <c:v>1025.121938</c:v>
                </c:pt>
                <c:pt idx="2952">
                  <c:v>1025.306611</c:v>
                </c:pt>
                <c:pt idx="2953">
                  <c:v>1025.490076</c:v>
                </c:pt>
                <c:pt idx="2954">
                  <c:v>1025.672339</c:v>
                </c:pt>
                <c:pt idx="2955">
                  <c:v>1025.853405</c:v>
                </c:pt>
                <c:pt idx="2956">
                  <c:v>1026.033280</c:v>
                </c:pt>
                <c:pt idx="2957">
                  <c:v>1026.211969</c:v>
                </c:pt>
                <c:pt idx="2958">
                  <c:v>1026.389477</c:v>
                </c:pt>
                <c:pt idx="2959">
                  <c:v>1026.565810</c:v>
                </c:pt>
                <c:pt idx="2960">
                  <c:v>1026.740972</c:v>
                </c:pt>
                <c:pt idx="2961">
                  <c:v>1026.914970</c:v>
                </c:pt>
                <c:pt idx="2962">
                  <c:v>1027.087808</c:v>
                </c:pt>
                <c:pt idx="2963">
                  <c:v>1027.259491</c:v>
                </c:pt>
                <c:pt idx="2964">
                  <c:v>1027.430025</c:v>
                </c:pt>
                <c:pt idx="2965">
                  <c:v>1027.599414</c:v>
                </c:pt>
                <c:pt idx="2966">
                  <c:v>1027.767665</c:v>
                </c:pt>
                <c:pt idx="2967">
                  <c:v>1027.934781</c:v>
                </c:pt>
                <c:pt idx="2968">
                  <c:v>1028.100768</c:v>
                </c:pt>
                <c:pt idx="2969">
                  <c:v>1028.265631</c:v>
                </c:pt>
                <c:pt idx="2970">
                  <c:v>1028.429375</c:v>
                </c:pt>
                <c:pt idx="2971">
                  <c:v>1028.592005</c:v>
                </c:pt>
                <c:pt idx="2972">
                  <c:v>1028.753526</c:v>
                </c:pt>
                <c:pt idx="2973">
                  <c:v>1028.913942</c:v>
                </c:pt>
                <c:pt idx="2974">
                  <c:v>1029.073259</c:v>
                </c:pt>
                <c:pt idx="2975">
                  <c:v>1029.231482</c:v>
                </c:pt>
                <c:pt idx="2976">
                  <c:v>1029.388614</c:v>
                </c:pt>
                <c:pt idx="2977">
                  <c:v>1029.544662</c:v>
                </c:pt>
                <c:pt idx="2978">
                  <c:v>1029.699629</c:v>
                </c:pt>
                <c:pt idx="2979">
                  <c:v>1029.853521</c:v>
                </c:pt>
                <c:pt idx="2980">
                  <c:v>1030.006343</c:v>
                </c:pt>
                <c:pt idx="2981">
                  <c:v>1030.158098</c:v>
                </c:pt>
                <c:pt idx="2982">
                  <c:v>1030.308791</c:v>
                </c:pt>
                <c:pt idx="2983">
                  <c:v>1030.458428</c:v>
                </c:pt>
                <c:pt idx="2984">
                  <c:v>1030.607013</c:v>
                </c:pt>
                <c:pt idx="2985">
                  <c:v>1030.754550</c:v>
                </c:pt>
                <c:pt idx="2986">
                  <c:v>1030.901044</c:v>
                </c:pt>
                <c:pt idx="2987">
                  <c:v>1031.046499</c:v>
                </c:pt>
                <c:pt idx="2988">
                  <c:v>1031.190921</c:v>
                </c:pt>
                <c:pt idx="2989">
                  <c:v>1031.334313</c:v>
                </c:pt>
                <c:pt idx="2990">
                  <c:v>1031.476679</c:v>
                </c:pt>
                <c:pt idx="2991">
                  <c:v>1031.618025</c:v>
                </c:pt>
                <c:pt idx="2992">
                  <c:v>1031.758355</c:v>
                </c:pt>
                <c:pt idx="2993">
                  <c:v>1031.897673</c:v>
                </c:pt>
                <c:pt idx="2994">
                  <c:v>1032.035983</c:v>
                </c:pt>
                <c:pt idx="2995">
                  <c:v>1032.173290</c:v>
                </c:pt>
                <c:pt idx="2996">
                  <c:v>1032.309598</c:v>
                </c:pt>
                <c:pt idx="2997">
                  <c:v>1032.444911</c:v>
                </c:pt>
                <c:pt idx="2998">
                  <c:v>1032.579234</c:v>
                </c:pt>
                <c:pt idx="2999">
                  <c:v>1032.712570</c:v>
                </c:pt>
                <c:pt idx="3000">
                  <c:v>1032.844925</c:v>
                </c:pt>
                <c:pt idx="3001">
                  <c:v>1032.976301</c:v>
                </c:pt>
                <c:pt idx="3002">
                  <c:v>1033.106704</c:v>
                </c:pt>
                <c:pt idx="3003">
                  <c:v>1033.236137</c:v>
                </c:pt>
                <c:pt idx="3004">
                  <c:v>1033.364605</c:v>
                </c:pt>
                <c:pt idx="3005">
                  <c:v>1033.492111</c:v>
                </c:pt>
                <c:pt idx="3006">
                  <c:v>1033.618660</c:v>
                </c:pt>
                <c:pt idx="3007">
                  <c:v>1033.744255</c:v>
                </c:pt>
                <c:pt idx="3008">
                  <c:v>1033.868900</c:v>
                </c:pt>
                <c:pt idx="3009">
                  <c:v>1033.992601</c:v>
                </c:pt>
                <c:pt idx="3010">
                  <c:v>1034.115360</c:v>
                </c:pt>
                <c:pt idx="3011">
                  <c:v>1034.237181</c:v>
                </c:pt>
                <c:pt idx="3012">
                  <c:v>1034.358068</c:v>
                </c:pt>
                <c:pt idx="3013">
                  <c:v>1034.478026</c:v>
                </c:pt>
                <c:pt idx="3014">
                  <c:v>1034.597057</c:v>
                </c:pt>
                <c:pt idx="3015">
                  <c:v>1034.715167</c:v>
                </c:pt>
                <c:pt idx="3016">
                  <c:v>1034.832358</c:v>
                </c:pt>
                <c:pt idx="3017">
                  <c:v>1034.948634</c:v>
                </c:pt>
                <c:pt idx="3018">
                  <c:v>1035.064000</c:v>
                </c:pt>
                <c:pt idx="3019">
                  <c:v>1035.178459</c:v>
                </c:pt>
                <c:pt idx="3020">
                  <c:v>1035.292014</c:v>
                </c:pt>
                <c:pt idx="3021">
                  <c:v>1035.404669</c:v>
                </c:pt>
                <c:pt idx="3022">
                  <c:v>1035.516428</c:v>
                </c:pt>
                <c:pt idx="3023">
                  <c:v>1035.627295</c:v>
                </c:pt>
                <c:pt idx="3024">
                  <c:v>1035.737273</c:v>
                </c:pt>
                <c:pt idx="3025">
                  <c:v>1035.846366</c:v>
                </c:pt>
                <c:pt idx="3026">
                  <c:v>1035.954577</c:v>
                </c:pt>
                <c:pt idx="3027">
                  <c:v>1036.061910</c:v>
                </c:pt>
                <c:pt idx="3028">
                  <c:v>1036.168368</c:v>
                </c:pt>
                <c:pt idx="3029">
                  <c:v>1036.273955</c:v>
                </c:pt>
                <c:pt idx="3030">
                  <c:v>1036.378675</c:v>
                </c:pt>
                <c:pt idx="3031">
                  <c:v>1036.482530</c:v>
                </c:pt>
                <c:pt idx="3032">
                  <c:v>1036.585525</c:v>
                </c:pt>
                <c:pt idx="3033">
                  <c:v>1036.687662</c:v>
                </c:pt>
                <c:pt idx="3034">
                  <c:v>1036.788945</c:v>
                </c:pt>
                <c:pt idx="3035">
                  <c:v>1036.889377</c:v>
                </c:pt>
                <c:pt idx="3036">
                  <c:v>1036.988962</c:v>
                </c:pt>
                <c:pt idx="3037">
                  <c:v>1037.087704</c:v>
                </c:pt>
                <c:pt idx="3038">
                  <c:v>1037.185604</c:v>
                </c:pt>
                <c:pt idx="3039">
                  <c:v>1037.282667</c:v>
                </c:pt>
                <c:pt idx="3040">
                  <c:v>1037.378896</c:v>
                </c:pt>
                <c:pt idx="3041">
                  <c:v>1037.474293</c:v>
                </c:pt>
                <c:pt idx="3042">
                  <c:v>1037.568863</c:v>
                </c:pt>
                <c:pt idx="3043">
                  <c:v>1037.662609</c:v>
                </c:pt>
                <c:pt idx="3044">
                  <c:v>1037.755533</c:v>
                </c:pt>
                <c:pt idx="3045">
                  <c:v>1037.847638</c:v>
                </c:pt>
                <c:pt idx="3046">
                  <c:v>1037.938929</c:v>
                </c:pt>
                <c:pt idx="3047">
                  <c:v>1038.029407</c:v>
                </c:pt>
                <c:pt idx="3048">
                  <c:v>1038.119076</c:v>
                </c:pt>
                <c:pt idx="3049">
                  <c:v>1038.207940</c:v>
                </c:pt>
                <c:pt idx="3050">
                  <c:v>1038.296000</c:v>
                </c:pt>
                <c:pt idx="3051">
                  <c:v>1038.383260</c:v>
                </c:pt>
                <c:pt idx="3052">
                  <c:v>1038.469724</c:v>
                </c:pt>
                <c:pt idx="3053">
                  <c:v>1038.555393</c:v>
                </c:pt>
                <c:pt idx="3054">
                  <c:v>1038.640271</c:v>
                </c:pt>
                <c:pt idx="3055">
                  <c:v>1038.724361</c:v>
                </c:pt>
                <c:pt idx="3056">
                  <c:v>1038.807666</c:v>
                </c:pt>
                <c:pt idx="3057">
                  <c:v>1038.890189</c:v>
                </c:pt>
                <c:pt idx="3058">
                  <c:v>1038.971932</c:v>
                </c:pt>
                <c:pt idx="3059">
                  <c:v>1039.052898</c:v>
                </c:pt>
                <c:pt idx="3060">
                  <c:v>1039.133090</c:v>
                </c:pt>
                <c:pt idx="3061">
                  <c:v>1039.212511</c:v>
                </c:pt>
                <c:pt idx="3062">
                  <c:v>1039.291164</c:v>
                </c:pt>
                <c:pt idx="3063">
                  <c:v>1039.369051</c:v>
                </c:pt>
                <c:pt idx="3064">
                  <c:v>1039.446176</c:v>
                </c:pt>
                <c:pt idx="3065">
                  <c:v>1039.522540</c:v>
                </c:pt>
                <c:pt idx="3066">
                  <c:v>1039.598147</c:v>
                </c:pt>
                <c:pt idx="3067">
                  <c:v>1039.672999</c:v>
                </c:pt>
                <c:pt idx="3068">
                  <c:v>1039.747099</c:v>
                </c:pt>
                <c:pt idx="3069">
                  <c:v>1039.820450</c:v>
                </c:pt>
                <c:pt idx="3070">
                  <c:v>1039.893053</c:v>
                </c:pt>
                <c:pt idx="3071">
                  <c:v>1039.964912</c:v>
                </c:pt>
                <c:pt idx="3072">
                  <c:v>1040.036030</c:v>
                </c:pt>
                <c:pt idx="3073">
                  <c:v>1040.106408</c:v>
                </c:pt>
                <c:pt idx="3074">
                  <c:v>1040.176049</c:v>
                </c:pt>
                <c:pt idx="3075">
                  <c:v>1040.244956</c:v>
                </c:pt>
                <c:pt idx="3076">
                  <c:v>1040.313132</c:v>
                </c:pt>
                <c:pt idx="3077">
                  <c:v>1040.380578</c:v>
                </c:pt>
                <c:pt idx="3078">
                  <c:v>1040.447298</c:v>
                </c:pt>
                <c:pt idx="3079">
                  <c:v>1040.513293</c:v>
                </c:pt>
                <c:pt idx="3080">
                  <c:v>1040.578566</c:v>
                </c:pt>
                <c:pt idx="3081">
                  <c:v>1040.643120</c:v>
                </c:pt>
                <c:pt idx="3082">
                  <c:v>1040.706956</c:v>
                </c:pt>
                <c:pt idx="3083">
                  <c:v>1040.770077</c:v>
                </c:pt>
                <c:pt idx="3084">
                  <c:v>1040.832486</c:v>
                </c:pt>
                <c:pt idx="3085">
                  <c:v>1040.894184</c:v>
                </c:pt>
                <c:pt idx="3086">
                  <c:v>1040.955175</c:v>
                </c:pt>
                <c:pt idx="3087">
                  <c:v>1041.015460</c:v>
                </c:pt>
                <c:pt idx="3088">
                  <c:v>1041.075041</c:v>
                </c:pt>
                <c:pt idx="3089">
                  <c:v>1041.133921</c:v>
                </c:pt>
                <c:pt idx="3090">
                  <c:v>1041.192102</c:v>
                </c:pt>
                <c:pt idx="3091">
                  <c:v>1041.249586</c:v>
                </c:pt>
                <c:pt idx="3092">
                  <c:v>1041.306376</c:v>
                </c:pt>
                <c:pt idx="3093">
                  <c:v>1041.362473</c:v>
                </c:pt>
                <c:pt idx="3094">
                  <c:v>1041.417879</c:v>
                </c:pt>
                <c:pt idx="3095">
                  <c:v>1041.472597</c:v>
                </c:pt>
                <c:pt idx="3096">
                  <c:v>1041.526629</c:v>
                </c:pt>
                <c:pt idx="3097">
                  <c:v>1041.579977</c:v>
                </c:pt>
                <c:pt idx="3098">
                  <c:v>1041.632643</c:v>
                </c:pt>
                <c:pt idx="3099">
                  <c:v>1041.684628</c:v>
                </c:pt>
                <c:pt idx="3100">
                  <c:v>1041.735936</c:v>
                </c:pt>
                <c:pt idx="3101">
                  <c:v>1041.786567</c:v>
                </c:pt>
                <c:pt idx="3102">
                  <c:v>1041.836524</c:v>
                </c:pt>
                <c:pt idx="3103">
                  <c:v>1041.885810</c:v>
                </c:pt>
                <c:pt idx="3104">
                  <c:v>1041.934425</c:v>
                </c:pt>
                <c:pt idx="3105">
                  <c:v>1041.982371</c:v>
                </c:pt>
                <c:pt idx="3106">
                  <c:v>1042.029652</c:v>
                </c:pt>
                <c:pt idx="3107">
                  <c:v>1042.076267</c:v>
                </c:pt>
                <c:pt idx="3108">
                  <c:v>1042.122221</c:v>
                </c:pt>
                <c:pt idx="3109">
                  <c:v>1042.167513</c:v>
                </c:pt>
                <c:pt idx="3110">
                  <c:v>1042.212146</c:v>
                </c:pt>
                <c:pt idx="3111">
                  <c:v>1042.256123</c:v>
                </c:pt>
                <c:pt idx="3112">
                  <c:v>1042.299443</c:v>
                </c:pt>
                <c:pt idx="3113">
                  <c:v>1042.342111</c:v>
                </c:pt>
                <c:pt idx="3114">
                  <c:v>1042.384126</c:v>
                </c:pt>
                <c:pt idx="3115">
                  <c:v>1042.425491</c:v>
                </c:pt>
                <c:pt idx="3116">
                  <c:v>1042.466208</c:v>
                </c:pt>
                <c:pt idx="3117">
                  <c:v>1042.506278</c:v>
                </c:pt>
                <c:pt idx="3118">
                  <c:v>1042.545703</c:v>
                </c:pt>
                <c:pt idx="3119">
                  <c:v>1042.584484</c:v>
                </c:pt>
                <c:pt idx="3120">
                  <c:v>1042.622624</c:v>
                </c:pt>
                <c:pt idx="3121">
                  <c:v>1042.660124</c:v>
                </c:pt>
                <c:pt idx="3122">
                  <c:v>1042.696985</c:v>
                </c:pt>
                <c:pt idx="3123">
                  <c:v>1042.733209</c:v>
                </c:pt>
                <c:pt idx="3124">
                  <c:v>1042.768798</c:v>
                </c:pt>
                <c:pt idx="3125">
                  <c:v>1042.803753</c:v>
                </c:pt>
                <c:pt idx="3126">
                  <c:v>1042.838076</c:v>
                </c:pt>
                <c:pt idx="3127">
                  <c:v>1042.871768</c:v>
                </c:pt>
                <c:pt idx="3128">
                  <c:v>1042.904831</c:v>
                </c:pt>
                <c:pt idx="3129">
                  <c:v>1042.937265</c:v>
                </c:pt>
                <c:pt idx="3130">
                  <c:v>1042.969074</c:v>
                </c:pt>
                <c:pt idx="3131">
                  <c:v>1043.000257</c:v>
                </c:pt>
                <c:pt idx="3132">
                  <c:v>1043.030817</c:v>
                </c:pt>
                <c:pt idx="3133">
                  <c:v>1043.060755</c:v>
                </c:pt>
                <c:pt idx="3134">
                  <c:v>1043.090073</c:v>
                </c:pt>
                <c:pt idx="3135">
                  <c:v>1043.118771</c:v>
                </c:pt>
                <c:pt idx="3136">
                  <c:v>1043.146851</c:v>
                </c:pt>
                <c:pt idx="3137">
                  <c:v>1043.174314</c:v>
                </c:pt>
                <c:pt idx="3138">
                  <c:v>1043.201162</c:v>
                </c:pt>
                <c:pt idx="3139">
                  <c:v>1043.227396</c:v>
                </c:pt>
                <c:pt idx="3140">
                  <c:v>1043.253017</c:v>
                </c:pt>
                <c:pt idx="3141">
                  <c:v>1043.278027</c:v>
                </c:pt>
                <c:pt idx="3142">
                  <c:v>1043.302426</c:v>
                </c:pt>
                <c:pt idx="3143">
                  <c:v>1043.326217</c:v>
                </c:pt>
                <c:pt idx="3144">
                  <c:v>1043.349399</c:v>
                </c:pt>
                <c:pt idx="3145">
                  <c:v>1043.371975</c:v>
                </c:pt>
                <c:pt idx="3146">
                  <c:v>1043.393946</c:v>
                </c:pt>
                <c:pt idx="3147">
                  <c:v>1043.415312</c:v>
                </c:pt>
                <c:pt idx="3148">
                  <c:v>1043.436076</c:v>
                </c:pt>
                <c:pt idx="3149">
                  <c:v>1043.456237</c:v>
                </c:pt>
                <c:pt idx="3150">
                  <c:v>1043.475797</c:v>
                </c:pt>
                <c:pt idx="3151">
                  <c:v>1043.494758</c:v>
                </c:pt>
                <c:pt idx="3152">
                  <c:v>1043.513119</c:v>
                </c:pt>
                <c:pt idx="3153">
                  <c:v>1043.530883</c:v>
                </c:pt>
                <c:pt idx="3154">
                  <c:v>1043.548051</c:v>
                </c:pt>
                <c:pt idx="3155">
                  <c:v>1043.564622</c:v>
                </c:pt>
                <c:pt idx="3156">
                  <c:v>1043.580600</c:v>
                </c:pt>
                <c:pt idx="3157">
                  <c:v>1043.595983</c:v>
                </c:pt>
                <c:pt idx="3158">
                  <c:v>1043.610774</c:v>
                </c:pt>
                <c:pt idx="3159">
                  <c:v>1043.624973</c:v>
                </c:pt>
                <c:pt idx="3160">
                  <c:v>1043.638581</c:v>
                </c:pt>
                <c:pt idx="3161">
                  <c:v>1043.651600</c:v>
                </c:pt>
                <c:pt idx="3162">
                  <c:v>1043.664029</c:v>
                </c:pt>
                <c:pt idx="3163">
                  <c:v>1043.675871</c:v>
                </c:pt>
                <c:pt idx="3164">
                  <c:v>1043.687125</c:v>
                </c:pt>
                <c:pt idx="3165">
                  <c:v>1043.697792</c:v>
                </c:pt>
                <c:pt idx="3166">
                  <c:v>1043.707875</c:v>
                </c:pt>
                <c:pt idx="3167">
                  <c:v>1043.717372</c:v>
                </c:pt>
                <c:pt idx="3168">
                  <c:v>1043.726286</c:v>
                </c:pt>
                <c:pt idx="3169">
                  <c:v>1043.734616</c:v>
                </c:pt>
                <c:pt idx="3170">
                  <c:v>1043.742364</c:v>
                </c:pt>
                <c:pt idx="3171">
                  <c:v>1043.749530</c:v>
                </c:pt>
                <c:pt idx="3172">
                  <c:v>1043.756116</c:v>
                </c:pt>
                <c:pt idx="3173">
                  <c:v>1043.762121</c:v>
                </c:pt>
                <c:pt idx="3174">
                  <c:v>1043.767547</c:v>
                </c:pt>
                <c:pt idx="3175">
                  <c:v>1043.772393</c:v>
                </c:pt>
                <c:pt idx="3176">
                  <c:v>1043.776662</c:v>
                </c:pt>
                <c:pt idx="3177">
                  <c:v>1043.780353</c:v>
                </c:pt>
                <c:pt idx="3178">
                  <c:v>1043.783468</c:v>
                </c:pt>
                <c:pt idx="3179">
                  <c:v>1043.786005</c:v>
                </c:pt>
                <c:pt idx="3180">
                  <c:v>1043.787968</c:v>
                </c:pt>
                <c:pt idx="3181">
                  <c:v>1043.789355</c:v>
                </c:pt>
                <c:pt idx="3182">
                  <c:v>1043.790168</c:v>
                </c:pt>
                <c:pt idx="3183">
                  <c:v>1043.790406</c:v>
                </c:pt>
                <c:pt idx="3184">
                  <c:v>1043.790071</c:v>
                </c:pt>
                <c:pt idx="3185">
                  <c:v>1043.789164</c:v>
                </c:pt>
                <c:pt idx="3186">
                  <c:v>1043.787683</c:v>
                </c:pt>
                <c:pt idx="3187">
                  <c:v>1043.785631</c:v>
                </c:pt>
                <c:pt idx="3188">
                  <c:v>1043.783007</c:v>
                </c:pt>
                <c:pt idx="3189">
                  <c:v>1043.779812</c:v>
                </c:pt>
                <c:pt idx="3190">
                  <c:v>1043.776047</c:v>
                </c:pt>
                <c:pt idx="3191">
                  <c:v>1043.771711</c:v>
                </c:pt>
                <c:pt idx="3192">
                  <c:v>1043.766805</c:v>
                </c:pt>
                <c:pt idx="3193">
                  <c:v>1043.761330</c:v>
                </c:pt>
                <c:pt idx="3194">
                  <c:v>1043.755286</c:v>
                </c:pt>
                <c:pt idx="3195">
                  <c:v>1043.748672</c:v>
                </c:pt>
                <c:pt idx="3196">
                  <c:v>1043.741491</c:v>
                </c:pt>
                <c:pt idx="3197">
                  <c:v>1043.733741</c:v>
                </c:pt>
                <c:pt idx="3198">
                  <c:v>1043.725424</c:v>
                </c:pt>
                <c:pt idx="3199">
                  <c:v>1043.716539</c:v>
                </c:pt>
                <c:pt idx="3200">
                  <c:v>1043.707086</c:v>
                </c:pt>
                <c:pt idx="3201">
                  <c:v>1043.697067</c:v>
                </c:pt>
                <c:pt idx="3202">
                  <c:v>1043.686481</c:v>
                </c:pt>
                <c:pt idx="3203">
                  <c:v>1043.675328</c:v>
                </c:pt>
                <c:pt idx="3204">
                  <c:v>1043.663609</c:v>
                </c:pt>
                <c:pt idx="3205">
                  <c:v>1043.651323</c:v>
                </c:pt>
                <c:pt idx="3206">
                  <c:v>1043.638472</c:v>
                </c:pt>
                <c:pt idx="3207">
                  <c:v>1043.625054</c:v>
                </c:pt>
                <c:pt idx="3208">
                  <c:v>1043.611071</c:v>
                </c:pt>
                <c:pt idx="3209">
                  <c:v>1043.596522</c:v>
                </c:pt>
                <c:pt idx="3210">
                  <c:v>1043.581407</c:v>
                </c:pt>
                <c:pt idx="3211">
                  <c:v>1043.565727</c:v>
                </c:pt>
                <c:pt idx="3212">
                  <c:v>1043.549481</c:v>
                </c:pt>
                <c:pt idx="3213">
                  <c:v>1043.532670</c:v>
                </c:pt>
                <c:pt idx="3214">
                  <c:v>1043.515294</c:v>
                </c:pt>
                <c:pt idx="3215">
                  <c:v>1043.497352</c:v>
                </c:pt>
                <c:pt idx="3216">
                  <c:v>1043.478845</c:v>
                </c:pt>
                <c:pt idx="3217">
                  <c:v>1043.459773</c:v>
                </c:pt>
                <c:pt idx="3218">
                  <c:v>1043.440135</c:v>
                </c:pt>
                <c:pt idx="3219">
                  <c:v>1043.419931</c:v>
                </c:pt>
                <c:pt idx="3220">
                  <c:v>1043.399163</c:v>
                </c:pt>
                <c:pt idx="3221">
                  <c:v>1043.377828</c:v>
                </c:pt>
                <c:pt idx="3222">
                  <c:v>1043.355928</c:v>
                </c:pt>
                <c:pt idx="3223">
                  <c:v>1043.333462</c:v>
                </c:pt>
                <c:pt idx="3224">
                  <c:v>1043.310430</c:v>
                </c:pt>
                <c:pt idx="3225">
                  <c:v>1043.286832</c:v>
                </c:pt>
                <c:pt idx="3226">
                  <c:v>1043.262667</c:v>
                </c:pt>
                <c:pt idx="3227">
                  <c:v>1043.237936</c:v>
                </c:pt>
                <c:pt idx="3228">
                  <c:v>1043.212638</c:v>
                </c:pt>
                <c:pt idx="3229">
                  <c:v>1043.186774</c:v>
                </c:pt>
                <c:pt idx="3230">
                  <c:v>1043.160342</c:v>
                </c:pt>
                <c:pt idx="3231">
                  <c:v>1043.133343</c:v>
                </c:pt>
                <c:pt idx="3232">
                  <c:v>1043.105777</c:v>
                </c:pt>
                <c:pt idx="3233">
                  <c:v>1043.077642</c:v>
                </c:pt>
                <c:pt idx="3234">
                  <c:v>1043.048939</c:v>
                </c:pt>
                <c:pt idx="3235">
                  <c:v>1043.019668</c:v>
                </c:pt>
                <c:pt idx="3236">
                  <c:v>1042.989828</c:v>
                </c:pt>
                <c:pt idx="3237">
                  <c:v>1042.959418</c:v>
                </c:pt>
                <c:pt idx="3238">
                  <c:v>1042.928439</c:v>
                </c:pt>
                <c:pt idx="3239">
                  <c:v>1042.896890</c:v>
                </c:pt>
                <c:pt idx="3240">
                  <c:v>1042.864771</c:v>
                </c:pt>
                <c:pt idx="3241">
                  <c:v>1042.832081</c:v>
                </c:pt>
                <c:pt idx="3242">
                  <c:v>1042.798820</c:v>
                </c:pt>
                <c:pt idx="3243">
                  <c:v>1042.764987</c:v>
                </c:pt>
                <c:pt idx="3244">
                  <c:v>1042.730582</c:v>
                </c:pt>
                <c:pt idx="3245">
                  <c:v>1042.695604</c:v>
                </c:pt>
                <c:pt idx="3246">
                  <c:v>1042.660053</c:v>
                </c:pt>
                <c:pt idx="3247">
                  <c:v>1042.623929</c:v>
                </c:pt>
                <c:pt idx="3248">
                  <c:v>1042.587230</c:v>
                </c:pt>
                <c:pt idx="3249">
                  <c:v>1042.549957</c:v>
                </c:pt>
                <c:pt idx="3250">
                  <c:v>1042.512109</c:v>
                </c:pt>
                <c:pt idx="3251">
                  <c:v>1042.473684</c:v>
                </c:pt>
                <c:pt idx="3252">
                  <c:v>1042.434684</c:v>
                </c:pt>
                <c:pt idx="3253">
                  <c:v>1042.395106</c:v>
                </c:pt>
                <c:pt idx="3254">
                  <c:v>1042.354950</c:v>
                </c:pt>
                <c:pt idx="3255">
                  <c:v>1042.314217</c:v>
                </c:pt>
                <c:pt idx="3256">
                  <c:v>1042.272904</c:v>
                </c:pt>
                <c:pt idx="3257">
                  <c:v>1042.231012</c:v>
                </c:pt>
                <c:pt idx="3258">
                  <c:v>1042.188539</c:v>
                </c:pt>
                <c:pt idx="3259">
                  <c:v>1042.145485</c:v>
                </c:pt>
                <c:pt idx="3260">
                  <c:v>1042.101850</c:v>
                </c:pt>
                <c:pt idx="3261">
                  <c:v>1042.057632</c:v>
                </c:pt>
                <c:pt idx="3262">
                  <c:v>1042.012831</c:v>
                </c:pt>
                <c:pt idx="3263">
                  <c:v>1041.967445</c:v>
                </c:pt>
                <c:pt idx="3264">
                  <c:v>1041.921475</c:v>
                </c:pt>
                <c:pt idx="3265">
                  <c:v>1041.874919</c:v>
                </c:pt>
                <c:pt idx="3266">
                  <c:v>1041.827776</c:v>
                </c:pt>
                <c:pt idx="3267">
                  <c:v>1041.780047</c:v>
                </c:pt>
                <c:pt idx="3268">
                  <c:v>1041.731729</c:v>
                </c:pt>
                <c:pt idx="3269">
                  <c:v>1041.682822</c:v>
                </c:pt>
                <c:pt idx="3270">
                  <c:v>1041.633324</c:v>
                </c:pt>
                <c:pt idx="3271">
                  <c:v>1041.583236</c:v>
                </c:pt>
                <c:pt idx="3272">
                  <c:v>1041.532557</c:v>
                </c:pt>
                <c:pt idx="3273">
                  <c:v>1041.481284</c:v>
                </c:pt>
                <c:pt idx="3274">
                  <c:v>1041.429418</c:v>
                </c:pt>
                <c:pt idx="3275">
                  <c:v>1041.376957</c:v>
                </c:pt>
                <c:pt idx="3276">
                  <c:v>1041.323900</c:v>
                </c:pt>
                <c:pt idx="3277">
                  <c:v>1041.270246</c:v>
                </c:pt>
                <c:pt idx="3278">
                  <c:v>1041.215995</c:v>
                </c:pt>
                <c:pt idx="3279">
                  <c:v>1041.161145</c:v>
                </c:pt>
                <c:pt idx="3280">
                  <c:v>1041.105695</c:v>
                </c:pt>
                <c:pt idx="3281">
                  <c:v>1041.049644</c:v>
                </c:pt>
                <c:pt idx="3282">
                  <c:v>1040.992991</c:v>
                </c:pt>
                <c:pt idx="3283">
                  <c:v>1040.935735</c:v>
                </c:pt>
                <c:pt idx="3284">
                  <c:v>1040.877874</c:v>
                </c:pt>
                <c:pt idx="3285">
                  <c:v>1040.819409</c:v>
                </c:pt>
                <c:pt idx="3286">
                  <c:v>1040.760336</c:v>
                </c:pt>
                <c:pt idx="3287">
                  <c:v>1040.700656</c:v>
                </c:pt>
                <c:pt idx="3288">
                  <c:v>1040.640366</c:v>
                </c:pt>
                <c:pt idx="3289">
                  <c:v>1040.579467</c:v>
                </c:pt>
                <c:pt idx="3290">
                  <c:v>1040.517956</c:v>
                </c:pt>
                <c:pt idx="3291">
                  <c:v>1040.455832</c:v>
                </c:pt>
                <c:pt idx="3292">
                  <c:v>1040.393095</c:v>
                </c:pt>
                <c:pt idx="3293">
                  <c:v>1040.329742</c:v>
                </c:pt>
                <c:pt idx="3294">
                  <c:v>1040.265772</c:v>
                </c:pt>
                <c:pt idx="3295">
                  <c:v>1040.201185</c:v>
                </c:pt>
                <c:pt idx="3296">
                  <c:v>1040.135979</c:v>
                </c:pt>
                <c:pt idx="3297">
                  <c:v>1040.070152</c:v>
                </c:pt>
                <c:pt idx="3298">
                  <c:v>1040.003703</c:v>
                </c:pt>
                <c:pt idx="3299">
                  <c:v>1039.936630</c:v>
                </c:pt>
                <c:pt idx="3300">
                  <c:v>1039.868933</c:v>
                </c:pt>
                <c:pt idx="3301">
                  <c:v>1039.800610</c:v>
                </c:pt>
                <c:pt idx="3302">
                  <c:v>1039.731659</c:v>
                </c:pt>
                <c:pt idx="3303">
                  <c:v>1039.662079</c:v>
                </c:pt>
                <c:pt idx="3304">
                  <c:v>1039.591869</c:v>
                </c:pt>
                <c:pt idx="3305">
                  <c:v>1039.521026</c:v>
                </c:pt>
                <c:pt idx="3306">
                  <c:v>1039.449550</c:v>
                </c:pt>
                <c:pt idx="3307">
                  <c:v>1039.377439</c:v>
                </c:pt>
                <c:pt idx="3308">
                  <c:v>1039.304691</c:v>
                </c:pt>
                <c:pt idx="3309">
                  <c:v>1039.231305</c:v>
                </c:pt>
                <c:pt idx="3310">
                  <c:v>1039.157279</c:v>
                </c:pt>
                <c:pt idx="3311">
                  <c:v>1039.082612</c:v>
                </c:pt>
                <c:pt idx="3312">
                  <c:v>1039.007302</c:v>
                </c:pt>
                <c:pt idx="3313">
                  <c:v>1038.931348</c:v>
                </c:pt>
                <c:pt idx="3314">
                  <c:v>1038.854747</c:v>
                </c:pt>
                <c:pt idx="3315">
                  <c:v>1038.777498</c:v>
                </c:pt>
                <c:pt idx="3316">
                  <c:v>1038.699600</c:v>
                </c:pt>
                <c:pt idx="3317">
                  <c:v>1038.621050</c:v>
                </c:pt>
                <c:pt idx="3318">
                  <c:v>1038.541847</c:v>
                </c:pt>
                <c:pt idx="3319">
                  <c:v>1038.461989</c:v>
                </c:pt>
                <c:pt idx="3320">
                  <c:v>1038.381475</c:v>
                </c:pt>
                <c:pt idx="3321">
                  <c:v>1038.300303</c:v>
                </c:pt>
                <c:pt idx="3322">
                  <c:v>1038.218470</c:v>
                </c:pt>
                <c:pt idx="3323">
                  <c:v>1038.135975</c:v>
                </c:pt>
                <c:pt idx="3324">
                  <c:v>1038.052817</c:v>
                </c:pt>
                <c:pt idx="3325">
                  <c:v>1037.968993</c:v>
                </c:pt>
                <c:pt idx="3326">
                  <c:v>1037.884501</c:v>
                </c:pt>
                <c:pt idx="3327">
                  <c:v>1037.799341</c:v>
                </c:pt>
                <c:pt idx="3328">
                  <c:v>1037.713508</c:v>
                </c:pt>
                <c:pt idx="3329">
                  <c:v>1037.627003</c:v>
                </c:pt>
                <c:pt idx="3330">
                  <c:v>1037.539823</c:v>
                </c:pt>
                <c:pt idx="3331">
                  <c:v>1037.451965</c:v>
                </c:pt>
                <c:pt idx="3332">
                  <c:v>1037.363428</c:v>
                </c:pt>
                <c:pt idx="3333">
                  <c:v>1037.274211</c:v>
                </c:pt>
                <c:pt idx="3334">
                  <c:v>1037.184310</c:v>
                </c:pt>
                <c:pt idx="3335">
                  <c:v>1037.093724</c:v>
                </c:pt>
                <c:pt idx="3336">
                  <c:v>1037.002451</c:v>
                </c:pt>
                <c:pt idx="3337">
                  <c:v>1036.910489</c:v>
                </c:pt>
                <c:pt idx="3338">
                  <c:v>1036.817835</c:v>
                </c:pt>
                <c:pt idx="3339">
                  <c:v>1036.724488</c:v>
                </c:pt>
                <c:pt idx="3340">
                  <c:v>1036.630445</c:v>
                </c:pt>
                <c:pt idx="3341">
                  <c:v>1036.535705</c:v>
                </c:pt>
                <c:pt idx="3342">
                  <c:v>1036.440265</c:v>
                </c:pt>
                <c:pt idx="3343">
                  <c:v>1036.344123</c:v>
                </c:pt>
                <c:pt idx="3344">
                  <c:v>1036.247276</c:v>
                </c:pt>
                <c:pt idx="3345">
                  <c:v>1036.149723</c:v>
                </c:pt>
                <c:pt idx="3346">
                  <c:v>1036.051462</c:v>
                </c:pt>
                <c:pt idx="3347">
                  <c:v>1035.952489</c:v>
                </c:pt>
                <c:pt idx="3348">
                  <c:v>1035.852803</c:v>
                </c:pt>
                <c:pt idx="3349">
                  <c:v>1035.752402</c:v>
                </c:pt>
                <c:pt idx="3350">
                  <c:v>1035.651283</c:v>
                </c:pt>
                <c:pt idx="3351">
                  <c:v>1035.549444</c:v>
                </c:pt>
                <c:pt idx="3352">
                  <c:v>1035.446882</c:v>
                </c:pt>
                <c:pt idx="3353">
                  <c:v>1035.343595</c:v>
                </c:pt>
                <c:pt idx="3354">
                  <c:v>1035.239581</c:v>
                </c:pt>
                <c:pt idx="3355">
                  <c:v>1035.134837</c:v>
                </c:pt>
                <c:pt idx="3356">
                  <c:v>1035.029362</c:v>
                </c:pt>
                <c:pt idx="3357">
                  <c:v>1034.923151</c:v>
                </c:pt>
                <c:pt idx="3358">
                  <c:v>1034.816204</c:v>
                </c:pt>
                <c:pt idx="3359">
                  <c:v>1034.708517</c:v>
                </c:pt>
                <c:pt idx="3360">
                  <c:v>1034.600088</c:v>
                </c:pt>
                <c:pt idx="3361">
                  <c:v>1034.490915</c:v>
                </c:pt>
                <c:pt idx="3362">
                  <c:v>1034.380994</c:v>
                </c:pt>
                <c:pt idx="3363">
                  <c:v>1034.270324</c:v>
                </c:pt>
                <c:pt idx="3364">
                  <c:v>1034.158901</c:v>
                </c:pt>
                <c:pt idx="3365">
                  <c:v>1034.046724</c:v>
                </c:pt>
                <c:pt idx="3366">
                  <c:v>1033.933789</c:v>
                </c:pt>
                <c:pt idx="3367">
                  <c:v>1033.820094</c:v>
                </c:pt>
                <c:pt idx="3368">
                  <c:v>1033.705637</c:v>
                </c:pt>
                <c:pt idx="3369">
                  <c:v>1033.590414</c:v>
                </c:pt>
                <c:pt idx="3370">
                  <c:v>1033.474422</c:v>
                </c:pt>
                <c:pt idx="3371">
                  <c:v>1033.357660</c:v>
                </c:pt>
                <c:pt idx="3372">
                  <c:v>1033.240124</c:v>
                </c:pt>
                <c:pt idx="3373">
                  <c:v>1033.121812</c:v>
                </c:pt>
                <c:pt idx="3374">
                  <c:v>1033.002721</c:v>
                </c:pt>
                <c:pt idx="3375">
                  <c:v>1032.882847</c:v>
                </c:pt>
                <c:pt idx="3376">
                  <c:v>1032.762189</c:v>
                </c:pt>
                <c:pt idx="3377">
                  <c:v>1032.640743</c:v>
                </c:pt>
                <c:pt idx="3378">
                  <c:v>1032.518507</c:v>
                </c:pt>
                <c:pt idx="3379">
                  <c:v>1032.395477</c:v>
                </c:pt>
                <c:pt idx="3380">
                  <c:v>1032.271651</c:v>
                </c:pt>
                <c:pt idx="3381">
                  <c:v>1032.147026</c:v>
                </c:pt>
                <c:pt idx="3382">
                  <c:v>1032.021598</c:v>
                </c:pt>
                <c:pt idx="3383">
                  <c:v>1031.895366</c:v>
                </c:pt>
                <c:pt idx="3384">
                  <c:v>1031.768325</c:v>
                </c:pt>
                <c:pt idx="3385">
                  <c:v>1031.640473</c:v>
                </c:pt>
                <c:pt idx="3386">
                  <c:v>1031.511807</c:v>
                </c:pt>
                <c:pt idx="3387">
                  <c:v>1031.382323</c:v>
                </c:pt>
                <c:pt idx="3388">
                  <c:v>1031.252020</c:v>
                </c:pt>
                <c:pt idx="3389">
                  <c:v>1031.120893</c:v>
                </c:pt>
                <c:pt idx="3390">
                  <c:v>1030.988939</c:v>
                </c:pt>
                <c:pt idx="3391">
                  <c:v>1030.856156</c:v>
                </c:pt>
                <c:pt idx="3392">
                  <c:v>1030.722540</c:v>
                </c:pt>
                <c:pt idx="3393">
                  <c:v>1030.588088</c:v>
                </c:pt>
                <c:pt idx="3394">
                  <c:v>1030.452797</c:v>
                </c:pt>
                <c:pt idx="3395">
                  <c:v>1030.316663</c:v>
                </c:pt>
                <c:pt idx="3396">
                  <c:v>1030.179684</c:v>
                </c:pt>
                <c:pt idx="3397">
                  <c:v>1030.041856</c:v>
                </c:pt>
                <c:pt idx="3398">
                  <c:v>1029.903176</c:v>
                </c:pt>
                <c:pt idx="3399">
                  <c:v>1029.763640</c:v>
                </c:pt>
                <c:pt idx="3400">
                  <c:v>1029.623245</c:v>
                </c:pt>
                <c:pt idx="3401">
                  <c:v>1029.481988</c:v>
                </c:pt>
                <c:pt idx="3402">
                  <c:v>1029.339866</c:v>
                </c:pt>
                <c:pt idx="3403">
                  <c:v>1029.196875</c:v>
                </c:pt>
                <c:pt idx="3404">
                  <c:v>1029.053011</c:v>
                </c:pt>
                <c:pt idx="3405">
                  <c:v>1028.908272</c:v>
                </c:pt>
                <c:pt idx="3406">
                  <c:v>1028.762654</c:v>
                </c:pt>
                <c:pt idx="3407">
                  <c:v>1028.616152</c:v>
                </c:pt>
                <c:pt idx="3408">
                  <c:v>1028.468765</c:v>
                </c:pt>
                <c:pt idx="3409">
                  <c:v>1028.320488</c:v>
                </c:pt>
                <c:pt idx="3410">
                  <c:v>1028.171317</c:v>
                </c:pt>
                <c:pt idx="3411">
                  <c:v>1028.021250</c:v>
                </c:pt>
                <c:pt idx="3412">
                  <c:v>1027.870282</c:v>
                </c:pt>
                <c:pt idx="3413">
                  <c:v>1027.718410</c:v>
                </c:pt>
                <c:pt idx="3414">
                  <c:v>1027.565631</c:v>
                </c:pt>
                <c:pt idx="3415">
                  <c:v>1027.411940</c:v>
                </c:pt>
                <c:pt idx="3416">
                  <c:v>1027.257334</c:v>
                </c:pt>
                <c:pt idx="3417">
                  <c:v>1027.101809</c:v>
                </c:pt>
                <c:pt idx="3418">
                  <c:v>1026.945362</c:v>
                </c:pt>
                <c:pt idx="3419">
                  <c:v>1026.787989</c:v>
                </c:pt>
                <c:pt idx="3420">
                  <c:v>1026.629686</c:v>
                </c:pt>
                <c:pt idx="3421">
                  <c:v>1026.470449</c:v>
                </c:pt>
                <c:pt idx="3422">
                  <c:v>1026.310274</c:v>
                </c:pt>
                <c:pt idx="3423">
                  <c:v>1026.149158</c:v>
                </c:pt>
                <c:pt idx="3424">
                  <c:v>1025.987097</c:v>
                </c:pt>
                <c:pt idx="3425">
                  <c:v>1025.824087</c:v>
                </c:pt>
                <c:pt idx="3426">
                  <c:v>1025.660123</c:v>
                </c:pt>
                <c:pt idx="3427">
                  <c:v>1025.495203</c:v>
                </c:pt>
                <c:pt idx="3428">
                  <c:v>1025.329321</c:v>
                </c:pt>
                <c:pt idx="3429">
                  <c:v>1025.162475</c:v>
                </c:pt>
                <c:pt idx="3430">
                  <c:v>1024.994660</c:v>
                </c:pt>
                <c:pt idx="3431">
                  <c:v>1024.825871</c:v>
                </c:pt>
                <c:pt idx="3432">
                  <c:v>1024.656106</c:v>
                </c:pt>
                <c:pt idx="3433">
                  <c:v>1024.485360</c:v>
                </c:pt>
                <c:pt idx="3434">
                  <c:v>1024.313628</c:v>
                </c:pt>
                <c:pt idx="3435">
                  <c:v>1024.140908</c:v>
                </c:pt>
                <c:pt idx="3436">
                  <c:v>1023.967193</c:v>
                </c:pt>
                <c:pt idx="3437">
                  <c:v>1023.792482</c:v>
                </c:pt>
                <c:pt idx="3438">
                  <c:v>1023.616768</c:v>
                </c:pt>
                <c:pt idx="3439">
                  <c:v>1023.440048</c:v>
                </c:pt>
                <c:pt idx="3440">
                  <c:v>1023.262319</c:v>
                </c:pt>
                <c:pt idx="3441">
                  <c:v>1023.083574</c:v>
                </c:pt>
                <c:pt idx="3442">
                  <c:v>1022.903811</c:v>
                </c:pt>
                <c:pt idx="3443">
                  <c:v>1022.723025</c:v>
                </c:pt>
                <c:pt idx="3444">
                  <c:v>1022.541211</c:v>
                </c:pt>
                <c:pt idx="3445">
                  <c:v>1022.358366</c:v>
                </c:pt>
                <c:pt idx="3446">
                  <c:v>1022.174484</c:v>
                </c:pt>
                <c:pt idx="3447">
                  <c:v>1021.989562</c:v>
                </c:pt>
                <c:pt idx="3448">
                  <c:v>1021.803595</c:v>
                </c:pt>
                <c:pt idx="3449">
                  <c:v>1021.616578</c:v>
                </c:pt>
                <c:pt idx="3450">
                  <c:v>1021.428508</c:v>
                </c:pt>
                <c:pt idx="3451">
                  <c:v>1021.239379</c:v>
                </c:pt>
                <c:pt idx="3452">
                  <c:v>1021.049187</c:v>
                </c:pt>
                <c:pt idx="3453">
                  <c:v>1020.857928</c:v>
                </c:pt>
                <c:pt idx="3454">
                  <c:v>1020.665596</c:v>
                </c:pt>
                <c:pt idx="3455">
                  <c:v>1020.472188</c:v>
                </c:pt>
                <c:pt idx="3456">
                  <c:v>1020.277698</c:v>
                </c:pt>
                <c:pt idx="3457">
                  <c:v>1020.082123</c:v>
                </c:pt>
                <c:pt idx="3458">
                  <c:v>1019.885457</c:v>
                </c:pt>
                <c:pt idx="3459">
                  <c:v>1019.687695</c:v>
                </c:pt>
                <c:pt idx="3460">
                  <c:v>1019.488833</c:v>
                </c:pt>
                <c:pt idx="3461">
                  <c:v>1019.288867</c:v>
                </c:pt>
                <c:pt idx="3462">
                  <c:v>1019.087791</c:v>
                </c:pt>
                <c:pt idx="3463">
                  <c:v>1018.885600</c:v>
                </c:pt>
                <c:pt idx="3464">
                  <c:v>1018.682291</c:v>
                </c:pt>
                <c:pt idx="3465">
                  <c:v>1018.477857</c:v>
                </c:pt>
                <c:pt idx="3466">
                  <c:v>1018.272294</c:v>
                </c:pt>
                <c:pt idx="3467">
                  <c:v>1018.065597</c:v>
                </c:pt>
                <c:pt idx="3468">
                  <c:v>1017.857762</c:v>
                </c:pt>
                <c:pt idx="3469">
                  <c:v>1017.648782</c:v>
                </c:pt>
                <c:pt idx="3470">
                  <c:v>1017.438654</c:v>
                </c:pt>
                <c:pt idx="3471">
                  <c:v>1017.227372</c:v>
                </c:pt>
                <c:pt idx="3472">
                  <c:v>1017.014932</c:v>
                </c:pt>
                <c:pt idx="3473">
                  <c:v>1016.801327</c:v>
                </c:pt>
                <c:pt idx="3474">
                  <c:v>1016.586554</c:v>
                </c:pt>
                <c:pt idx="3475">
                  <c:v>1016.370606</c:v>
                </c:pt>
                <c:pt idx="3476">
                  <c:v>1016.153480</c:v>
                </c:pt>
                <c:pt idx="3477">
                  <c:v>1015.935169</c:v>
                </c:pt>
                <c:pt idx="3478">
                  <c:v>1015.715668</c:v>
                </c:pt>
                <c:pt idx="3479">
                  <c:v>1015.494973</c:v>
                </c:pt>
                <c:pt idx="3480">
                  <c:v>1015.273078</c:v>
                </c:pt>
                <c:pt idx="3481">
                  <c:v>1015.049977</c:v>
                </c:pt>
                <c:pt idx="3482">
                  <c:v>1014.825666</c:v>
                </c:pt>
                <c:pt idx="3483">
                  <c:v>1014.600139</c:v>
                </c:pt>
                <c:pt idx="3484">
                  <c:v>1014.373391</c:v>
                </c:pt>
                <c:pt idx="3485">
                  <c:v>1014.145416</c:v>
                </c:pt>
                <c:pt idx="3486">
                  <c:v>1013.916209</c:v>
                </c:pt>
                <c:pt idx="3487">
                  <c:v>1013.685765</c:v>
                </c:pt>
                <c:pt idx="3488">
                  <c:v>1013.454078</c:v>
                </c:pt>
                <c:pt idx="3489">
                  <c:v>1013.221143</c:v>
                </c:pt>
                <c:pt idx="3490">
                  <c:v>1012.986954</c:v>
                </c:pt>
                <c:pt idx="3491">
                  <c:v>1012.751505</c:v>
                </c:pt>
                <c:pt idx="3492">
                  <c:v>1012.514792</c:v>
                </c:pt>
                <c:pt idx="3493">
                  <c:v>1012.276808</c:v>
                </c:pt>
                <c:pt idx="3494">
                  <c:v>1012.037548</c:v>
                </c:pt>
                <c:pt idx="3495">
                  <c:v>1011.797006</c:v>
                </c:pt>
                <c:pt idx="3496">
                  <c:v>1011.555176</c:v>
                </c:pt>
                <c:pt idx="3497">
                  <c:v>1011.312054</c:v>
                </c:pt>
                <c:pt idx="3498">
                  <c:v>1011.067633</c:v>
                </c:pt>
                <c:pt idx="3499">
                  <c:v>1010.821907</c:v>
                </c:pt>
                <c:pt idx="3500">
                  <c:v>1010.574870</c:v>
                </c:pt>
                <c:pt idx="3501">
                  <c:v>1010.326518</c:v>
                </c:pt>
                <c:pt idx="3502">
                  <c:v>1010.076843</c:v>
                </c:pt>
                <c:pt idx="3503">
                  <c:v>1009.825841</c:v>
                </c:pt>
                <c:pt idx="3504">
                  <c:v>1009.573505</c:v>
                </c:pt>
                <c:pt idx="3505">
                  <c:v>1009.319829</c:v>
                </c:pt>
                <c:pt idx="3506">
                  <c:v>1009.064808</c:v>
                </c:pt>
                <c:pt idx="3507">
                  <c:v>1008.808435</c:v>
                </c:pt>
                <c:pt idx="3508">
                  <c:v>1008.550705</c:v>
                </c:pt>
                <c:pt idx="3509">
                  <c:v>1008.291611</c:v>
                </c:pt>
                <c:pt idx="3510">
                  <c:v>1008.031147</c:v>
                </c:pt>
                <c:pt idx="3511">
                  <c:v>1007.769308</c:v>
                </c:pt>
                <c:pt idx="3512">
                  <c:v>1007.506087</c:v>
                </c:pt>
                <c:pt idx="3513">
                  <c:v>1007.241478</c:v>
                </c:pt>
                <c:pt idx="3514">
                  <c:v>1006.975475</c:v>
                </c:pt>
                <c:pt idx="3515">
                  <c:v>1006.708071</c:v>
                </c:pt>
                <c:pt idx="3516">
                  <c:v>1006.439262</c:v>
                </c:pt>
                <c:pt idx="3517">
                  <c:v>1006.169039</c:v>
                </c:pt>
                <c:pt idx="3518">
                  <c:v>1005.897398</c:v>
                </c:pt>
                <c:pt idx="3519">
                  <c:v>1005.624331</c:v>
                </c:pt>
                <c:pt idx="3520">
                  <c:v>1005.349832</c:v>
                </c:pt>
                <c:pt idx="3521">
                  <c:v>1005.073896</c:v>
                </c:pt>
                <c:pt idx="3522">
                  <c:v>1004.796515</c:v>
                </c:pt>
                <c:pt idx="3523">
                  <c:v>1004.517684</c:v>
                </c:pt>
                <c:pt idx="3524">
                  <c:v>1004.237395</c:v>
                </c:pt>
                <c:pt idx="3525">
                  <c:v>1003.955643</c:v>
                </c:pt>
                <c:pt idx="3526">
                  <c:v>1003.672421</c:v>
                </c:pt>
                <c:pt idx="3527">
                  <c:v>1003.387721</c:v>
                </c:pt>
                <c:pt idx="3528">
                  <c:v>1003.101539</c:v>
                </c:pt>
                <c:pt idx="3529">
                  <c:v>1002.813867</c:v>
                </c:pt>
                <c:pt idx="3530">
                  <c:v>1002.524699</c:v>
                </c:pt>
                <c:pt idx="3531">
                  <c:v>1002.234027</c:v>
                </c:pt>
                <c:pt idx="3532">
                  <c:v>1001.941846</c:v>
                </c:pt>
                <c:pt idx="3533">
                  <c:v>1001.648149</c:v>
                </c:pt>
                <c:pt idx="3534">
                  <c:v>1001.352928</c:v>
                </c:pt>
                <c:pt idx="3535">
                  <c:v>1001.056177</c:v>
                </c:pt>
                <c:pt idx="3536">
                  <c:v>1000.757890</c:v>
                </c:pt>
                <c:pt idx="3537">
                  <c:v>1000.458060</c:v>
                </c:pt>
                <c:pt idx="3538">
                  <c:v>1000.156679</c:v>
                </c:pt>
                <c:pt idx="3539">
                  <c:v>999.853742</c:v>
                </c:pt>
                <c:pt idx="3540">
                  <c:v>999.549240</c:v>
                </c:pt>
                <c:pt idx="3541">
                  <c:v>999.243167</c:v>
                </c:pt>
                <c:pt idx="3542">
                  <c:v>998.935517</c:v>
                </c:pt>
                <c:pt idx="3543">
                  <c:v>998.626281</c:v>
                </c:pt>
                <c:pt idx="3544">
                  <c:v>998.315454</c:v>
                </c:pt>
                <c:pt idx="3545">
                  <c:v>998.003029</c:v>
                </c:pt>
                <c:pt idx="3546">
                  <c:v>997.688997</c:v>
                </c:pt>
                <c:pt idx="3547">
                  <c:v>997.373352</c:v>
                </c:pt>
                <c:pt idx="3548">
                  <c:v>997.056087</c:v>
                </c:pt>
                <c:pt idx="3549">
                  <c:v>996.737195</c:v>
                </c:pt>
                <c:pt idx="3550">
                  <c:v>996.416669</c:v>
                </c:pt>
                <c:pt idx="3551">
                  <c:v>996.094501</c:v>
                </c:pt>
                <c:pt idx="3552">
                  <c:v>995.770684</c:v>
                </c:pt>
                <c:pt idx="3553">
                  <c:v>995.445211</c:v>
                </c:pt>
                <c:pt idx="3554">
                  <c:v>995.118075</c:v>
                </c:pt>
                <c:pt idx="3555">
                  <c:v>994.789268</c:v>
                </c:pt>
                <c:pt idx="3556">
                  <c:v>994.458783</c:v>
                </c:pt>
                <c:pt idx="3557">
                  <c:v>994.126613</c:v>
                </c:pt>
                <c:pt idx="3558">
                  <c:v>993.792750</c:v>
                </c:pt>
                <c:pt idx="3559">
                  <c:v>993.457187</c:v>
                </c:pt>
                <c:pt idx="3560">
                  <c:v>993.119917</c:v>
                </c:pt>
                <c:pt idx="3561">
                  <c:v>992.780931</c:v>
                </c:pt>
                <c:pt idx="3562">
                  <c:v>992.440222</c:v>
                </c:pt>
                <c:pt idx="3563">
                  <c:v>992.097784</c:v>
                </c:pt>
                <c:pt idx="3564">
                  <c:v>991.753608</c:v>
                </c:pt>
                <c:pt idx="3565">
                  <c:v>991.407686</c:v>
                </c:pt>
                <c:pt idx="3566">
                  <c:v>991.060012</c:v>
                </c:pt>
                <c:pt idx="3567">
                  <c:v>990.710577</c:v>
                </c:pt>
                <c:pt idx="3568">
                  <c:v>990.359374</c:v>
                </c:pt>
                <c:pt idx="3569">
                  <c:v>990.006395</c:v>
                </c:pt>
                <c:pt idx="3570">
                  <c:v>989.651632</c:v>
                </c:pt>
                <c:pt idx="3571">
                  <c:v>989.295078</c:v>
                </c:pt>
                <c:pt idx="3572">
                  <c:v>988.936725</c:v>
                </c:pt>
                <c:pt idx="3573">
                  <c:v>988.576564</c:v>
                </c:pt>
                <c:pt idx="3574">
                  <c:v>988.214589</c:v>
                </c:pt>
                <c:pt idx="3575">
                  <c:v>987.850791</c:v>
                </c:pt>
                <c:pt idx="3576">
                  <c:v>987.485163</c:v>
                </c:pt>
                <c:pt idx="3577">
                  <c:v>987.117696</c:v>
                </c:pt>
                <c:pt idx="3578">
                  <c:v>986.748382</c:v>
                </c:pt>
                <c:pt idx="3579">
                  <c:v>986.377214</c:v>
                </c:pt>
                <c:pt idx="3580">
                  <c:v>986.004184</c:v>
                </c:pt>
                <c:pt idx="3581">
                  <c:v>985.629283</c:v>
                </c:pt>
                <c:pt idx="3582">
                  <c:v>985.252504</c:v>
                </c:pt>
                <c:pt idx="3583">
                  <c:v>984.873838</c:v>
                </c:pt>
                <c:pt idx="3584">
                  <c:v>984.493277</c:v>
                </c:pt>
                <c:pt idx="3585">
                  <c:v>984.110813</c:v>
                </c:pt>
                <c:pt idx="3586">
                  <c:v>983.726438</c:v>
                </c:pt>
                <c:pt idx="3587">
                  <c:v>983.340144</c:v>
                </c:pt>
                <c:pt idx="3588">
                  <c:v>982.951922</c:v>
                </c:pt>
                <c:pt idx="3589">
                  <c:v>982.561765</c:v>
                </c:pt>
                <c:pt idx="3590">
                  <c:v>982.169664</c:v>
                </c:pt>
                <c:pt idx="3591">
                  <c:v>981.775610</c:v>
                </c:pt>
                <c:pt idx="3592">
                  <c:v>981.379596</c:v>
                </c:pt>
                <c:pt idx="3593">
                  <c:v>980.981613</c:v>
                </c:pt>
                <c:pt idx="3594">
                  <c:v>980.581652</c:v>
                </c:pt>
                <c:pt idx="3595">
                  <c:v>980.179706</c:v>
                </c:pt>
                <c:pt idx="3596">
                  <c:v>979.775765</c:v>
                </c:pt>
                <c:pt idx="3597">
                  <c:v>979.369822</c:v>
                </c:pt>
                <c:pt idx="3598">
                  <c:v>978.961867</c:v>
                </c:pt>
                <c:pt idx="3599">
                  <c:v>978.551893</c:v>
                </c:pt>
                <c:pt idx="3600">
                  <c:v>978.139891</c:v>
                </c:pt>
                <c:pt idx="3601">
                  <c:v>977.725852</c:v>
                </c:pt>
                <c:pt idx="3602">
                  <c:v>977.309767</c:v>
                </c:pt>
                <c:pt idx="3603">
                  <c:v>976.891629</c:v>
                </c:pt>
                <c:pt idx="3604">
                  <c:v>976.471428</c:v>
                </c:pt>
                <c:pt idx="3605">
                  <c:v>976.049155</c:v>
                </c:pt>
                <c:pt idx="3606">
                  <c:v>975.624803</c:v>
                </c:pt>
                <c:pt idx="3607">
                  <c:v>975.198362</c:v>
                </c:pt>
                <c:pt idx="3608">
                  <c:v>974.769824</c:v>
                </c:pt>
                <c:pt idx="3609">
                  <c:v>974.339179</c:v>
                </c:pt>
                <c:pt idx="3610">
                  <c:v>973.906420</c:v>
                </c:pt>
                <c:pt idx="3611">
                  <c:v>973.471536</c:v>
                </c:pt>
                <c:pt idx="3612">
                  <c:v>973.034520</c:v>
                </c:pt>
                <c:pt idx="3613">
                  <c:v>972.595363</c:v>
                </c:pt>
                <c:pt idx="3614">
                  <c:v>972.154055</c:v>
                </c:pt>
                <c:pt idx="3615">
                  <c:v>971.710588</c:v>
                </c:pt>
                <c:pt idx="3616">
                  <c:v>971.264953</c:v>
                </c:pt>
                <c:pt idx="3617">
                  <c:v>970.817141</c:v>
                </c:pt>
                <c:pt idx="3618">
                  <c:v>970.367142</c:v>
                </c:pt>
                <c:pt idx="3619">
                  <c:v>969.914949</c:v>
                </c:pt>
                <c:pt idx="3620">
                  <c:v>969.460551</c:v>
                </c:pt>
                <c:pt idx="3621">
                  <c:v>969.003940</c:v>
                </c:pt>
                <c:pt idx="3622">
                  <c:v>968.545106</c:v>
                </c:pt>
                <c:pt idx="3623">
                  <c:v>968.084042</c:v>
                </c:pt>
                <c:pt idx="3624">
                  <c:v>967.620737</c:v>
                </c:pt>
                <c:pt idx="3625">
                  <c:v>967.155182</c:v>
                </c:pt>
                <c:pt idx="3626">
                  <c:v>966.687368</c:v>
                </c:pt>
                <c:pt idx="3627">
                  <c:v>966.217287</c:v>
                </c:pt>
                <c:pt idx="3628">
                  <c:v>965.744928</c:v>
                </c:pt>
                <c:pt idx="3629">
                  <c:v>965.270283</c:v>
                </c:pt>
                <c:pt idx="3630">
                  <c:v>964.793343</c:v>
                </c:pt>
                <c:pt idx="3631">
                  <c:v>964.314097</c:v>
                </c:pt>
                <c:pt idx="3632">
                  <c:v>963.832537</c:v>
                </c:pt>
                <c:pt idx="3633">
                  <c:v>963.348654</c:v>
                </c:pt>
                <c:pt idx="3634">
                  <c:v>962.862438</c:v>
                </c:pt>
                <c:pt idx="3635">
                  <c:v>962.373880</c:v>
                </c:pt>
                <c:pt idx="3636">
                  <c:v>961.882970</c:v>
                </c:pt>
                <c:pt idx="3637">
                  <c:v>961.389700</c:v>
                </c:pt>
                <c:pt idx="3638">
                  <c:v>960.894059</c:v>
                </c:pt>
                <c:pt idx="3639">
                  <c:v>960.396038</c:v>
                </c:pt>
                <c:pt idx="3640">
                  <c:v>959.895629</c:v>
                </c:pt>
                <c:pt idx="3641">
                  <c:v>959.392820</c:v>
                </c:pt>
                <c:pt idx="3642">
                  <c:v>958.887604</c:v>
                </c:pt>
                <c:pt idx="3643">
                  <c:v>958.379970</c:v>
                </c:pt>
                <c:pt idx="3644">
                  <c:v>957.869909</c:v>
                </c:pt>
                <c:pt idx="3645">
                  <c:v>957.357411</c:v>
                </c:pt>
                <c:pt idx="3646">
                  <c:v>956.842467</c:v>
                </c:pt>
                <c:pt idx="3647">
                  <c:v>956.325067</c:v>
                </c:pt>
                <c:pt idx="3648">
                  <c:v>955.805202</c:v>
                </c:pt>
                <c:pt idx="3649">
                  <c:v>955.282862</c:v>
                </c:pt>
                <c:pt idx="3650">
                  <c:v>954.758037</c:v>
                </c:pt>
                <c:pt idx="3651">
                  <c:v>954.230718</c:v>
                </c:pt>
                <c:pt idx="3652">
                  <c:v>953.700895</c:v>
                </c:pt>
                <c:pt idx="3653">
                  <c:v>953.168559</c:v>
                </c:pt>
                <c:pt idx="3654">
                  <c:v>952.633700</c:v>
                </c:pt>
                <c:pt idx="3655">
                  <c:v>952.096308</c:v>
                </c:pt>
                <c:pt idx="3656">
                  <c:v>951.556373</c:v>
                </c:pt>
                <c:pt idx="3657">
                  <c:v>951.013886</c:v>
                </c:pt>
                <c:pt idx="3658">
                  <c:v>950.468837</c:v>
                </c:pt>
                <c:pt idx="3659">
                  <c:v>949.921216</c:v>
                </c:pt>
                <c:pt idx="3660">
                  <c:v>949.371014</c:v>
                </c:pt>
                <c:pt idx="3661">
                  <c:v>948.818220</c:v>
                </c:pt>
                <c:pt idx="3662">
                  <c:v>948.262826</c:v>
                </c:pt>
                <c:pt idx="3663">
                  <c:v>947.704821</c:v>
                </c:pt>
                <c:pt idx="3664">
                  <c:v>947.144195</c:v>
                </c:pt>
                <c:pt idx="3665">
                  <c:v>946.580938</c:v>
                </c:pt>
                <c:pt idx="3666">
                  <c:v>946.015041</c:v>
                </c:pt>
                <c:pt idx="3667">
                  <c:v>945.446494</c:v>
                </c:pt>
                <c:pt idx="3668">
                  <c:v>944.875288</c:v>
                </c:pt>
                <c:pt idx="3669">
                  <c:v>944.301411</c:v>
                </c:pt>
                <c:pt idx="3670">
                  <c:v>943.724855</c:v>
                </c:pt>
                <c:pt idx="3671">
                  <c:v>943.145609</c:v>
                </c:pt>
                <c:pt idx="3672">
                  <c:v>942.563664</c:v>
                </c:pt>
                <c:pt idx="3673">
                  <c:v>941.979009</c:v>
                </c:pt>
                <c:pt idx="3674">
                  <c:v>941.391636</c:v>
                </c:pt>
                <c:pt idx="3675">
                  <c:v>940.801533</c:v>
                </c:pt>
                <c:pt idx="3676">
                  <c:v>940.208691</c:v>
                </c:pt>
                <c:pt idx="3677">
                  <c:v>939.613100</c:v>
                </c:pt>
                <c:pt idx="3678">
                  <c:v>939.014751</c:v>
                </c:pt>
                <c:pt idx="3679">
                  <c:v>938.413633</c:v>
                </c:pt>
                <c:pt idx="3680">
                  <c:v>937.809736</c:v>
                </c:pt>
                <c:pt idx="3681">
                  <c:v>937.203050</c:v>
                </c:pt>
                <c:pt idx="3682">
                  <c:v>936.593566</c:v>
                </c:pt>
                <c:pt idx="3683">
                  <c:v>935.981274</c:v>
                </c:pt>
                <c:pt idx="3684">
                  <c:v>935.366163</c:v>
                </c:pt>
                <c:pt idx="3685">
                  <c:v>934.748224</c:v>
                </c:pt>
                <c:pt idx="3686">
                  <c:v>934.127446</c:v>
                </c:pt>
                <c:pt idx="3687">
                  <c:v>933.503820</c:v>
                </c:pt>
                <c:pt idx="3688">
                  <c:v>932.877337</c:v>
                </c:pt>
                <c:pt idx="3689">
                  <c:v>932.247985</c:v>
                </c:pt>
                <c:pt idx="3690">
                  <c:v>931.615754</c:v>
                </c:pt>
                <c:pt idx="3691">
                  <c:v>930.980636</c:v>
                </c:pt>
                <c:pt idx="3692">
                  <c:v>930.342620</c:v>
                </c:pt>
                <c:pt idx="3693">
                  <c:v>929.701697</c:v>
                </c:pt>
                <c:pt idx="3694">
                  <c:v>929.057855</c:v>
                </c:pt>
                <c:pt idx="3695">
                  <c:v>928.411086</c:v>
                </c:pt>
                <c:pt idx="3696">
                  <c:v>927.761379</c:v>
                </c:pt>
                <c:pt idx="3697">
                  <c:v>927.108724</c:v>
                </c:pt>
                <c:pt idx="3698">
                  <c:v>926.453112</c:v>
                </c:pt>
                <c:pt idx="3699">
                  <c:v>925.794533</c:v>
                </c:pt>
                <c:pt idx="3700">
                  <c:v>925.132976</c:v>
                </c:pt>
                <c:pt idx="3701">
                  <c:v>924.468432</c:v>
                </c:pt>
                <c:pt idx="3702">
                  <c:v>923.800891</c:v>
                </c:pt>
                <c:pt idx="3703">
                  <c:v>923.130343</c:v>
                </c:pt>
                <c:pt idx="3704">
                  <c:v>922.456778</c:v>
                </c:pt>
                <c:pt idx="3705">
                  <c:v>921.780187</c:v>
                </c:pt>
                <c:pt idx="3706">
                  <c:v>921.100558</c:v>
                </c:pt>
                <c:pt idx="3707">
                  <c:v>920.417884</c:v>
                </c:pt>
                <c:pt idx="3708">
                  <c:v>919.732153</c:v>
                </c:pt>
                <c:pt idx="3709">
                  <c:v>919.043357</c:v>
                </c:pt>
                <c:pt idx="3710">
                  <c:v>918.351484</c:v>
                </c:pt>
                <c:pt idx="3711">
                  <c:v>917.656526</c:v>
                </c:pt>
                <c:pt idx="3712">
                  <c:v>916.958472</c:v>
                </c:pt>
                <c:pt idx="3713">
                  <c:v>916.257313</c:v>
                </c:pt>
                <c:pt idx="3714">
                  <c:v>915.553040</c:v>
                </c:pt>
                <c:pt idx="3715">
                  <c:v>914.845641</c:v>
                </c:pt>
                <c:pt idx="3716">
                  <c:v>914.135109</c:v>
                </c:pt>
                <c:pt idx="3717">
                  <c:v>913.421432</c:v>
                </c:pt>
                <c:pt idx="3718">
                  <c:v>912.704602</c:v>
                </c:pt>
                <c:pt idx="3719">
                  <c:v>911.984608</c:v>
                </c:pt>
                <c:pt idx="3720">
                  <c:v>911.261441</c:v>
                </c:pt>
                <c:pt idx="3721">
                  <c:v>910.535092</c:v>
                </c:pt>
                <c:pt idx="3722">
                  <c:v>909.805550</c:v>
                </c:pt>
                <c:pt idx="3723">
                  <c:v>909.072807</c:v>
                </c:pt>
                <c:pt idx="3724">
                  <c:v>908.336852</c:v>
                </c:pt>
                <c:pt idx="3725">
                  <c:v>907.597676</c:v>
                </c:pt>
                <c:pt idx="3726">
                  <c:v>906.855271</c:v>
                </c:pt>
                <c:pt idx="3727">
                  <c:v>906.109625</c:v>
                </c:pt>
                <c:pt idx="3728">
                  <c:v>905.360730</c:v>
                </c:pt>
                <c:pt idx="3729">
                  <c:v>904.608576</c:v>
                </c:pt>
                <c:pt idx="3730">
                  <c:v>903.853155</c:v>
                </c:pt>
                <c:pt idx="3731">
                  <c:v>903.094456</c:v>
                </c:pt>
                <c:pt idx="3732">
                  <c:v>902.332470</c:v>
                </c:pt>
                <c:pt idx="3733">
                  <c:v>901.567188</c:v>
                </c:pt>
                <c:pt idx="3734">
                  <c:v>900.798601</c:v>
                </c:pt>
                <c:pt idx="3735">
                  <c:v>900.026699</c:v>
                </c:pt>
                <c:pt idx="3736">
                  <c:v>899.251474</c:v>
                </c:pt>
                <c:pt idx="3737">
                  <c:v>898.472915</c:v>
                </c:pt>
                <c:pt idx="3738">
                  <c:v>897.691015</c:v>
                </c:pt>
                <c:pt idx="3739">
                  <c:v>896.905763</c:v>
                </c:pt>
                <c:pt idx="3740">
                  <c:v>896.117152</c:v>
                </c:pt>
                <c:pt idx="3741">
                  <c:v>895.325171</c:v>
                </c:pt>
                <c:pt idx="3742">
                  <c:v>894.529812</c:v>
                </c:pt>
                <c:pt idx="3743">
                  <c:v>893.731066</c:v>
                </c:pt>
                <c:pt idx="3744">
                  <c:v>892.928923</c:v>
                </c:pt>
                <c:pt idx="3745">
                  <c:v>892.123376</c:v>
                </c:pt>
                <c:pt idx="3746">
                  <c:v>891.314416</c:v>
                </c:pt>
                <c:pt idx="3747">
                  <c:v>890.502032</c:v>
                </c:pt>
                <c:pt idx="3748">
                  <c:v>889.686218</c:v>
                </c:pt>
                <c:pt idx="3749">
                  <c:v>888.866964</c:v>
                </c:pt>
                <c:pt idx="3750">
                  <c:v>888.044261</c:v>
                </c:pt>
                <c:pt idx="3751">
                  <c:v>887.218101</c:v>
                </c:pt>
                <c:pt idx="3752">
                  <c:v>886.388476</c:v>
                </c:pt>
                <c:pt idx="3753">
                  <c:v>885.555377</c:v>
                </c:pt>
                <c:pt idx="3754">
                  <c:v>884.718795</c:v>
                </c:pt>
                <c:pt idx="3755">
                  <c:v>883.878722</c:v>
                </c:pt>
                <c:pt idx="3756">
                  <c:v>883.035150</c:v>
                </c:pt>
                <c:pt idx="3757">
                  <c:v>882.188070</c:v>
                </c:pt>
                <c:pt idx="3758">
                  <c:v>881.337475</c:v>
                </c:pt>
                <c:pt idx="3759">
                  <c:v>880.483355</c:v>
                </c:pt>
                <c:pt idx="3760">
                  <c:v>879.625704</c:v>
                </c:pt>
                <c:pt idx="3761">
                  <c:v>878.764513</c:v>
                </c:pt>
                <c:pt idx="3762">
                  <c:v>877.899774</c:v>
                </c:pt>
                <c:pt idx="3763">
                  <c:v>877.031479</c:v>
                </c:pt>
                <c:pt idx="3764">
                  <c:v>876.159620</c:v>
                </c:pt>
                <c:pt idx="3765">
                  <c:v>875.284189</c:v>
                </c:pt>
                <c:pt idx="3766">
                  <c:v>874.405179</c:v>
                </c:pt>
                <c:pt idx="3767">
                  <c:v>873.522583</c:v>
                </c:pt>
                <c:pt idx="3768">
                  <c:v>872.636391</c:v>
                </c:pt>
                <c:pt idx="3769">
                  <c:v>871.746597</c:v>
                </c:pt>
                <c:pt idx="3770">
                  <c:v>870.853194</c:v>
                </c:pt>
                <c:pt idx="3771">
                  <c:v>869.956174</c:v>
                </c:pt>
                <c:pt idx="3772">
                  <c:v>869.055529</c:v>
                </c:pt>
                <c:pt idx="3773">
                  <c:v>868.151253</c:v>
                </c:pt>
                <c:pt idx="3774">
                  <c:v>867.243338</c:v>
                </c:pt>
                <c:pt idx="3775">
                  <c:v>866.331778</c:v>
                </c:pt>
                <c:pt idx="3776">
                  <c:v>865.416564</c:v>
                </c:pt>
                <c:pt idx="3777">
                  <c:v>864.497690</c:v>
                </c:pt>
                <c:pt idx="3778">
                  <c:v>863.575150</c:v>
                </c:pt>
                <c:pt idx="3779">
                  <c:v>862.648936</c:v>
                </c:pt>
                <c:pt idx="3780">
                  <c:v>861.719042</c:v>
                </c:pt>
                <c:pt idx="3781">
                  <c:v>860.785461</c:v>
                </c:pt>
                <c:pt idx="3782">
                  <c:v>859.848187</c:v>
                </c:pt>
                <c:pt idx="3783">
                  <c:v>858.907213</c:v>
                </c:pt>
                <c:pt idx="3784">
                  <c:v>857.962533</c:v>
                </c:pt>
                <c:pt idx="3785">
                  <c:v>857.014140</c:v>
                </c:pt>
                <c:pt idx="3786">
                  <c:v>856.062028</c:v>
                </c:pt>
                <c:pt idx="3787">
                  <c:v>855.106192</c:v>
                </c:pt>
                <c:pt idx="3788">
                  <c:v>854.146624</c:v>
                </c:pt>
                <c:pt idx="3789">
                  <c:v>853.183320</c:v>
                </c:pt>
                <c:pt idx="3790">
                  <c:v>852.216273</c:v>
                </c:pt>
                <c:pt idx="3791">
                  <c:v>851.245478</c:v>
                </c:pt>
                <c:pt idx="3792">
                  <c:v>850.270929</c:v>
                </c:pt>
                <c:pt idx="3793">
                  <c:v>849.292620</c:v>
                </c:pt>
                <c:pt idx="3794">
                  <c:v>848.310547</c:v>
                </c:pt>
                <c:pt idx="3795">
                  <c:v>847.324702</c:v>
                </c:pt>
                <c:pt idx="3796">
                  <c:v>846.335083</c:v>
                </c:pt>
                <c:pt idx="3797">
                  <c:v>845.341682</c:v>
                </c:pt>
                <c:pt idx="3798">
                  <c:v>844.344496</c:v>
                </c:pt>
                <c:pt idx="3799">
                  <c:v>843.343520</c:v>
                </c:pt>
                <c:pt idx="3800">
                  <c:v>842.338747</c:v>
                </c:pt>
                <c:pt idx="3801">
                  <c:v>841.330175</c:v>
                </c:pt>
                <c:pt idx="3802">
                  <c:v>840.317797</c:v>
                </c:pt>
                <c:pt idx="3803">
                  <c:v>839.301610</c:v>
                </c:pt>
                <c:pt idx="3804">
                  <c:v>838.281610</c:v>
                </c:pt>
                <c:pt idx="3805">
                  <c:v>837.257791</c:v>
                </c:pt>
                <c:pt idx="3806">
                  <c:v>836.230151</c:v>
                </c:pt>
                <c:pt idx="3807">
                  <c:v>835.198684</c:v>
                </c:pt>
                <c:pt idx="3808">
                  <c:v>834.163387</c:v>
                </c:pt>
                <c:pt idx="3809">
                  <c:v>833.124256</c:v>
                </c:pt>
                <c:pt idx="3810">
                  <c:v>832.081288</c:v>
                </c:pt>
                <c:pt idx="3811">
                  <c:v>831.034478</c:v>
                </c:pt>
                <c:pt idx="3812">
                  <c:v>829.983824</c:v>
                </c:pt>
                <c:pt idx="3813">
                  <c:v>828.929322</c:v>
                </c:pt>
                <c:pt idx="3814">
                  <c:v>827.870969</c:v>
                </c:pt>
                <c:pt idx="3815">
                  <c:v>826.808762</c:v>
                </c:pt>
                <c:pt idx="3816">
                  <c:v>825.742697</c:v>
                </c:pt>
                <c:pt idx="3817">
                  <c:v>824.672773</c:v>
                </c:pt>
                <c:pt idx="3818">
                  <c:v>823.598987</c:v>
                </c:pt>
                <c:pt idx="3819">
                  <c:v>822.521335</c:v>
                </c:pt>
                <c:pt idx="3820">
                  <c:v>821.439816</c:v>
                </c:pt>
                <c:pt idx="3821">
                  <c:v>820.354427</c:v>
                </c:pt>
                <c:pt idx="3822">
                  <c:v>819.265167</c:v>
                </c:pt>
                <c:pt idx="3823">
                  <c:v>818.172032</c:v>
                </c:pt>
                <c:pt idx="3824">
                  <c:v>817.075022</c:v>
                </c:pt>
                <c:pt idx="3825">
                  <c:v>815.974135</c:v>
                </c:pt>
                <c:pt idx="3826">
                  <c:v>814.869368</c:v>
                </c:pt>
                <c:pt idx="3827">
                  <c:v>813.760722</c:v>
                </c:pt>
                <c:pt idx="3828">
                  <c:v>812.648193</c:v>
                </c:pt>
                <c:pt idx="3829">
                  <c:v>811.531782</c:v>
                </c:pt>
                <c:pt idx="3830">
                  <c:v>810.411488</c:v>
                </c:pt>
                <c:pt idx="3831">
                  <c:v>809.287308</c:v>
                </c:pt>
                <c:pt idx="3832">
                  <c:v>808.159244</c:v>
                </c:pt>
                <c:pt idx="3833">
                  <c:v>807.027294</c:v>
                </c:pt>
                <c:pt idx="3834">
                  <c:v>805.891458</c:v>
                </c:pt>
                <c:pt idx="3835">
                  <c:v>804.751735</c:v>
                </c:pt>
                <c:pt idx="3836">
                  <c:v>803.608127</c:v>
                </c:pt>
                <c:pt idx="3837">
                  <c:v>802.460632</c:v>
                </c:pt>
                <c:pt idx="3838">
                  <c:v>801.309251</c:v>
                </c:pt>
                <c:pt idx="3839">
                  <c:v>800.153984</c:v>
                </c:pt>
                <c:pt idx="3840">
                  <c:v>798.994833</c:v>
                </c:pt>
                <c:pt idx="3841">
                  <c:v>797.831797</c:v>
                </c:pt>
                <c:pt idx="3842">
                  <c:v>796.664878</c:v>
                </c:pt>
                <c:pt idx="3843">
                  <c:v>795.494077</c:v>
                </c:pt>
                <c:pt idx="3844">
                  <c:v>794.319395</c:v>
                </c:pt>
                <c:pt idx="3845">
                  <c:v>793.140834</c:v>
                </c:pt>
                <c:pt idx="3846">
                  <c:v>791.958394</c:v>
                </c:pt>
                <c:pt idx="3847">
                  <c:v>790.772079</c:v>
                </c:pt>
                <c:pt idx="3848">
                  <c:v>789.581889</c:v>
                </c:pt>
                <c:pt idx="3849">
                  <c:v>788.387827</c:v>
                </c:pt>
                <c:pt idx="3850">
                  <c:v>787.189895</c:v>
                </c:pt>
                <c:pt idx="3851">
                  <c:v>785.988096</c:v>
                </c:pt>
                <c:pt idx="3852">
                  <c:v>784.782432</c:v>
                </c:pt>
                <c:pt idx="3853">
                  <c:v>783.572906</c:v>
                </c:pt>
                <c:pt idx="3854">
                  <c:v>782.359521</c:v>
                </c:pt>
                <c:pt idx="3855">
                  <c:v>781.142281</c:v>
                </c:pt>
                <c:pt idx="3856">
                  <c:v>779.921188</c:v>
                </c:pt>
                <c:pt idx="3857">
                  <c:v>778.696247</c:v>
                </c:pt>
                <c:pt idx="3858">
                  <c:v>777.467460</c:v>
                </c:pt>
                <c:pt idx="3859">
                  <c:v>776.234832</c:v>
                </c:pt>
                <c:pt idx="3860">
                  <c:v>774.998368</c:v>
                </c:pt>
                <c:pt idx="3861">
                  <c:v>773.758070</c:v>
                </c:pt>
                <c:pt idx="3862">
                  <c:v>772.513944</c:v>
                </c:pt>
                <c:pt idx="3863">
                  <c:v>771.265995</c:v>
                </c:pt>
                <c:pt idx="3864">
                  <c:v>770.014227</c:v>
                </c:pt>
                <c:pt idx="3865">
                  <c:v>768.758646</c:v>
                </c:pt>
                <c:pt idx="3866">
                  <c:v>767.499256</c:v>
                </c:pt>
                <c:pt idx="3867">
                  <c:v>766.236063</c:v>
                </c:pt>
                <c:pt idx="3868">
                  <c:v>764.969073</c:v>
                </c:pt>
                <c:pt idx="3869">
                  <c:v>763.698292</c:v>
                </c:pt>
                <c:pt idx="3870">
                  <c:v>762.423725</c:v>
                </c:pt>
                <c:pt idx="3871">
                  <c:v>761.145380</c:v>
                </c:pt>
                <c:pt idx="3872">
                  <c:v>759.863261</c:v>
                </c:pt>
                <c:pt idx="3873">
                  <c:v>758.577377</c:v>
                </c:pt>
                <c:pt idx="3874">
                  <c:v>757.287734</c:v>
                </c:pt>
                <c:pt idx="3875">
                  <c:v>755.994339</c:v>
                </c:pt>
                <c:pt idx="3876">
                  <c:v>754.697199</c:v>
                </c:pt>
                <c:pt idx="3877">
                  <c:v>753.396322</c:v>
                </c:pt>
                <c:pt idx="3878">
                  <c:v>752.091716</c:v>
                </c:pt>
                <c:pt idx="3879">
                  <c:v>750.783388</c:v>
                </c:pt>
                <c:pt idx="3880">
                  <c:v>749.471346</c:v>
                </c:pt>
                <c:pt idx="3881">
                  <c:v>748.155599</c:v>
                </c:pt>
                <c:pt idx="3882">
                  <c:v>746.836156</c:v>
                </c:pt>
                <c:pt idx="3883">
                  <c:v>745.513024</c:v>
                </c:pt>
                <c:pt idx="3884">
                  <c:v>744.186214</c:v>
                </c:pt>
                <c:pt idx="3885">
                  <c:v>742.855734</c:v>
                </c:pt>
                <c:pt idx="3886">
                  <c:v>741.521593</c:v>
                </c:pt>
                <c:pt idx="3887">
                  <c:v>740.183801</c:v>
                </c:pt>
                <c:pt idx="3888">
                  <c:v>738.842369</c:v>
                </c:pt>
                <c:pt idx="3889">
                  <c:v>737.497306</c:v>
                </c:pt>
                <c:pt idx="3890">
                  <c:v>736.148621</c:v>
                </c:pt>
                <c:pt idx="3891">
                  <c:v>734.796327</c:v>
                </c:pt>
                <c:pt idx="3892">
                  <c:v>733.440433</c:v>
                </c:pt>
                <c:pt idx="3893">
                  <c:v>732.080950</c:v>
                </c:pt>
                <c:pt idx="3894">
                  <c:v>730.717890</c:v>
                </c:pt>
                <c:pt idx="3895">
                  <c:v>729.351264</c:v>
                </c:pt>
                <c:pt idx="3896">
                  <c:v>727.981082</c:v>
                </c:pt>
                <c:pt idx="3897">
                  <c:v>726.607359</c:v>
                </c:pt>
                <c:pt idx="3898">
                  <c:v>725.230104</c:v>
                </c:pt>
                <c:pt idx="3899">
                  <c:v>723.849330</c:v>
                </c:pt>
                <c:pt idx="3900">
                  <c:v>722.465051</c:v>
                </c:pt>
                <c:pt idx="3901">
                  <c:v>721.077278</c:v>
                </c:pt>
                <c:pt idx="3902">
                  <c:v>719.686024</c:v>
                </c:pt>
                <c:pt idx="3903">
                  <c:v>718.291303</c:v>
                </c:pt>
                <c:pt idx="3904">
                  <c:v>716.893128</c:v>
                </c:pt>
                <c:pt idx="3905">
                  <c:v>715.491512</c:v>
                </c:pt>
                <c:pt idx="3906">
                  <c:v>714.086470</c:v>
                </c:pt>
                <c:pt idx="3907">
                  <c:v>712.678014</c:v>
                </c:pt>
                <c:pt idx="3908">
                  <c:v>711.266161</c:v>
                </c:pt>
                <c:pt idx="3909">
                  <c:v>709.850923</c:v>
                </c:pt>
                <c:pt idx="3910">
                  <c:v>708.432316</c:v>
                </c:pt>
                <c:pt idx="3911">
                  <c:v>707.010355</c:v>
                </c:pt>
                <c:pt idx="3912">
                  <c:v>705.585055</c:v>
                </c:pt>
                <c:pt idx="3913">
                  <c:v>704.156431</c:v>
                </c:pt>
                <c:pt idx="3914">
                  <c:v>702.724498</c:v>
                </c:pt>
                <c:pt idx="3915">
                  <c:v>701.289274</c:v>
                </c:pt>
                <c:pt idx="3916">
                  <c:v>699.850773</c:v>
                </c:pt>
                <c:pt idx="3917">
                  <c:v>698.409012</c:v>
                </c:pt>
                <c:pt idx="3918">
                  <c:v>696.964007</c:v>
                </c:pt>
                <c:pt idx="3919">
                  <c:v>695.515776</c:v>
                </c:pt>
                <c:pt idx="3920">
                  <c:v>694.064335</c:v>
                </c:pt>
                <c:pt idx="3921">
                  <c:v>692.609702</c:v>
                </c:pt>
                <c:pt idx="3922">
                  <c:v>691.151893</c:v>
                </c:pt>
                <c:pt idx="3923">
                  <c:v>689.690927</c:v>
                </c:pt>
                <c:pt idx="3924">
                  <c:v>688.226821</c:v>
                </c:pt>
                <c:pt idx="3925">
                  <c:v>686.759594</c:v>
                </c:pt>
                <c:pt idx="3926">
                  <c:v>685.289264</c:v>
                </c:pt>
                <c:pt idx="3927">
                  <c:v>683.815849</c:v>
                </c:pt>
                <c:pt idx="3928">
                  <c:v>682.339368</c:v>
                </c:pt>
                <c:pt idx="3929">
                  <c:v>680.859840</c:v>
                </c:pt>
                <c:pt idx="3930">
                  <c:v>679.377285</c:v>
                </c:pt>
                <c:pt idx="3931">
                  <c:v>677.891721</c:v>
                </c:pt>
                <c:pt idx="3932">
                  <c:v>676.403169</c:v>
                </c:pt>
                <c:pt idx="3933">
                  <c:v>674.911649</c:v>
                </c:pt>
                <c:pt idx="3934">
                  <c:v>673.417179</c:v>
                </c:pt>
                <c:pt idx="3935">
                  <c:v>671.919782</c:v>
                </c:pt>
                <c:pt idx="3936">
                  <c:v>670.419477</c:v>
                </c:pt>
                <c:pt idx="3937">
                  <c:v>668.916285</c:v>
                </c:pt>
                <c:pt idx="3938">
                  <c:v>667.410227</c:v>
                </c:pt>
                <c:pt idx="3939">
                  <c:v>665.901325</c:v>
                </c:pt>
                <c:pt idx="3940">
                  <c:v>664.389599</c:v>
                </c:pt>
                <c:pt idx="3941">
                  <c:v>662.875072</c:v>
                </c:pt>
                <c:pt idx="3942">
                  <c:v>661.357765</c:v>
                </c:pt>
                <c:pt idx="3943">
                  <c:v>659.837700</c:v>
                </c:pt>
                <c:pt idx="3944">
                  <c:v>658.314900</c:v>
                </c:pt>
                <c:pt idx="3945">
                  <c:v>656.789387</c:v>
                </c:pt>
                <c:pt idx="3946">
                  <c:v>655.261184</c:v>
                </c:pt>
                <c:pt idx="3947">
                  <c:v>653.730314</c:v>
                </c:pt>
                <c:pt idx="3948">
                  <c:v>652.196799</c:v>
                </c:pt>
                <c:pt idx="3949">
                  <c:v>650.660664</c:v>
                </c:pt>
                <c:pt idx="3950">
                  <c:v>649.121931</c:v>
                </c:pt>
                <c:pt idx="3951">
                  <c:v>647.580625</c:v>
                </c:pt>
                <c:pt idx="3952">
                  <c:v>646.036770</c:v>
                </c:pt>
                <c:pt idx="3953">
                  <c:v>644.490389</c:v>
                </c:pt>
                <c:pt idx="3954">
                  <c:v>642.941507</c:v>
                </c:pt>
                <c:pt idx="3955">
                  <c:v>641.390149</c:v>
                </c:pt>
                <c:pt idx="3956">
                  <c:v>639.836339</c:v>
                </c:pt>
                <c:pt idx="3957">
                  <c:v>638.280103</c:v>
                </c:pt>
                <c:pt idx="3958">
                  <c:v>636.721465</c:v>
                </c:pt>
                <c:pt idx="3959">
                  <c:v>635.160450</c:v>
                </c:pt>
                <c:pt idx="3960">
                  <c:v>633.597085</c:v>
                </c:pt>
                <c:pt idx="3961">
                  <c:v>632.031396</c:v>
                </c:pt>
                <c:pt idx="3962">
                  <c:v>630.463407</c:v>
                </c:pt>
                <c:pt idx="3963">
                  <c:v>628.893145</c:v>
                </c:pt>
                <c:pt idx="3964">
                  <c:v>627.320637</c:v>
                </c:pt>
                <c:pt idx="3965">
                  <c:v>625.745909</c:v>
                </c:pt>
                <c:pt idx="3966">
                  <c:v>624.168988</c:v>
                </c:pt>
                <c:pt idx="3967">
                  <c:v>622.589900</c:v>
                </c:pt>
                <c:pt idx="3968">
                  <c:v>621.008673</c:v>
                </c:pt>
                <c:pt idx="3969">
                  <c:v>619.425334</c:v>
                </c:pt>
                <c:pt idx="3970">
                  <c:v>617.839909</c:v>
                </c:pt>
                <c:pt idx="3971">
                  <c:v>616.252428</c:v>
                </c:pt>
                <c:pt idx="3972">
                  <c:v>614.662917</c:v>
                </c:pt>
                <c:pt idx="3973">
                  <c:v>613.071405</c:v>
                </c:pt>
                <c:pt idx="3974">
                  <c:v>611.477919</c:v>
                </c:pt>
                <c:pt idx="3975">
                  <c:v>609.882488</c:v>
                </c:pt>
                <c:pt idx="3976">
                  <c:v>608.285140</c:v>
                </c:pt>
                <c:pt idx="3977">
                  <c:v>606.685904</c:v>
                </c:pt>
                <c:pt idx="3978">
                  <c:v>605.084808</c:v>
                </c:pt>
                <c:pt idx="3979">
                  <c:v>603.481883</c:v>
                </c:pt>
                <c:pt idx="3980">
                  <c:v>601.877155</c:v>
                </c:pt>
                <c:pt idx="3981">
                  <c:v>600.270656</c:v>
                </c:pt>
                <c:pt idx="3982">
                  <c:v>598.662413</c:v>
                </c:pt>
                <c:pt idx="3983">
                  <c:v>597.052457</c:v>
                </c:pt>
                <c:pt idx="3984">
                  <c:v>595.440818</c:v>
                </c:pt>
                <c:pt idx="3985">
                  <c:v>593.827525</c:v>
                </c:pt>
                <c:pt idx="3986">
                  <c:v>592.212607</c:v>
                </c:pt>
                <c:pt idx="3987">
                  <c:v>590.596096</c:v>
                </c:pt>
                <c:pt idx="3988">
                  <c:v>588.978022</c:v>
                </c:pt>
                <c:pt idx="3989">
                  <c:v>587.358414</c:v>
                </c:pt>
                <c:pt idx="3990">
                  <c:v>585.737304</c:v>
                </c:pt>
                <c:pt idx="3991">
                  <c:v>584.114722</c:v>
                </c:pt>
                <c:pt idx="3992">
                  <c:v>582.490698</c:v>
                </c:pt>
                <c:pt idx="3993">
                  <c:v>580.865264</c:v>
                </c:pt>
                <c:pt idx="3994">
                  <c:v>579.238451</c:v>
                </c:pt>
                <c:pt idx="3995">
                  <c:v>577.610290</c:v>
                </c:pt>
                <c:pt idx="3996">
                  <c:v>575.980811</c:v>
                </c:pt>
                <c:pt idx="3997">
                  <c:v>574.350047</c:v>
                </c:pt>
                <c:pt idx="3998">
                  <c:v>572.718029</c:v>
                </c:pt>
                <c:pt idx="3999">
                  <c:v>571.084789</c:v>
                </c:pt>
                <c:pt idx="4000">
                  <c:v>569.450358</c:v>
                </c:pt>
                <c:pt idx="4001">
                  <c:v>567.814768</c:v>
                </c:pt>
                <c:pt idx="4002">
                  <c:v>566.178051</c:v>
                </c:pt>
                <c:pt idx="4003">
                  <c:v>564.540239</c:v>
                </c:pt>
                <c:pt idx="4004">
                  <c:v>562.901364</c:v>
                </c:pt>
                <c:pt idx="4005">
                  <c:v>561.261458</c:v>
                </c:pt>
                <c:pt idx="4006">
                  <c:v>559.620555</c:v>
                </c:pt>
                <c:pt idx="4007">
                  <c:v>557.978685</c:v>
                </c:pt>
                <c:pt idx="4008">
                  <c:v>556.335881</c:v>
                </c:pt>
                <c:pt idx="4009">
                  <c:v>554.692177</c:v>
                </c:pt>
                <c:pt idx="4010">
                  <c:v>553.047604</c:v>
                </c:pt>
                <c:pt idx="4011">
                  <c:v>551.402196</c:v>
                </c:pt>
                <c:pt idx="4012">
                  <c:v>549.755985</c:v>
                </c:pt>
                <c:pt idx="4013">
                  <c:v>548.109004</c:v>
                </c:pt>
                <c:pt idx="4014">
                  <c:v>546.461286</c:v>
                </c:pt>
                <c:pt idx="4015">
                  <c:v>544.812864</c:v>
                </c:pt>
                <c:pt idx="4016">
                  <c:v>543.163770</c:v>
                </c:pt>
                <c:pt idx="4017">
                  <c:v>541.514039</c:v>
                </c:pt>
                <c:pt idx="4018">
                  <c:v>539.863704</c:v>
                </c:pt>
                <c:pt idx="4019">
                  <c:v>538.212797</c:v>
                </c:pt>
                <c:pt idx="4020">
                  <c:v>536.561351</c:v>
                </c:pt>
                <c:pt idx="4021">
                  <c:v>534.909401</c:v>
                </c:pt>
                <c:pt idx="4022">
                  <c:v>533.256980</c:v>
                </c:pt>
                <c:pt idx="4023">
                  <c:v>531.604120</c:v>
                </c:pt>
                <c:pt idx="4024">
                  <c:v>529.950855</c:v>
                </c:pt>
                <c:pt idx="4025">
                  <c:v>528.297220</c:v>
                </c:pt>
                <c:pt idx="4026">
                  <c:v>526.643246</c:v>
                </c:pt>
                <c:pt idx="4027">
                  <c:v>524.988969</c:v>
                </c:pt>
                <c:pt idx="4028">
                  <c:v>523.334421</c:v>
                </c:pt>
                <c:pt idx="4029">
                  <c:v>521.679636</c:v>
                </c:pt>
                <c:pt idx="4030">
                  <c:v>520.024648</c:v>
                </c:pt>
                <c:pt idx="4031">
                  <c:v>518.369490</c:v>
                </c:pt>
                <c:pt idx="4032">
                  <c:v>516.714196</c:v>
                </c:pt>
                <c:pt idx="4033">
                  <c:v>515.058799</c:v>
                </c:pt>
                <c:pt idx="4034">
                  <c:v>513.403334</c:v>
                </c:pt>
                <c:pt idx="4035">
                  <c:v>511.747833</c:v>
                </c:pt>
                <c:pt idx="4036">
                  <c:v>510.092331</c:v>
                </c:pt>
                <c:pt idx="4037">
                  <c:v>508.436862</c:v>
                </c:pt>
                <c:pt idx="4038">
                  <c:v>506.781458</c:v>
                </c:pt>
                <c:pt idx="4039">
                  <c:v>505.126154</c:v>
                </c:pt>
                <c:pt idx="4040">
                  <c:v>503.470983</c:v>
                </c:pt>
                <c:pt idx="4041">
                  <c:v>501.815978</c:v>
                </c:pt>
                <c:pt idx="4042">
                  <c:v>500.161174</c:v>
                </c:pt>
                <c:pt idx="4043">
                  <c:v>498.506604</c:v>
                </c:pt>
                <c:pt idx="4044">
                  <c:v>496.852302</c:v>
                </c:pt>
                <c:pt idx="4045">
                  <c:v>495.198300</c:v>
                </c:pt>
                <c:pt idx="4046">
                  <c:v>493.544633</c:v>
                </c:pt>
                <c:pt idx="4047">
                  <c:v>491.891334</c:v>
                </c:pt>
                <c:pt idx="4048">
                  <c:v>490.238437</c:v>
                </c:pt>
                <c:pt idx="4049">
                  <c:v>488.585975</c:v>
                </c:pt>
                <c:pt idx="4050">
                  <c:v>486.933980</c:v>
                </c:pt>
                <c:pt idx="4051">
                  <c:v>485.282488</c:v>
                </c:pt>
                <c:pt idx="4052">
                  <c:v>483.631530</c:v>
                </c:pt>
                <c:pt idx="4053">
                  <c:v>481.981140</c:v>
                </c:pt>
                <c:pt idx="4054">
                  <c:v>480.331351</c:v>
                </c:pt>
                <c:pt idx="4055">
                  <c:v>478.682196</c:v>
                </c:pt>
                <c:pt idx="4056">
                  <c:v>477.033709</c:v>
                </c:pt>
                <c:pt idx="4057">
                  <c:v>475.385922</c:v>
                </c:pt>
                <c:pt idx="4058">
                  <c:v>473.738869</c:v>
                </c:pt>
                <c:pt idx="4059">
                  <c:v>472.092581</c:v>
                </c:pt>
                <c:pt idx="4060">
                  <c:v>470.447092</c:v>
                </c:pt>
                <c:pt idx="4061">
                  <c:v>468.802435</c:v>
                </c:pt>
                <c:pt idx="4062">
                  <c:v>467.158641</c:v>
                </c:pt>
                <c:pt idx="4063">
                  <c:v>465.515745</c:v>
                </c:pt>
                <c:pt idx="4064">
                  <c:v>463.873777</c:v>
                </c:pt>
                <c:pt idx="4065">
                  <c:v>462.232771</c:v>
                </c:pt>
                <c:pt idx="4066">
                  <c:v>460.592759</c:v>
                </c:pt>
                <c:pt idx="4067">
                  <c:v>458.953773</c:v>
                </c:pt>
                <c:pt idx="4068">
                  <c:v>457.315845</c:v>
                </c:pt>
                <c:pt idx="4069">
                  <c:v>455.679007</c:v>
                </c:pt>
                <c:pt idx="4070">
                  <c:v>454.043291</c:v>
                </c:pt>
                <c:pt idx="4071">
                  <c:v>452.408728</c:v>
                </c:pt>
                <c:pt idx="4072">
                  <c:v>450.775352</c:v>
                </c:pt>
                <c:pt idx="4073">
                  <c:v>449.143192</c:v>
                </c:pt>
                <c:pt idx="4074">
                  <c:v>447.512280</c:v>
                </c:pt>
                <c:pt idx="4075">
                  <c:v>445.882649</c:v>
                </c:pt>
                <c:pt idx="4076">
                  <c:v>444.254329</c:v>
                </c:pt>
                <c:pt idx="4077">
                  <c:v>442.627351</c:v>
                </c:pt>
                <c:pt idx="4078">
                  <c:v>441.001746</c:v>
                </c:pt>
                <c:pt idx="4079">
                  <c:v>439.377545</c:v>
                </c:pt>
                <c:pt idx="4080">
                  <c:v>437.754779</c:v>
                </c:pt>
                <c:pt idx="4081">
                  <c:v>436.133479</c:v>
                </c:pt>
                <c:pt idx="4082">
                  <c:v>434.513675</c:v>
                </c:pt>
                <c:pt idx="4083">
                  <c:v>432.895397</c:v>
                </c:pt>
                <c:pt idx="4084">
                  <c:v>431.278676</c:v>
                </c:pt>
                <c:pt idx="4085">
                  <c:v>429.663541</c:v>
                </c:pt>
                <c:pt idx="4086">
                  <c:v>428.050024</c:v>
                </c:pt>
                <c:pt idx="4087">
                  <c:v>426.438152</c:v>
                </c:pt>
                <c:pt idx="4088">
                  <c:v>424.827957</c:v>
                </c:pt>
                <c:pt idx="4089">
                  <c:v>423.219467</c:v>
                </c:pt>
                <c:pt idx="4090">
                  <c:v>421.612713</c:v>
                </c:pt>
                <c:pt idx="4091">
                  <c:v>420.007723</c:v>
                </c:pt>
                <c:pt idx="4092">
                  <c:v>418.404526</c:v>
                </c:pt>
                <c:pt idx="4093">
                  <c:v>416.803151</c:v>
                </c:pt>
                <c:pt idx="4094">
                  <c:v>415.203627</c:v>
                </c:pt>
                <c:pt idx="4095">
                  <c:v>413.605983</c:v>
                </c:pt>
                <c:pt idx="4096">
                  <c:v>412.010247</c:v>
                </c:pt>
                <c:pt idx="4097">
                  <c:v>410.416447</c:v>
                </c:pt>
                <c:pt idx="4098">
                  <c:v>408.824611</c:v>
                </c:pt>
                <c:pt idx="4099">
                  <c:v>407.234768</c:v>
                </c:pt>
                <c:pt idx="4100">
                  <c:v>405.646945</c:v>
                </c:pt>
                <c:pt idx="4101">
                  <c:v>404.061169</c:v>
                </c:pt>
                <c:pt idx="4102">
                  <c:v>402.477469</c:v>
                </c:pt>
                <c:pt idx="4103">
                  <c:v>400.895870</c:v>
                </c:pt>
                <c:pt idx="4104">
                  <c:v>399.316402</c:v>
                </c:pt>
                <c:pt idx="4105">
                  <c:v>397.739089</c:v>
                </c:pt>
                <c:pt idx="4106">
                  <c:v>396.163959</c:v>
                </c:pt>
                <c:pt idx="4107">
                  <c:v>394.591039</c:v>
                </c:pt>
                <c:pt idx="4108">
                  <c:v>393.020355</c:v>
                </c:pt>
                <c:pt idx="4109">
                  <c:v>391.451933</c:v>
                </c:pt>
                <c:pt idx="4110">
                  <c:v>389.885798</c:v>
                </c:pt>
                <c:pt idx="4111">
                  <c:v>388.321978</c:v>
                </c:pt>
                <c:pt idx="4112">
                  <c:v>386.760497</c:v>
                </c:pt>
                <c:pt idx="4113">
                  <c:v>385.201380</c:v>
                </c:pt>
                <c:pt idx="4114">
                  <c:v>383.644654</c:v>
                </c:pt>
                <c:pt idx="4115">
                  <c:v>382.090342</c:v>
                </c:pt>
                <c:pt idx="4116">
                  <c:v>380.538470</c:v>
                </c:pt>
                <c:pt idx="4117">
                  <c:v>378.989063</c:v>
                </c:pt>
                <c:pt idx="4118">
                  <c:v>377.442144</c:v>
                </c:pt>
                <c:pt idx="4119">
                  <c:v>375.897739</c:v>
                </c:pt>
                <c:pt idx="4120">
                  <c:v>374.355870</c:v>
                </c:pt>
                <c:pt idx="4121">
                  <c:v>372.816563</c:v>
                </c:pt>
                <c:pt idx="4122">
                  <c:v>371.279839</c:v>
                </c:pt>
                <c:pt idx="4123">
                  <c:v>369.745724</c:v>
                </c:pt>
                <c:pt idx="4124">
                  <c:v>368.214240</c:v>
                </c:pt>
                <c:pt idx="4125">
                  <c:v>366.685410</c:v>
                </c:pt>
                <c:pt idx="4126">
                  <c:v>365.159257</c:v>
                </c:pt>
                <c:pt idx="4127">
                  <c:v>363.635803</c:v>
                </c:pt>
                <c:pt idx="4128">
                  <c:v>362.115072</c:v>
                </c:pt>
                <c:pt idx="4129">
                  <c:v>360.597084</c:v>
                </c:pt>
                <c:pt idx="4130">
                  <c:v>359.081862</c:v>
                </c:pt>
                <c:pt idx="4131">
                  <c:v>357.569428</c:v>
                </c:pt>
                <c:pt idx="4132">
                  <c:v>356.059804</c:v>
                </c:pt>
                <c:pt idx="4133">
                  <c:v>354.553010</c:v>
                </c:pt>
                <c:pt idx="4134">
                  <c:v>353.049067</c:v>
                </c:pt>
                <c:pt idx="4135">
                  <c:v>351.547998</c:v>
                </c:pt>
                <c:pt idx="4136">
                  <c:v>350.049821</c:v>
                </c:pt>
                <c:pt idx="4137">
                  <c:v>348.554558</c:v>
                </c:pt>
                <c:pt idx="4138">
                  <c:v>347.062229</c:v>
                </c:pt>
                <c:pt idx="4139">
                  <c:v>345.572854</c:v>
                </c:pt>
                <c:pt idx="4140">
                  <c:v>344.086453</c:v>
                </c:pt>
                <c:pt idx="4141">
                  <c:v>342.603045</c:v>
                </c:pt>
                <c:pt idx="4142">
                  <c:v>341.122650</c:v>
                </c:pt>
                <c:pt idx="4143">
                  <c:v>339.645287</c:v>
                </c:pt>
                <c:pt idx="4144">
                  <c:v>338.170975</c:v>
                </c:pt>
                <c:pt idx="4145">
                  <c:v>336.699732</c:v>
                </c:pt>
                <c:pt idx="4146">
                  <c:v>335.231577</c:v>
                </c:pt>
                <c:pt idx="4147">
                  <c:v>333.766528</c:v>
                </c:pt>
                <c:pt idx="4148">
                  <c:v>332.304604</c:v>
                </c:pt>
                <c:pt idx="4149">
                  <c:v>330.845821</c:v>
                </c:pt>
                <c:pt idx="4150">
                  <c:v>329.390199</c:v>
                </c:pt>
                <c:pt idx="4151">
                  <c:v>327.937753</c:v>
                </c:pt>
                <c:pt idx="4152">
                  <c:v>326.488502</c:v>
                </c:pt>
                <c:pt idx="4153">
                  <c:v>325.042462</c:v>
                </c:pt>
                <c:pt idx="4154">
                  <c:v>323.599650</c:v>
                </c:pt>
                <c:pt idx="4155">
                  <c:v>322.160082</c:v>
                </c:pt>
                <c:pt idx="4156">
                  <c:v>320.723775</c:v>
                </c:pt>
                <c:pt idx="4157">
                  <c:v>319.290744</c:v>
                </c:pt>
                <c:pt idx="4158">
                  <c:v>317.861006</c:v>
                </c:pt>
                <c:pt idx="4159">
                  <c:v>316.434576</c:v>
                </c:pt>
                <c:pt idx="4160">
                  <c:v>315.011470</c:v>
                </c:pt>
                <c:pt idx="4161">
                  <c:v>313.591702</c:v>
                </c:pt>
                <c:pt idx="4162">
                  <c:v>312.175288</c:v>
                </c:pt>
                <c:pt idx="4163">
                  <c:v>310.762242</c:v>
                </c:pt>
                <c:pt idx="4164">
                  <c:v>309.352579</c:v>
                </c:pt>
                <c:pt idx="4165">
                  <c:v>307.946313</c:v>
                </c:pt>
                <c:pt idx="4166">
                  <c:v>306.543458</c:v>
                </c:pt>
                <c:pt idx="4167">
                  <c:v>305.144028</c:v>
                </c:pt>
                <c:pt idx="4168">
                  <c:v>303.748036</c:v>
                </c:pt>
                <c:pt idx="4169">
                  <c:v>302.355497</c:v>
                </c:pt>
                <c:pt idx="4170">
                  <c:v>300.966422</c:v>
                </c:pt>
                <c:pt idx="4171">
                  <c:v>299.580826</c:v>
                </c:pt>
                <c:pt idx="4172">
                  <c:v>298.198720</c:v>
                </c:pt>
                <c:pt idx="4173">
                  <c:v>296.820117</c:v>
                </c:pt>
                <c:pt idx="4174">
                  <c:v>295.445030</c:v>
                </c:pt>
                <c:pt idx="4175">
                  <c:v>294.073470</c:v>
                </c:pt>
                <c:pt idx="4176">
                  <c:v>292.705450</c:v>
                </c:pt>
                <c:pt idx="4177">
                  <c:v>291.340981</c:v>
                </c:pt>
                <c:pt idx="4178">
                  <c:v>289.980075</c:v>
                </c:pt>
                <c:pt idx="4179">
                  <c:v>288.622742</c:v>
                </c:pt>
                <c:pt idx="4180">
                  <c:v>287.268994</c:v>
                </c:pt>
                <c:pt idx="4181">
                  <c:v>285.918842</c:v>
                </c:pt>
                <c:pt idx="4182">
                  <c:v>284.572295</c:v>
                </c:pt>
                <c:pt idx="4183">
                  <c:v>283.229365</c:v>
                </c:pt>
                <c:pt idx="4184">
                  <c:v>281.890061</c:v>
                </c:pt>
                <c:pt idx="4185">
                  <c:v>280.554394</c:v>
                </c:pt>
                <c:pt idx="4186">
                  <c:v>279.222373</c:v>
                </c:pt>
                <c:pt idx="4187">
                  <c:v>277.894007</c:v>
                </c:pt>
                <c:pt idx="4188">
                  <c:v>276.569307</c:v>
                </c:pt>
                <c:pt idx="4189">
                  <c:v>275.248280</c:v>
                </c:pt>
                <c:pt idx="4190">
                  <c:v>273.930936</c:v>
                </c:pt>
                <c:pt idx="4191">
                  <c:v>272.617284</c:v>
                </c:pt>
                <c:pt idx="4192">
                  <c:v>271.307332</c:v>
                </c:pt>
                <c:pt idx="4193">
                  <c:v>270.001088</c:v>
                </c:pt>
                <c:pt idx="4194">
                  <c:v>268.698560</c:v>
                </c:pt>
                <c:pt idx="4195">
                  <c:v>267.399757</c:v>
                </c:pt>
                <c:pt idx="4196">
                  <c:v>266.104685</c:v>
                </c:pt>
                <c:pt idx="4197">
                  <c:v>264.813353</c:v>
                </c:pt>
                <c:pt idx="4198">
                  <c:v>263.525767</c:v>
                </c:pt>
                <c:pt idx="4199">
                  <c:v>262.241934</c:v>
                </c:pt>
                <c:pt idx="4200">
                  <c:v>260.961862</c:v>
                </c:pt>
                <c:pt idx="4201">
                  <c:v>259.685557</c:v>
                </c:pt>
                <c:pt idx="4202">
                  <c:v>258.413026</c:v>
                </c:pt>
                <c:pt idx="4203">
                  <c:v>257.144273</c:v>
                </c:pt>
                <c:pt idx="4204">
                  <c:v>255.879307</c:v>
                </c:pt>
                <c:pt idx="4205">
                  <c:v>254.618132</c:v>
                </c:pt>
                <c:pt idx="4206">
                  <c:v>253.360755</c:v>
                </c:pt>
                <c:pt idx="4207">
                  <c:v>252.107180</c:v>
                </c:pt>
                <c:pt idx="4208">
                  <c:v>250.857413</c:v>
                </c:pt>
                <c:pt idx="4209">
                  <c:v>249.611460</c:v>
                </c:pt>
                <c:pt idx="4210">
                  <c:v>248.369324</c:v>
                </c:pt>
                <c:pt idx="4211">
                  <c:v>247.131011</c:v>
                </c:pt>
                <c:pt idx="4212">
                  <c:v>245.896525</c:v>
                </c:pt>
                <c:pt idx="4213">
                  <c:v>244.665871</c:v>
                </c:pt>
                <c:pt idx="4214">
                  <c:v>243.439052</c:v>
                </c:pt>
                <c:pt idx="4215">
                  <c:v>242.216073</c:v>
                </c:pt>
                <c:pt idx="4216">
                  <c:v>240.996938</c:v>
                </c:pt>
                <c:pt idx="4217">
                  <c:v>239.781650</c:v>
                </c:pt>
                <c:pt idx="4218">
                  <c:v>238.570212</c:v>
                </c:pt>
                <c:pt idx="4219">
                  <c:v>237.362628</c:v>
                </c:pt>
                <c:pt idx="4220">
                  <c:v>236.158901</c:v>
                </c:pt>
                <c:pt idx="4221">
                  <c:v>234.959034</c:v>
                </c:pt>
                <c:pt idx="4222">
                  <c:v>233.763029</c:v>
                </c:pt>
                <c:pt idx="4223">
                  <c:v>232.570889</c:v>
                </c:pt>
                <c:pt idx="4224">
                  <c:v>231.382617</c:v>
                </c:pt>
                <c:pt idx="4225">
                  <c:v>230.198214</c:v>
                </c:pt>
                <c:pt idx="4226">
                  <c:v>229.017683</c:v>
                </c:pt>
                <c:pt idx="4227">
                  <c:v>227.841025</c:v>
                </c:pt>
                <c:pt idx="4228">
                  <c:v>226.668243</c:v>
                </c:pt>
                <c:pt idx="4229">
                  <c:v>225.499337</c:v>
                </c:pt>
                <c:pt idx="4230">
                  <c:v>224.334310</c:v>
                </c:pt>
                <c:pt idx="4231">
                  <c:v>223.173161</c:v>
                </c:pt>
                <c:pt idx="4232">
                  <c:v>222.015894</c:v>
                </c:pt>
                <c:pt idx="4233">
                  <c:v>220.862507</c:v>
                </c:pt>
                <c:pt idx="4234">
                  <c:v>219.713003</c:v>
                </c:pt>
                <c:pt idx="4235">
                  <c:v>218.567381</c:v>
                </c:pt>
                <c:pt idx="4236">
                  <c:v>217.425642</c:v>
                </c:pt>
                <c:pt idx="4237">
                  <c:v>216.287786</c:v>
                </c:pt>
                <c:pt idx="4238">
                  <c:v>215.153814</c:v>
                </c:pt>
                <c:pt idx="4239">
                  <c:v>214.023724</c:v>
                </c:pt>
                <c:pt idx="4240">
                  <c:v>212.897518</c:v>
                </c:pt>
                <c:pt idx="4241">
                  <c:v>211.775195</c:v>
                </c:pt>
                <c:pt idx="4242">
                  <c:v>210.656754</c:v>
                </c:pt>
                <c:pt idx="4243">
                  <c:v>209.542194</c:v>
                </c:pt>
                <c:pt idx="4244">
                  <c:v>208.431515</c:v>
                </c:pt>
                <c:pt idx="4245">
                  <c:v>207.324716</c:v>
                </c:pt>
                <c:pt idx="4246">
                  <c:v>206.221796</c:v>
                </c:pt>
                <c:pt idx="4247">
                  <c:v>205.122753</c:v>
                </c:pt>
                <c:pt idx="4248">
                  <c:v>204.027586</c:v>
                </c:pt>
                <c:pt idx="4249">
                  <c:v>202.936294</c:v>
                </c:pt>
                <c:pt idx="4250">
                  <c:v>201.848874</c:v>
                </c:pt>
                <c:pt idx="4251">
                  <c:v>200.765326</c:v>
                </c:pt>
                <c:pt idx="4252">
                  <c:v>199.685647</c:v>
                </c:pt>
                <c:pt idx="4253">
                  <c:v>198.609836</c:v>
                </c:pt>
                <c:pt idx="4254">
                  <c:v>197.537889</c:v>
                </c:pt>
                <c:pt idx="4255">
                  <c:v>196.469805</c:v>
                </c:pt>
                <c:pt idx="4256">
                  <c:v>195.405581</c:v>
                </c:pt>
                <c:pt idx="4257">
                  <c:v>194.345215</c:v>
                </c:pt>
                <c:pt idx="4258">
                  <c:v>193.288703</c:v>
                </c:pt>
                <c:pt idx="4259">
                  <c:v>192.236044</c:v>
                </c:pt>
                <c:pt idx="4260">
                  <c:v>191.187234</c:v>
                </c:pt>
                <c:pt idx="4261">
                  <c:v>190.142270</c:v>
                </c:pt>
                <c:pt idx="4262">
                  <c:v>189.101149</c:v>
                </c:pt>
                <c:pt idx="4263">
                  <c:v>188.063867</c:v>
                </c:pt>
                <c:pt idx="4264">
                  <c:v>187.030421</c:v>
                </c:pt>
                <c:pt idx="4265">
                  <c:v>186.000808</c:v>
                </c:pt>
                <c:pt idx="4266">
                  <c:v>184.975023</c:v>
                </c:pt>
                <c:pt idx="4267">
                  <c:v>183.953064</c:v>
                </c:pt>
                <c:pt idx="4268">
                  <c:v>182.934925</c:v>
                </c:pt>
                <c:pt idx="4269">
                  <c:v>181.920604</c:v>
                </c:pt>
                <c:pt idx="4270">
                  <c:v>180.910095</c:v>
                </c:pt>
                <c:pt idx="4271">
                  <c:v>179.903395</c:v>
                </c:pt>
                <c:pt idx="4272">
                  <c:v>178.900500</c:v>
                </c:pt>
                <c:pt idx="4273">
                  <c:v>177.901404</c:v>
                </c:pt>
                <c:pt idx="4274">
                  <c:v>176.906104</c:v>
                </c:pt>
                <c:pt idx="4275">
                  <c:v>175.914594</c:v>
                </c:pt>
                <c:pt idx="4276">
                  <c:v>174.926870</c:v>
                </c:pt>
                <c:pt idx="4277">
                  <c:v>173.942926</c:v>
                </c:pt>
                <c:pt idx="4278">
                  <c:v>172.962759</c:v>
                </c:pt>
                <c:pt idx="4279">
                  <c:v>171.986362</c:v>
                </c:pt>
                <c:pt idx="4280">
                  <c:v>171.013732</c:v>
                </c:pt>
                <c:pt idx="4281">
                  <c:v>170.044861</c:v>
                </c:pt>
                <c:pt idx="4282">
                  <c:v>169.079746</c:v>
                </c:pt>
                <c:pt idx="4283">
                  <c:v>168.118380</c:v>
                </c:pt>
                <c:pt idx="4284">
                  <c:v>167.160757</c:v>
                </c:pt>
                <c:pt idx="4285">
                  <c:v>166.206874</c:v>
                </c:pt>
                <c:pt idx="4286">
                  <c:v>165.256722</c:v>
                </c:pt>
                <c:pt idx="4287">
                  <c:v>164.310297</c:v>
                </c:pt>
                <c:pt idx="4288">
                  <c:v>163.367593</c:v>
                </c:pt>
                <c:pt idx="4289">
                  <c:v>162.428604</c:v>
                </c:pt>
                <c:pt idx="4290">
                  <c:v>161.493323</c:v>
                </c:pt>
                <c:pt idx="4291">
                  <c:v>160.561745</c:v>
                </c:pt>
                <c:pt idx="4292">
                  <c:v>159.633863</c:v>
                </c:pt>
                <c:pt idx="4293">
                  <c:v>158.709670</c:v>
                </c:pt>
                <c:pt idx="4294">
                  <c:v>157.789161</c:v>
                </c:pt>
                <c:pt idx="4295">
                  <c:v>156.872329</c:v>
                </c:pt>
                <c:pt idx="4296">
                  <c:v>155.959167</c:v>
                </c:pt>
                <c:pt idx="4297">
                  <c:v>155.049668</c:v>
                </c:pt>
                <c:pt idx="4298">
                  <c:v>154.143826</c:v>
                </c:pt>
                <c:pt idx="4299">
                  <c:v>153.241634</c:v>
                </c:pt>
                <c:pt idx="4300">
                  <c:v>152.343085</c:v>
                </c:pt>
                <c:pt idx="4301">
                  <c:v>151.448172</c:v>
                </c:pt>
                <c:pt idx="4302">
                  <c:v>150.556888</c:v>
                </c:pt>
                <c:pt idx="4303">
                  <c:v>149.669226</c:v>
                </c:pt>
                <c:pt idx="4304">
                  <c:v>148.785179</c:v>
                </c:pt>
                <c:pt idx="4305">
                  <c:v>147.904739</c:v>
                </c:pt>
                <c:pt idx="4306">
                  <c:v>147.027898</c:v>
                </c:pt>
                <c:pt idx="4307">
                  <c:v>146.154651</c:v>
                </c:pt>
                <c:pt idx="4308">
                  <c:v>145.284989</c:v>
                </c:pt>
                <c:pt idx="4309">
                  <c:v>144.418904</c:v>
                </c:pt>
                <c:pt idx="4310">
                  <c:v>143.556389</c:v>
                </c:pt>
                <c:pt idx="4311">
                  <c:v>142.697437</c:v>
                </c:pt>
                <c:pt idx="4312">
                  <c:v>141.842040</c:v>
                </c:pt>
                <c:pt idx="4313">
                  <c:v>140.990189</c:v>
                </c:pt>
                <c:pt idx="4314">
                  <c:v>140.141878</c:v>
                </c:pt>
                <c:pt idx="4315">
                  <c:v>139.297097</c:v>
                </c:pt>
                <c:pt idx="4316">
                  <c:v>138.455840</c:v>
                </c:pt>
                <c:pt idx="4317">
                  <c:v>137.618098</c:v>
                </c:pt>
                <c:pt idx="4318">
                  <c:v>136.783863</c:v>
                </c:pt>
                <c:pt idx="4319">
                  <c:v>135.953128</c:v>
                </c:pt>
                <c:pt idx="4320">
                  <c:v>135.125883</c:v>
                </c:pt>
                <c:pt idx="4321">
                  <c:v>134.302120</c:v>
                </c:pt>
                <c:pt idx="4322">
                  <c:v>133.481832</c:v>
                </c:pt>
                <c:pt idx="4323">
                  <c:v>132.665010</c:v>
                </c:pt>
                <c:pt idx="4324">
                  <c:v>131.851646</c:v>
                </c:pt>
                <c:pt idx="4325">
                  <c:v>131.041731</c:v>
                </c:pt>
                <c:pt idx="4326">
                  <c:v>130.235257</c:v>
                </c:pt>
                <c:pt idx="4327">
                  <c:v>129.432215</c:v>
                </c:pt>
                <c:pt idx="4328">
                  <c:v>128.632597</c:v>
                </c:pt>
                <c:pt idx="4329">
                  <c:v>127.836393</c:v>
                </c:pt>
                <c:pt idx="4330">
                  <c:v>127.043596</c:v>
                </c:pt>
                <c:pt idx="4331">
                  <c:v>126.254197</c:v>
                </c:pt>
                <c:pt idx="4332">
                  <c:v>125.468187</c:v>
                </c:pt>
                <c:pt idx="4333">
                  <c:v>124.685558</c:v>
                </c:pt>
                <c:pt idx="4334">
                  <c:v>123.906299</c:v>
                </c:pt>
                <c:pt idx="4335">
                  <c:v>123.130403</c:v>
                </c:pt>
                <c:pt idx="4336">
                  <c:v>122.357861</c:v>
                </c:pt>
                <c:pt idx="4337">
                  <c:v>121.588664</c:v>
                </c:pt>
                <c:pt idx="4338">
                  <c:v>120.822803</c:v>
                </c:pt>
                <c:pt idx="4339">
                  <c:v>120.060268</c:v>
                </c:pt>
                <c:pt idx="4340">
                  <c:v>119.301051</c:v>
                </c:pt>
                <c:pt idx="4341">
                  <c:v>118.545143</c:v>
                </c:pt>
                <c:pt idx="4342">
                  <c:v>117.792534</c:v>
                </c:pt>
                <c:pt idx="4343">
                  <c:v>117.043216</c:v>
                </c:pt>
                <c:pt idx="4344">
                  <c:v>116.297179</c:v>
                </c:pt>
                <c:pt idx="4345">
                  <c:v>115.554415</c:v>
                </c:pt>
                <c:pt idx="4346">
                  <c:v>114.814913</c:v>
                </c:pt>
                <c:pt idx="4347">
                  <c:v>114.078665</c:v>
                </c:pt>
                <c:pt idx="4348">
                  <c:v>113.345661</c:v>
                </c:pt>
                <c:pt idx="4349">
                  <c:v>112.615893</c:v>
                </c:pt>
                <c:pt idx="4350">
                  <c:v>111.889350</c:v>
                </c:pt>
                <c:pt idx="4351">
                  <c:v>111.166023</c:v>
                </c:pt>
                <c:pt idx="4352">
                  <c:v>110.445904</c:v>
                </c:pt>
                <c:pt idx="4353">
                  <c:v>109.728982</c:v>
                </c:pt>
                <c:pt idx="4354">
                  <c:v>109.015249</c:v>
                </c:pt>
                <c:pt idx="4355">
                  <c:v>108.304694</c:v>
                </c:pt>
                <c:pt idx="4356">
                  <c:v>107.597308</c:v>
                </c:pt>
                <c:pt idx="4357">
                  <c:v>106.893082</c:v>
                </c:pt>
                <c:pt idx="4358">
                  <c:v>106.192007</c:v>
                </c:pt>
                <c:pt idx="4359">
                  <c:v>105.494072</c:v>
                </c:pt>
                <c:pt idx="4360">
                  <c:v>104.799268</c:v>
                </c:pt>
                <c:pt idx="4361">
                  <c:v>104.107586</c:v>
                </c:pt>
                <c:pt idx="4362">
                  <c:v>103.419016</c:v>
                </c:pt>
                <c:pt idx="4363">
                  <c:v>102.733549</c:v>
                </c:pt>
                <c:pt idx="4364">
                  <c:v>102.051174</c:v>
                </c:pt>
                <c:pt idx="4365">
                  <c:v>101.371883</c:v>
                </c:pt>
                <c:pt idx="4366">
                  <c:v>100.695665</c:v>
                </c:pt>
                <c:pt idx="4367">
                  <c:v>100.022511</c:v>
                </c:pt>
                <c:pt idx="4368">
                  <c:v>99.352411</c:v>
                </c:pt>
                <c:pt idx="4369">
                  <c:v>98.685355</c:v>
                </c:pt>
                <c:pt idx="4370">
                  <c:v>98.021335</c:v>
                </c:pt>
                <c:pt idx="4371">
                  <c:v>97.360339</c:v>
                </c:pt>
                <c:pt idx="4372">
                  <c:v>96.702359</c:v>
                </c:pt>
                <c:pt idx="4373">
                  <c:v>96.047384</c:v>
                </c:pt>
                <c:pt idx="4374">
                  <c:v>95.395406</c:v>
                </c:pt>
                <c:pt idx="4375">
                  <c:v>94.746413</c:v>
                </c:pt>
                <c:pt idx="4376">
                  <c:v>94.100397</c:v>
                </c:pt>
                <c:pt idx="4377">
                  <c:v>93.457347</c:v>
                </c:pt>
                <c:pt idx="4378">
                  <c:v>92.817255</c:v>
                </c:pt>
                <c:pt idx="4379">
                  <c:v>92.180109</c:v>
                </c:pt>
                <c:pt idx="4380">
                  <c:v>91.545901</c:v>
                </c:pt>
                <c:pt idx="4381">
                  <c:v>90.914620</c:v>
                </c:pt>
                <c:pt idx="4382">
                  <c:v>90.286256</c:v>
                </c:pt>
                <c:pt idx="4383">
                  <c:v>89.660801</c:v>
                </c:pt>
                <c:pt idx="4384">
                  <c:v>89.038244</c:v>
                </c:pt>
                <c:pt idx="4385">
                  <c:v>88.418575</c:v>
                </c:pt>
                <c:pt idx="4386">
                  <c:v>87.801784</c:v>
                </c:pt>
                <c:pt idx="4387">
                  <c:v>87.187862</c:v>
                </c:pt>
                <c:pt idx="4388">
                  <c:v>86.576799</c:v>
                </c:pt>
                <c:pt idx="4389">
                  <c:v>85.968584</c:v>
                </c:pt>
                <c:pt idx="4390">
                  <c:v>85.363209</c:v>
                </c:pt>
                <c:pt idx="4391">
                  <c:v>84.760663</c:v>
                </c:pt>
                <c:pt idx="4392">
                  <c:v>84.160937</c:v>
                </c:pt>
                <c:pt idx="4393">
                  <c:v>83.564021</c:v>
                </c:pt>
                <c:pt idx="4394">
                  <c:v>82.969904</c:v>
                </c:pt>
                <c:pt idx="4395">
                  <c:v>82.378577</c:v>
                </c:pt>
                <c:pt idx="4396">
                  <c:v>81.790031</c:v>
                </c:pt>
                <c:pt idx="4397">
                  <c:v>81.204255</c:v>
                </c:pt>
                <c:pt idx="4398">
                  <c:v>80.621240</c:v>
                </c:pt>
                <c:pt idx="4399">
                  <c:v>80.040975</c:v>
                </c:pt>
                <c:pt idx="4400">
                  <c:v>79.463452</c:v>
                </c:pt>
                <c:pt idx="4401">
                  <c:v>78.888659</c:v>
                </c:pt>
                <c:pt idx="4402">
                  <c:v>78.316589</c:v>
                </c:pt>
                <c:pt idx="4403">
                  <c:v>77.747229</c:v>
                </c:pt>
                <c:pt idx="4404">
                  <c:v>77.180572</c:v>
                </c:pt>
                <c:pt idx="4405">
                  <c:v>76.616607</c:v>
                </c:pt>
                <c:pt idx="4406">
                  <c:v>76.055324</c:v>
                </c:pt>
                <c:pt idx="4407">
                  <c:v>75.496713</c:v>
                </c:pt>
                <c:pt idx="4408">
                  <c:v>74.940766</c:v>
                </c:pt>
                <c:pt idx="4409">
                  <c:v>74.387471</c:v>
                </c:pt>
                <c:pt idx="4410">
                  <c:v>73.836820</c:v>
                </c:pt>
                <c:pt idx="4411">
                  <c:v>73.288802</c:v>
                </c:pt>
                <c:pt idx="4412">
                  <c:v>72.743408</c:v>
                </c:pt>
                <c:pt idx="4413">
                  <c:v>72.200628</c:v>
                </c:pt>
                <c:pt idx="4414">
                  <c:v>71.660453</c:v>
                </c:pt>
                <c:pt idx="4415">
                  <c:v>71.122872</c:v>
                </c:pt>
                <c:pt idx="4416">
                  <c:v>70.587877</c:v>
                </c:pt>
                <c:pt idx="4417">
                  <c:v>70.055457</c:v>
                </c:pt>
                <c:pt idx="4418">
                  <c:v>69.525602</c:v>
                </c:pt>
                <c:pt idx="4419">
                  <c:v>68.998304</c:v>
                </c:pt>
                <c:pt idx="4420">
                  <c:v>68.473551</c:v>
                </c:pt>
                <c:pt idx="4421">
                  <c:v>67.951336</c:v>
                </c:pt>
                <c:pt idx="4422">
                  <c:v>67.431648</c:v>
                </c:pt>
                <c:pt idx="4423">
                  <c:v>66.914477</c:v>
                </c:pt>
                <c:pt idx="4424">
                  <c:v>66.399815</c:v>
                </c:pt>
                <c:pt idx="4425">
                  <c:v>65.887650</c:v>
                </c:pt>
                <c:pt idx="4426">
                  <c:v>65.377975</c:v>
                </c:pt>
                <c:pt idx="4427">
                  <c:v>64.870778</c:v>
                </c:pt>
                <c:pt idx="4428">
                  <c:v>64.366052</c:v>
                </c:pt>
                <c:pt idx="4429">
                  <c:v>63.863785</c:v>
                </c:pt>
                <c:pt idx="4430">
                  <c:v>63.363970</c:v>
                </c:pt>
                <c:pt idx="4431">
                  <c:v>62.866595</c:v>
                </c:pt>
                <c:pt idx="4432">
                  <c:v>62.371652</c:v>
                </c:pt>
                <c:pt idx="4433">
                  <c:v>61.879132</c:v>
                </c:pt>
                <c:pt idx="4434">
                  <c:v>61.389024</c:v>
                </c:pt>
                <c:pt idx="4435">
                  <c:v>60.901319</c:v>
                </c:pt>
                <c:pt idx="4436">
                  <c:v>60.416009</c:v>
                </c:pt>
                <c:pt idx="4437">
                  <c:v>59.933083</c:v>
                </c:pt>
                <c:pt idx="4438">
                  <c:v>59.452532</c:v>
                </c:pt>
                <c:pt idx="4439">
                  <c:v>58.974347</c:v>
                </c:pt>
                <c:pt idx="4440">
                  <c:v>58.498518</c:v>
                </c:pt>
                <c:pt idx="4441">
                  <c:v>58.025036</c:v>
                </c:pt>
                <c:pt idx="4442">
                  <c:v>57.553893</c:v>
                </c:pt>
                <c:pt idx="4443">
                  <c:v>57.085077</c:v>
                </c:pt>
                <c:pt idx="4444">
                  <c:v>56.618581</c:v>
                </c:pt>
                <c:pt idx="4445">
                  <c:v>56.154395</c:v>
                </c:pt>
                <c:pt idx="4446">
                  <c:v>55.692509</c:v>
                </c:pt>
                <c:pt idx="4447">
                  <c:v>55.232915</c:v>
                </c:pt>
                <c:pt idx="4448">
                  <c:v>54.775603</c:v>
                </c:pt>
                <c:pt idx="4449">
                  <c:v>54.320564</c:v>
                </c:pt>
                <c:pt idx="4450">
                  <c:v>53.867789</c:v>
                </c:pt>
                <c:pt idx="4451">
                  <c:v>53.417269</c:v>
                </c:pt>
                <c:pt idx="4452">
                  <c:v>52.968994</c:v>
                </c:pt>
                <c:pt idx="4453">
                  <c:v>52.522956</c:v>
                </c:pt>
                <c:pt idx="4454">
                  <c:v>52.079145</c:v>
                </c:pt>
                <c:pt idx="4455">
                  <c:v>51.637552</c:v>
                </c:pt>
                <c:pt idx="4456">
                  <c:v>51.198169</c:v>
                </c:pt>
                <c:pt idx="4457">
                  <c:v>50.760986</c:v>
                </c:pt>
                <c:pt idx="4458">
                  <c:v>50.325994</c:v>
                </c:pt>
                <c:pt idx="4459">
                  <c:v>49.893185</c:v>
                </c:pt>
                <c:pt idx="4460">
                  <c:v>49.462549</c:v>
                </c:pt>
                <c:pt idx="4461">
                  <c:v>49.034077</c:v>
                </c:pt>
                <c:pt idx="4462">
                  <c:v>48.607760</c:v>
                </c:pt>
                <c:pt idx="4463">
                  <c:v>48.183590</c:v>
                </c:pt>
                <c:pt idx="4464">
                  <c:v>47.761558</c:v>
                </c:pt>
                <c:pt idx="4465">
                  <c:v>47.341654</c:v>
                </c:pt>
                <c:pt idx="4466">
                  <c:v>46.923871</c:v>
                </c:pt>
                <c:pt idx="4467">
                  <c:v>46.508198</c:v>
                </c:pt>
                <c:pt idx="4468">
                  <c:v>46.094628</c:v>
                </c:pt>
                <c:pt idx="4469">
                  <c:v>45.683151</c:v>
                </c:pt>
                <c:pt idx="4470">
                  <c:v>45.273759</c:v>
                </c:pt>
                <c:pt idx="4471">
                  <c:v>44.866443</c:v>
                </c:pt>
                <c:pt idx="4472">
                  <c:v>44.461195</c:v>
                </c:pt>
                <c:pt idx="4473">
                  <c:v>44.058005</c:v>
                </c:pt>
                <c:pt idx="4474">
                  <c:v>43.656865</c:v>
                </c:pt>
                <c:pt idx="4475">
                  <c:v>43.257766</c:v>
                </c:pt>
                <c:pt idx="4476">
                  <c:v>42.860700</c:v>
                </c:pt>
                <c:pt idx="4477">
                  <c:v>42.465659</c:v>
                </c:pt>
                <c:pt idx="4478">
                  <c:v>42.072633</c:v>
                </c:pt>
                <c:pt idx="4479">
                  <c:v>41.681614</c:v>
                </c:pt>
                <c:pt idx="4480">
                  <c:v>41.292593</c:v>
                </c:pt>
                <c:pt idx="4481">
                  <c:v>40.905563</c:v>
                </c:pt>
                <c:pt idx="4482">
                  <c:v>40.520514</c:v>
                </c:pt>
                <c:pt idx="4483">
                  <c:v>40.137438</c:v>
                </c:pt>
                <c:pt idx="4484">
                  <c:v>39.756327</c:v>
                </c:pt>
                <c:pt idx="4485">
                  <c:v>39.377172</c:v>
                </c:pt>
                <c:pt idx="4486">
                  <c:v>38.999965</c:v>
                </c:pt>
                <c:pt idx="4487">
                  <c:v>38.624697</c:v>
                </c:pt>
                <c:pt idx="4488">
                  <c:v>38.251361</c:v>
                </c:pt>
                <c:pt idx="4489">
                  <c:v>37.879948</c:v>
                </c:pt>
                <c:pt idx="4490">
                  <c:v>37.510449</c:v>
                </c:pt>
                <c:pt idx="4491">
                  <c:v>37.142857</c:v>
                </c:pt>
                <c:pt idx="4492">
                  <c:v>36.777163</c:v>
                </c:pt>
                <c:pt idx="4493">
                  <c:v>36.413358</c:v>
                </c:pt>
                <c:pt idx="4494">
                  <c:v>36.051436</c:v>
                </c:pt>
                <c:pt idx="4495">
                  <c:v>35.691387</c:v>
                </c:pt>
                <c:pt idx="4496">
                  <c:v>35.333203</c:v>
                </c:pt>
                <c:pt idx="4497">
                  <c:v>34.976877</c:v>
                </c:pt>
                <c:pt idx="4498">
                  <c:v>34.622400</c:v>
                </c:pt>
                <c:pt idx="4499">
                  <c:v>34.269765</c:v>
                </c:pt>
                <c:pt idx="4500">
                  <c:v>33.918962</c:v>
                </c:pt>
                <c:pt idx="4501">
                  <c:v>33.569985</c:v>
                </c:pt>
                <c:pt idx="4502">
                  <c:v>33.222824</c:v>
                </c:pt>
                <c:pt idx="4503">
                  <c:v>32.877473</c:v>
                </c:pt>
                <c:pt idx="4504">
                  <c:v>32.533924</c:v>
                </c:pt>
                <c:pt idx="4505">
                  <c:v>32.192167</c:v>
                </c:pt>
                <c:pt idx="4506">
                  <c:v>31.852196</c:v>
                </c:pt>
                <c:pt idx="4507">
                  <c:v>31.514003</c:v>
                </c:pt>
                <c:pt idx="4508">
                  <c:v>31.177579</c:v>
                </c:pt>
                <c:pt idx="4509">
                  <c:v>30.842918</c:v>
                </c:pt>
                <c:pt idx="4510">
                  <c:v>30.510010</c:v>
                </c:pt>
                <c:pt idx="4511">
                  <c:v>30.178849</c:v>
                </c:pt>
                <c:pt idx="4512">
                  <c:v>29.849427</c:v>
                </c:pt>
                <c:pt idx="4513">
                  <c:v>29.521736</c:v>
                </c:pt>
                <c:pt idx="4514">
                  <c:v>29.195768</c:v>
                </c:pt>
                <c:pt idx="4515">
                  <c:v>28.871516</c:v>
                </c:pt>
                <c:pt idx="4516">
                  <c:v>28.548971</c:v>
                </c:pt>
                <c:pt idx="4517">
                  <c:v>28.228127</c:v>
                </c:pt>
                <c:pt idx="4518">
                  <c:v>27.908976</c:v>
                </c:pt>
                <c:pt idx="4519">
                  <c:v>27.591511</c:v>
                </c:pt>
                <c:pt idx="4520">
                  <c:v>27.275723</c:v>
                </c:pt>
                <c:pt idx="4521">
                  <c:v>26.961605</c:v>
                </c:pt>
                <c:pt idx="4522">
                  <c:v>26.649150</c:v>
                </c:pt>
                <c:pt idx="4523">
                  <c:v>26.338350</c:v>
                </c:pt>
                <c:pt idx="4524">
                  <c:v>26.029198</c:v>
                </c:pt>
                <c:pt idx="4525">
                  <c:v>25.721687</c:v>
                </c:pt>
                <c:pt idx="4526">
                  <c:v>25.415809</c:v>
                </c:pt>
                <c:pt idx="4527">
                  <c:v>25.111556</c:v>
                </c:pt>
                <c:pt idx="4528">
                  <c:v>24.808922</c:v>
                </c:pt>
                <c:pt idx="4529">
                  <c:v>24.507900</c:v>
                </c:pt>
                <c:pt idx="4530">
                  <c:v>24.208481</c:v>
                </c:pt>
                <c:pt idx="4531">
                  <c:v>23.910658</c:v>
                </c:pt>
                <c:pt idx="4532">
                  <c:v>23.614425</c:v>
                </c:pt>
                <c:pt idx="4533">
                  <c:v>23.319775</c:v>
                </c:pt>
                <c:pt idx="4534">
                  <c:v>23.026699</c:v>
                </c:pt>
                <c:pt idx="4535">
                  <c:v>22.735191</c:v>
                </c:pt>
                <c:pt idx="4536">
                  <c:v>22.445244</c:v>
                </c:pt>
                <c:pt idx="4537">
                  <c:v>22.156851</c:v>
                </c:pt>
                <c:pt idx="4538">
                  <c:v>21.870004</c:v>
                </c:pt>
                <c:pt idx="4539">
                  <c:v>21.584697</c:v>
                </c:pt>
                <c:pt idx="4540">
                  <c:v>21.300922</c:v>
                </c:pt>
                <c:pt idx="4541">
                  <c:v>21.018673</c:v>
                </c:pt>
                <c:pt idx="4542">
                  <c:v>20.737942</c:v>
                </c:pt>
                <c:pt idx="4543">
                  <c:v>20.458723</c:v>
                </c:pt>
                <c:pt idx="4544">
                  <c:v>20.181009</c:v>
                </c:pt>
                <c:pt idx="4545">
                  <c:v>19.904793</c:v>
                </c:pt>
                <c:pt idx="4546">
                  <c:v>19.630067</c:v>
                </c:pt>
                <c:pt idx="4547">
                  <c:v>19.356826</c:v>
                </c:pt>
                <c:pt idx="4548">
                  <c:v>19.085062</c:v>
                </c:pt>
                <c:pt idx="4549">
                  <c:v>18.814769</c:v>
                </c:pt>
                <c:pt idx="4550">
                  <c:v>18.545939</c:v>
                </c:pt>
                <c:pt idx="4551">
                  <c:v>18.278567</c:v>
                </c:pt>
                <c:pt idx="4552">
                  <c:v>18.012644</c:v>
                </c:pt>
                <c:pt idx="4553">
                  <c:v>17.748166</c:v>
                </c:pt>
                <c:pt idx="4554">
                  <c:v>17.485124</c:v>
                </c:pt>
                <c:pt idx="4555">
                  <c:v>17.223513</c:v>
                </c:pt>
                <c:pt idx="4556">
                  <c:v>16.963325</c:v>
                </c:pt>
                <c:pt idx="4557">
                  <c:v>16.704554</c:v>
                </c:pt>
                <c:pt idx="4558">
                  <c:v>16.447194</c:v>
                </c:pt>
                <c:pt idx="4559">
                  <c:v>16.191238</c:v>
                </c:pt>
                <c:pt idx="4560">
                  <c:v>15.936680</c:v>
                </c:pt>
                <c:pt idx="4561">
                  <c:v>15.683513</c:v>
                </c:pt>
                <c:pt idx="4562">
                  <c:v>15.431730</c:v>
                </c:pt>
                <c:pt idx="4563">
                  <c:v>15.181325</c:v>
                </c:pt>
                <c:pt idx="4564">
                  <c:v>14.932292</c:v>
                </c:pt>
                <c:pt idx="4565">
                  <c:v>14.684624</c:v>
                </c:pt>
                <c:pt idx="4566">
                  <c:v>14.438316</c:v>
                </c:pt>
                <c:pt idx="4567">
                  <c:v>14.193359</c:v>
                </c:pt>
                <c:pt idx="4568">
                  <c:v>13.949750</c:v>
                </c:pt>
                <c:pt idx="4569">
                  <c:v>13.707480</c:v>
                </c:pt>
                <c:pt idx="4570">
                  <c:v>13.466544</c:v>
                </c:pt>
                <c:pt idx="4571">
                  <c:v>13.226935</c:v>
                </c:pt>
                <c:pt idx="4572">
                  <c:v>12.988648</c:v>
                </c:pt>
                <c:pt idx="4573">
                  <c:v>12.751676</c:v>
                </c:pt>
                <c:pt idx="4574">
                  <c:v>12.516013</c:v>
                </c:pt>
                <c:pt idx="4575">
                  <c:v>12.281653</c:v>
                </c:pt>
                <c:pt idx="4576">
                  <c:v>12.048589</c:v>
                </c:pt>
                <c:pt idx="4577">
                  <c:v>11.816816</c:v>
                </c:pt>
                <c:pt idx="4578">
                  <c:v>11.586327</c:v>
                </c:pt>
                <c:pt idx="4579">
                  <c:v>11.357117</c:v>
                </c:pt>
                <c:pt idx="4580">
                  <c:v>11.129180</c:v>
                </c:pt>
                <c:pt idx="4581">
                  <c:v>10.902508</c:v>
                </c:pt>
                <c:pt idx="4582">
                  <c:v>10.677098</c:v>
                </c:pt>
                <c:pt idx="4583">
                  <c:v>10.452942</c:v>
                </c:pt>
                <c:pt idx="4584">
                  <c:v>10.230034</c:v>
                </c:pt>
                <c:pt idx="4585">
                  <c:v>10.008369</c:v>
                </c:pt>
                <c:pt idx="4586">
                  <c:v>9.787941</c:v>
                </c:pt>
                <c:pt idx="4587">
                  <c:v>9.568745</c:v>
                </c:pt>
                <c:pt idx="4588">
                  <c:v>9.350773</c:v>
                </c:pt>
                <c:pt idx="4589">
                  <c:v>9.134020</c:v>
                </c:pt>
                <c:pt idx="4590">
                  <c:v>8.918481</c:v>
                </c:pt>
                <c:pt idx="4591">
                  <c:v>8.704150</c:v>
                </c:pt>
                <c:pt idx="4592">
                  <c:v>8.491021</c:v>
                </c:pt>
                <c:pt idx="4593">
                  <c:v>8.279089</c:v>
                </c:pt>
                <c:pt idx="4594">
                  <c:v>8.068347</c:v>
                </c:pt>
                <c:pt idx="4595">
                  <c:v>7.858790</c:v>
                </c:pt>
                <c:pt idx="4596">
                  <c:v>7.650412</c:v>
                </c:pt>
                <c:pt idx="4597">
                  <c:v>7.443208</c:v>
                </c:pt>
                <c:pt idx="4598">
                  <c:v>7.237173</c:v>
                </c:pt>
                <c:pt idx="4599">
                  <c:v>7.032300</c:v>
                </c:pt>
                <c:pt idx="4600">
                  <c:v>6.828584</c:v>
                </c:pt>
                <c:pt idx="4601">
                  <c:v>6.626019</c:v>
                </c:pt>
                <c:pt idx="4602">
                  <c:v>6.424601</c:v>
                </c:pt>
                <c:pt idx="4603">
                  <c:v>6.224323</c:v>
                </c:pt>
                <c:pt idx="4604">
                  <c:v>6.025180</c:v>
                </c:pt>
                <c:pt idx="4605">
                  <c:v>5.827166</c:v>
                </c:pt>
                <c:pt idx="4606">
                  <c:v>5.630277</c:v>
                </c:pt>
                <c:pt idx="4607">
                  <c:v>5.434507</c:v>
                </c:pt>
                <c:pt idx="4608">
                  <c:v>5.239850</c:v>
                </c:pt>
                <c:pt idx="4609">
                  <c:v>5.046302</c:v>
                </c:pt>
                <c:pt idx="4610">
                  <c:v>4.853856</c:v>
                </c:pt>
                <c:pt idx="4611">
                  <c:v>4.662508</c:v>
                </c:pt>
                <c:pt idx="4612">
                  <c:v>4.472252</c:v>
                </c:pt>
                <c:pt idx="4613">
                  <c:v>4.283083</c:v>
                </c:pt>
                <c:pt idx="4614">
                  <c:v>4.094995</c:v>
                </c:pt>
                <c:pt idx="4615">
                  <c:v>3.907984</c:v>
                </c:pt>
                <c:pt idx="4616">
                  <c:v>3.722045</c:v>
                </c:pt>
                <c:pt idx="4617">
                  <c:v>3.537172</c:v>
                </c:pt>
                <c:pt idx="4618">
                  <c:v>3.353360</c:v>
                </c:pt>
                <c:pt idx="4619">
                  <c:v>3.170603</c:v>
                </c:pt>
                <c:pt idx="4620">
                  <c:v>2.988898</c:v>
                </c:pt>
                <c:pt idx="4621">
                  <c:v>2.808238</c:v>
                </c:pt>
                <c:pt idx="4622">
                  <c:v>2.628619</c:v>
                </c:pt>
                <c:pt idx="4623">
                  <c:v>2.450036</c:v>
                </c:pt>
                <c:pt idx="4624">
                  <c:v>2.272483</c:v>
                </c:pt>
                <c:pt idx="4625">
                  <c:v>2.095956</c:v>
                </c:pt>
                <c:pt idx="4626">
                  <c:v>1.920449</c:v>
                </c:pt>
                <c:pt idx="4627">
                  <c:v>1.745959</c:v>
                </c:pt>
                <c:pt idx="4628">
                  <c:v>1.572479</c:v>
                </c:pt>
                <c:pt idx="4629">
                  <c:v>1.400005</c:v>
                </c:pt>
                <c:pt idx="4630">
                  <c:v>1.228532</c:v>
                </c:pt>
                <c:pt idx="4631">
                  <c:v>1.058055</c:v>
                </c:pt>
                <c:pt idx="4632">
                  <c:v>0.888569</c:v>
                </c:pt>
                <c:pt idx="4633">
                  <c:v>0.720070</c:v>
                </c:pt>
                <c:pt idx="4634">
                  <c:v>0.552553</c:v>
                </c:pt>
                <c:pt idx="4635">
                  <c:v>0.386013</c:v>
                </c:pt>
                <c:pt idx="4636">
                  <c:v>0.220444</c:v>
                </c:pt>
                <c:pt idx="4637">
                  <c:v>0.055843</c:v>
                </c:pt>
                <c:pt idx="4638">
                  <c:v>-0.107795</c:v>
                </c:pt>
                <c:pt idx="4639">
                  <c:v>-0.270475</c:v>
                </c:pt>
                <c:pt idx="4640">
                  <c:v>-0.432202</c:v>
                </c:pt>
                <c:pt idx="4641">
                  <c:v>-0.592980</c:v>
                </c:pt>
                <c:pt idx="4642">
                  <c:v>-0.752815</c:v>
                </c:pt>
                <c:pt idx="4643">
                  <c:v>-0.911709</c:v>
                </c:pt>
                <c:pt idx="4644">
                  <c:v>-1.069669</c:v>
                </c:pt>
                <c:pt idx="4645">
                  <c:v>-1.226699</c:v>
                </c:pt>
                <c:pt idx="4646">
                  <c:v>-1.382803</c:v>
                </c:pt>
                <c:pt idx="4647">
                  <c:v>-1.537986</c:v>
                </c:pt>
                <c:pt idx="4648">
                  <c:v>-1.692253</c:v>
                </c:pt>
                <c:pt idx="4649">
                  <c:v>-1.845607</c:v>
                </c:pt>
                <c:pt idx="4650">
                  <c:v>-1.998053</c:v>
                </c:pt>
                <c:pt idx="4651">
                  <c:v>-2.149597</c:v>
                </c:pt>
                <c:pt idx="4652">
                  <c:v>-2.300241</c:v>
                </c:pt>
                <c:pt idx="4653">
                  <c:v>-2.449991</c:v>
                </c:pt>
                <c:pt idx="4654">
                  <c:v>-2.598851</c:v>
                </c:pt>
                <c:pt idx="4655">
                  <c:v>-2.746826</c:v>
                </c:pt>
                <c:pt idx="4656">
                  <c:v>-2.893919</c:v>
                </c:pt>
                <c:pt idx="4657">
                  <c:v>-3.040136</c:v>
                </c:pt>
                <c:pt idx="4658">
                  <c:v>-3.185480</c:v>
                </c:pt>
                <c:pt idx="4659">
                  <c:v>-3.329956</c:v>
                </c:pt>
                <c:pt idx="4660">
                  <c:v>-3.473567</c:v>
                </c:pt>
                <c:pt idx="4661">
                  <c:v>-3.616319</c:v>
                </c:pt>
                <c:pt idx="4662">
                  <c:v>-3.758216</c:v>
                </c:pt>
                <c:pt idx="4663">
                  <c:v>-3.899261</c:v>
                </c:pt>
                <c:pt idx="4664">
                  <c:v>-4.039459</c:v>
                </c:pt>
                <c:pt idx="4665">
                  <c:v>-4.178814</c:v>
                </c:pt>
                <c:pt idx="4666">
                  <c:v>-4.317331</c:v>
                </c:pt>
                <c:pt idx="4667">
                  <c:v>-4.455012</c:v>
                </c:pt>
                <c:pt idx="4668">
                  <c:v>-4.591864</c:v>
                </c:pt>
                <c:pt idx="4669">
                  <c:v>-4.727889</c:v>
                </c:pt>
                <c:pt idx="4670">
                  <c:v>-4.863092</c:v>
                </c:pt>
                <c:pt idx="4671">
                  <c:v>-4.997477</c:v>
                </c:pt>
                <c:pt idx="4672">
                  <c:v>-5.131047</c:v>
                </c:pt>
                <c:pt idx="4673">
                  <c:v>-5.263808</c:v>
                </c:pt>
                <c:pt idx="4674">
                  <c:v>-5.395763</c:v>
                </c:pt>
                <c:pt idx="4675">
                  <c:v>-5.526915</c:v>
                </c:pt>
                <c:pt idx="4676">
                  <c:v>-5.657269</c:v>
                </c:pt>
                <c:pt idx="4677">
                  <c:v>-5.786830</c:v>
                </c:pt>
                <c:pt idx="4678">
                  <c:v>-5.915600</c:v>
                </c:pt>
                <c:pt idx="4679">
                  <c:v>-6.043584</c:v>
                </c:pt>
                <c:pt idx="4680">
                  <c:v>-6.170785</c:v>
                </c:pt>
                <c:pt idx="4681">
                  <c:v>-6.297208</c:v>
                </c:pt>
                <c:pt idx="4682">
                  <c:v>-6.422857</c:v>
                </c:pt>
                <c:pt idx="4683">
                  <c:v>-6.547735</c:v>
                </c:pt>
                <c:pt idx="4684">
                  <c:v>-6.671846</c:v>
                </c:pt>
                <c:pt idx="4685">
                  <c:v>-6.795194</c:v>
                </c:pt>
                <c:pt idx="4686">
                  <c:v>-6.917783</c:v>
                </c:pt>
                <c:pt idx="4687">
                  <c:v>-7.039616</c:v>
                </c:pt>
                <c:pt idx="4688">
                  <c:v>-7.160698</c:v>
                </c:pt>
                <c:pt idx="4689">
                  <c:v>-7.281031</c:v>
                </c:pt>
                <c:pt idx="4690">
                  <c:v>-7.400621</c:v>
                </c:pt>
                <c:pt idx="4691">
                  <c:v>-7.519470</c:v>
                </c:pt>
                <c:pt idx="4692">
                  <c:v>-7.637582</c:v>
                </c:pt>
                <c:pt idx="4693">
                  <c:v>-7.754962</c:v>
                </c:pt>
                <c:pt idx="4694">
                  <c:v>-7.871611</c:v>
                </c:pt>
                <c:pt idx="4695">
                  <c:v>-7.987535</c:v>
                </c:pt>
                <c:pt idx="4696">
                  <c:v>-8.102737</c:v>
                </c:pt>
                <c:pt idx="4697">
                  <c:v>-8.217221</c:v>
                </c:pt>
                <c:pt idx="4698">
                  <c:v>-8.330989</c:v>
                </c:pt>
                <c:pt idx="4699">
                  <c:v>-8.444046</c:v>
                </c:pt>
                <c:pt idx="4700">
                  <c:v>-8.556396</c:v>
                </c:pt>
                <c:pt idx="4701">
                  <c:v>-8.668041</c:v>
                </c:pt>
                <c:pt idx="4702">
                  <c:v>-8.778985</c:v>
                </c:pt>
                <c:pt idx="4703">
                  <c:v>-8.889233</c:v>
                </c:pt>
                <c:pt idx="4704">
                  <c:v>-8.998786</c:v>
                </c:pt>
                <c:pt idx="4705">
                  <c:v>-9.107650</c:v>
                </c:pt>
                <c:pt idx="4706">
                  <c:v>-9.215827</c:v>
                </c:pt>
                <c:pt idx="4707">
                  <c:v>-9.323320</c:v>
                </c:pt>
                <c:pt idx="4708">
                  <c:v>-9.430134</c:v>
                </c:pt>
                <c:pt idx="4709">
                  <c:v>-9.536272</c:v>
                </c:pt>
                <c:pt idx="4710">
                  <c:v>-9.641736</c:v>
                </c:pt>
                <c:pt idx="4711">
                  <c:v>-9.746531</c:v>
                </c:pt>
                <c:pt idx="4712">
                  <c:v>-9.850659</c:v>
                </c:pt>
                <c:pt idx="4713">
                  <c:v>-9.954125</c:v>
                </c:pt>
                <c:pt idx="4714">
                  <c:v>-10.056931</c:v>
                </c:pt>
                <c:pt idx="4715">
                  <c:v>-10.159082</c:v>
                </c:pt>
                <c:pt idx="4716">
                  <c:v>-10.260579</c:v>
                </c:pt>
                <c:pt idx="4717">
                  <c:v>-10.361426</c:v>
                </c:pt>
                <c:pt idx="4718">
                  <c:v>-10.461628</c:v>
                </c:pt>
                <c:pt idx="4719">
                  <c:v>-10.561186</c:v>
                </c:pt>
                <c:pt idx="4720">
                  <c:v>-10.660104</c:v>
                </c:pt>
                <c:pt idx="4721">
                  <c:v>-10.758386</c:v>
                </c:pt>
                <c:pt idx="4722">
                  <c:v>-10.856035</c:v>
                </c:pt>
                <c:pt idx="4723">
                  <c:v>-10.953053</c:v>
                </c:pt>
                <c:pt idx="4724">
                  <c:v>-11.049445</c:v>
                </c:pt>
                <c:pt idx="4725">
                  <c:v>-11.145213</c:v>
                </c:pt>
                <c:pt idx="4726">
                  <c:v>-11.240360</c:v>
                </c:pt>
                <c:pt idx="4727">
                  <c:v>-11.334890</c:v>
                </c:pt>
                <c:pt idx="4728">
                  <c:v>-11.428805</c:v>
                </c:pt>
                <c:pt idx="4729">
                  <c:v>-11.522110</c:v>
                </c:pt>
                <c:pt idx="4730">
                  <c:v>-11.614806</c:v>
                </c:pt>
                <c:pt idx="4731">
                  <c:v>-11.706897</c:v>
                </c:pt>
                <c:pt idx="4732">
                  <c:v>-11.798386</c:v>
                </c:pt>
                <c:pt idx="4733">
                  <c:v>-11.889277</c:v>
                </c:pt>
                <c:pt idx="4734">
                  <c:v>-11.979571</c:v>
                </c:pt>
                <c:pt idx="4735">
                  <c:v>-12.069273</c:v>
                </c:pt>
                <c:pt idx="4736">
                  <c:v>-12.158385</c:v>
                </c:pt>
                <c:pt idx="4737">
                  <c:v>-12.246910</c:v>
                </c:pt>
                <c:pt idx="4738">
                  <c:v>-12.334851</c:v>
                </c:pt>
                <c:pt idx="4739">
                  <c:v>-12.422212</c:v>
                </c:pt>
                <c:pt idx="4740">
                  <c:v>-12.508994</c:v>
                </c:pt>
                <c:pt idx="4741">
                  <c:v>-12.595202</c:v>
                </c:pt>
                <c:pt idx="4742">
                  <c:v>-12.680838</c:v>
                </c:pt>
                <c:pt idx="4743">
                  <c:v>-12.765904</c:v>
                </c:pt>
                <c:pt idx="4744">
                  <c:v>-12.850405</c:v>
                </c:pt>
                <c:pt idx="4745">
                  <c:v>-12.934342</c:v>
                </c:pt>
                <c:pt idx="4746">
                  <c:v>-13.017719</c:v>
                </c:pt>
                <c:pt idx="4747">
                  <c:v>-13.100538</c:v>
                </c:pt>
                <c:pt idx="4748">
                  <c:v>-13.182802</c:v>
                </c:pt>
                <c:pt idx="4749">
                  <c:v>-13.264515</c:v>
                </c:pt>
                <c:pt idx="4750">
                  <c:v>-13.345679</c:v>
                </c:pt>
                <c:pt idx="4751">
                  <c:v>-13.426296</c:v>
                </c:pt>
                <c:pt idx="4752">
                  <c:v>-13.506370</c:v>
                </c:pt>
                <c:pt idx="4753">
                  <c:v>-13.585903</c:v>
                </c:pt>
                <c:pt idx="4754">
                  <c:v>-13.664899</c:v>
                </c:pt>
                <c:pt idx="4755">
                  <c:v>-13.743359</c:v>
                </c:pt>
                <c:pt idx="4756">
                  <c:v>-13.821287</c:v>
                </c:pt>
                <c:pt idx="4757">
                  <c:v>-13.898685</c:v>
                </c:pt>
                <c:pt idx="4758">
                  <c:v>-13.975556</c:v>
                </c:pt>
                <c:pt idx="4759">
                  <c:v>-14.051903</c:v>
                </c:pt>
                <c:pt idx="4760">
                  <c:v>-14.127729</c:v>
                </c:pt>
                <c:pt idx="4761">
                  <c:v>-14.203035</c:v>
                </c:pt>
                <c:pt idx="4762">
                  <c:v>-14.277825</c:v>
                </c:pt>
                <c:pt idx="4763">
                  <c:v>-14.352102</c:v>
                </c:pt>
                <c:pt idx="4764">
                  <c:v>-14.425868</c:v>
                </c:pt>
                <c:pt idx="4765">
                  <c:v>-14.499126</c:v>
                </c:pt>
                <c:pt idx="4766">
                  <c:v>-14.571878</c:v>
                </c:pt>
                <c:pt idx="4767">
                  <c:v>-14.644127</c:v>
                </c:pt>
                <c:pt idx="4768">
                  <c:v>-14.715875</c:v>
                </c:pt>
                <c:pt idx="4769">
                  <c:v>-14.787125</c:v>
                </c:pt>
                <c:pt idx="4770">
                  <c:v>-14.857881</c:v>
                </c:pt>
                <c:pt idx="4771">
                  <c:v>-14.928143</c:v>
                </c:pt>
                <c:pt idx="4772">
                  <c:v>-14.997915</c:v>
                </c:pt>
                <c:pt idx="4773">
                  <c:v>-15.067199</c:v>
                </c:pt>
                <c:pt idx="4774">
                  <c:v>-15.135999</c:v>
                </c:pt>
                <c:pt idx="4775">
                  <c:v>-15.204315</c:v>
                </c:pt>
                <c:pt idx="4776">
                  <c:v>-15.272151</c:v>
                </c:pt>
                <c:pt idx="4777">
                  <c:v>-15.339510</c:v>
                </c:pt>
                <c:pt idx="4778">
                  <c:v>-15.406393</c:v>
                </c:pt>
                <c:pt idx="4779">
                  <c:v>-15.472804</c:v>
                </c:pt>
                <c:pt idx="4780">
                  <c:v>-15.538744</c:v>
                </c:pt>
                <c:pt idx="4781">
                  <c:v>-15.604216</c:v>
                </c:pt>
                <c:pt idx="4782">
                  <c:v>-15.669223</c:v>
                </c:pt>
                <c:pt idx="4783">
                  <c:v>-15.733766</c:v>
                </c:pt>
                <c:pt idx="4784">
                  <c:v>-15.797849</c:v>
                </c:pt>
                <c:pt idx="4785">
                  <c:v>-15.861474</c:v>
                </c:pt>
                <c:pt idx="4786">
                  <c:v>-15.924642</c:v>
                </c:pt>
                <c:pt idx="4787">
                  <c:v>-15.987357</c:v>
                </c:pt>
                <c:pt idx="4788">
                  <c:v>-16.049621</c:v>
                </c:pt>
                <c:pt idx="4789">
                  <c:v>-16.111436</c:v>
                </c:pt>
                <c:pt idx="4790">
                  <c:v>-16.172805</c:v>
                </c:pt>
                <c:pt idx="4791">
                  <c:v>-16.233729</c:v>
                </c:pt>
                <c:pt idx="4792">
                  <c:v>-16.294211</c:v>
                </c:pt>
                <c:pt idx="4793">
                  <c:v>-16.354254</c:v>
                </c:pt>
                <c:pt idx="4794">
                  <c:v>-16.413859</c:v>
                </c:pt>
                <c:pt idx="4795">
                  <c:v>-16.473030</c:v>
                </c:pt>
                <c:pt idx="4796">
                  <c:v>-16.531767</c:v>
                </c:pt>
                <c:pt idx="4797">
                  <c:v>-16.590074</c:v>
                </c:pt>
                <c:pt idx="4798">
                  <c:v>-16.647953</c:v>
                </c:pt>
                <c:pt idx="4799">
                  <c:v>-16.705405</c:v>
                </c:pt>
                <c:pt idx="4800">
                  <c:v>-16.762434</c:v>
                </c:pt>
                <c:pt idx="4801">
                  <c:v>-16.819041</c:v>
                </c:pt>
                <c:pt idx="4802">
                  <c:v>-16.875228</c:v>
                </c:pt>
                <c:pt idx="4803">
                  <c:v>-16.930999</c:v>
                </c:pt>
                <c:pt idx="4804">
                  <c:v>-16.986354</c:v>
                </c:pt>
                <c:pt idx="4805">
                  <c:v>-17.041296</c:v>
                </c:pt>
                <c:pt idx="4806">
                  <c:v>-17.095828</c:v>
                </c:pt>
                <c:pt idx="4807">
                  <c:v>-17.149950</c:v>
                </c:pt>
                <c:pt idx="4808">
                  <c:v>-17.203667</c:v>
                </c:pt>
                <c:pt idx="4809">
                  <c:v>-17.256979</c:v>
                </c:pt>
                <c:pt idx="4810">
                  <c:v>-17.309889</c:v>
                </c:pt>
                <c:pt idx="4811">
                  <c:v>-17.362398</c:v>
                </c:pt>
                <c:pt idx="4812">
                  <c:v>-17.414510</c:v>
                </c:pt>
                <c:pt idx="4813">
                  <c:v>-17.466226</c:v>
                </c:pt>
                <c:pt idx="4814">
                  <c:v>-17.517547</c:v>
                </c:pt>
                <c:pt idx="4815">
                  <c:v>-17.568477</c:v>
                </c:pt>
                <c:pt idx="4816">
                  <c:v>-17.619017</c:v>
                </c:pt>
                <c:pt idx="4817">
                  <c:v>-17.669170</c:v>
                </c:pt>
                <c:pt idx="4818">
                  <c:v>-17.718937</c:v>
                </c:pt>
                <c:pt idx="4819">
                  <c:v>-17.768320</c:v>
                </c:pt>
                <c:pt idx="4820">
                  <c:v>-17.817321</c:v>
                </c:pt>
                <c:pt idx="4821">
                  <c:v>-17.865943</c:v>
                </c:pt>
                <c:pt idx="4822">
                  <c:v>-17.914187</c:v>
                </c:pt>
                <c:pt idx="4823">
                  <c:v>-17.962055</c:v>
                </c:pt>
                <c:pt idx="4824">
                  <c:v>-18.009550</c:v>
                </c:pt>
                <c:pt idx="4825">
                  <c:v>-18.056673</c:v>
                </c:pt>
                <c:pt idx="4826">
                  <c:v>-18.103426</c:v>
                </c:pt>
                <c:pt idx="4827">
                  <c:v>-18.149812</c:v>
                </c:pt>
                <c:pt idx="4828">
                  <c:v>-18.195831</c:v>
                </c:pt>
                <c:pt idx="4829">
                  <c:v>-18.241487</c:v>
                </c:pt>
                <c:pt idx="4830">
                  <c:v>-18.286780</c:v>
                </c:pt>
                <c:pt idx="4831">
                  <c:v>-18.331714</c:v>
                </c:pt>
                <c:pt idx="4832">
                  <c:v>-18.376289</c:v>
                </c:pt>
                <c:pt idx="4833">
                  <c:v>-18.420507</c:v>
                </c:pt>
                <c:pt idx="4834">
                  <c:v>-18.464372</c:v>
                </c:pt>
                <c:pt idx="4835">
                  <c:v>-18.507883</c:v>
                </c:pt>
                <c:pt idx="4836">
                  <c:v>-18.551044</c:v>
                </c:pt>
                <c:pt idx="4837">
                  <c:v>-18.593856</c:v>
                </c:pt>
                <c:pt idx="4838">
                  <c:v>-18.636322</c:v>
                </c:pt>
                <c:pt idx="4839">
                  <c:v>-18.678441</c:v>
                </c:pt>
                <c:pt idx="4840">
                  <c:v>-18.720218</c:v>
                </c:pt>
                <c:pt idx="4841">
                  <c:v>-18.761653</c:v>
                </c:pt>
                <c:pt idx="4842">
                  <c:v>-18.802748</c:v>
                </c:pt>
                <c:pt idx="4843">
                  <c:v>-18.843505</c:v>
                </c:pt>
                <c:pt idx="4844">
                  <c:v>-18.883926</c:v>
                </c:pt>
                <c:pt idx="4845">
                  <c:v>-18.924013</c:v>
                </c:pt>
                <c:pt idx="4846">
                  <c:v>-18.963767</c:v>
                </c:pt>
                <c:pt idx="4847">
                  <c:v>-19.003190</c:v>
                </c:pt>
                <c:pt idx="4848">
                  <c:v>-19.042285</c:v>
                </c:pt>
                <c:pt idx="4849">
                  <c:v>-19.081051</c:v>
                </c:pt>
                <c:pt idx="4850">
                  <c:v>-19.119493</c:v>
                </c:pt>
                <c:pt idx="4851">
                  <c:v>-19.157610</c:v>
                </c:pt>
                <c:pt idx="4852">
                  <c:v>-19.195405</c:v>
                </c:pt>
                <c:pt idx="4853">
                  <c:v>-19.232880</c:v>
                </c:pt>
                <c:pt idx="4854">
                  <c:v>-19.270036</c:v>
                </c:pt>
                <c:pt idx="4855">
                  <c:v>-19.306875</c:v>
                </c:pt>
                <c:pt idx="4856">
                  <c:v>-19.343399</c:v>
                </c:pt>
                <c:pt idx="4857">
                  <c:v>-19.379609</c:v>
                </c:pt>
                <c:pt idx="4858">
                  <c:v>-19.415507</c:v>
                </c:pt>
                <c:pt idx="4859">
                  <c:v>-19.451095</c:v>
                </c:pt>
                <c:pt idx="4860">
                  <c:v>-19.486374</c:v>
                </c:pt>
                <c:pt idx="4861">
                  <c:v>-19.521346</c:v>
                </c:pt>
                <c:pt idx="4862">
                  <c:v>-19.556013</c:v>
                </c:pt>
                <c:pt idx="4863">
                  <c:v>-19.590376</c:v>
                </c:pt>
                <c:pt idx="4864">
                  <c:v>-19.624437</c:v>
                </c:pt>
                <c:pt idx="4865">
                  <c:v>-19.658197</c:v>
                </c:pt>
                <c:pt idx="4866">
                  <c:v>-19.691659</c:v>
                </c:pt>
                <c:pt idx="4867">
                  <c:v>-19.724823</c:v>
                </c:pt>
                <c:pt idx="4868">
                  <c:v>-19.757692</c:v>
                </c:pt>
                <c:pt idx="4869">
                  <c:v>-19.790266</c:v>
                </c:pt>
                <c:pt idx="4870">
                  <c:v>-19.822548</c:v>
                </c:pt>
                <c:pt idx="4871">
                  <c:v>-19.854539</c:v>
                </c:pt>
                <c:pt idx="4872">
                  <c:v>-19.886240</c:v>
                </c:pt>
                <c:pt idx="4873">
                  <c:v>-19.917654</c:v>
                </c:pt>
                <c:pt idx="4874">
                  <c:v>-19.948781</c:v>
                </c:pt>
                <c:pt idx="4875">
                  <c:v>-19.979623</c:v>
                </c:pt>
                <c:pt idx="4876">
                  <c:v>-20.010182</c:v>
                </c:pt>
                <c:pt idx="4877">
                  <c:v>-20.040460</c:v>
                </c:pt>
                <c:pt idx="4878">
                  <c:v>-20.070457</c:v>
                </c:pt>
                <c:pt idx="4879">
                  <c:v>-20.100176</c:v>
                </c:pt>
                <c:pt idx="4880">
                  <c:v>-20.129617</c:v>
                </c:pt>
                <c:pt idx="4881">
                  <c:v>-20.158783</c:v>
                </c:pt>
                <c:pt idx="4882">
                  <c:v>-20.187674</c:v>
                </c:pt>
                <c:pt idx="4883">
                  <c:v>-20.216293</c:v>
                </c:pt>
                <c:pt idx="4884">
                  <c:v>-20.244640</c:v>
                </c:pt>
                <c:pt idx="4885">
                  <c:v>-20.272718</c:v>
                </c:pt>
                <c:pt idx="4886">
                  <c:v>-20.300527</c:v>
                </c:pt>
                <c:pt idx="4887">
                  <c:v>-20.328069</c:v>
                </c:pt>
                <c:pt idx="4888">
                  <c:v>-20.355346</c:v>
                </c:pt>
                <c:pt idx="4889">
                  <c:v>-20.382359</c:v>
                </c:pt>
                <c:pt idx="4890">
                  <c:v>-20.409109</c:v>
                </c:pt>
                <c:pt idx="4891">
                  <c:v>-20.435598</c:v>
                </c:pt>
                <c:pt idx="4892">
                  <c:v>-20.461827</c:v>
                </c:pt>
                <c:pt idx="4893">
                  <c:v>-20.487798</c:v>
                </c:pt>
                <c:pt idx="4894">
                  <c:v>-20.513511</c:v>
                </c:pt>
                <c:pt idx="4895">
                  <c:v>-20.538970</c:v>
                </c:pt>
                <c:pt idx="4896">
                  <c:v>-20.564174</c:v>
                </c:pt>
                <c:pt idx="4897">
                  <c:v>-20.589125</c:v>
                </c:pt>
                <c:pt idx="4898">
                  <c:v>-20.613825</c:v>
                </c:pt>
                <c:pt idx="4899">
                  <c:v>-20.638275</c:v>
                </c:pt>
                <c:pt idx="4900">
                  <c:v>-20.662476</c:v>
                </c:pt>
                <c:pt idx="4901">
                  <c:v>-20.686429</c:v>
                </c:pt>
                <c:pt idx="4902">
                  <c:v>-20.710137</c:v>
                </c:pt>
                <c:pt idx="4903">
                  <c:v>-20.733600</c:v>
                </c:pt>
                <c:pt idx="4904">
                  <c:v>-20.756820</c:v>
                </c:pt>
                <c:pt idx="4905">
                  <c:v>-20.779797</c:v>
                </c:pt>
                <c:pt idx="4906">
                  <c:v>-20.802534</c:v>
                </c:pt>
                <c:pt idx="4907">
                  <c:v>-20.825032</c:v>
                </c:pt>
                <c:pt idx="4908">
                  <c:v>-20.847291</c:v>
                </c:pt>
                <c:pt idx="4909">
                  <c:v>-20.869314</c:v>
                </c:pt>
                <c:pt idx="4910">
                  <c:v>-20.891101</c:v>
                </c:pt>
                <c:pt idx="4911">
                  <c:v>-20.912654</c:v>
                </c:pt>
                <c:pt idx="4912">
                  <c:v>-20.933974</c:v>
                </c:pt>
                <c:pt idx="4913">
                  <c:v>-20.955062</c:v>
                </c:pt>
                <c:pt idx="4914">
                  <c:v>-20.975920</c:v>
                </c:pt>
                <c:pt idx="4915">
                  <c:v>-20.996549</c:v>
                </c:pt>
                <c:pt idx="4916">
                  <c:v>-21.016950</c:v>
                </c:pt>
                <c:pt idx="4917">
                  <c:v>-21.037125</c:v>
                </c:pt>
                <c:pt idx="4918">
                  <c:v>-21.057074</c:v>
                </c:pt>
                <c:pt idx="4919">
                  <c:v>-21.076798</c:v>
                </c:pt>
                <c:pt idx="4920">
                  <c:v>-21.096300</c:v>
                </c:pt>
                <c:pt idx="4921">
                  <c:v>-21.115581</c:v>
                </c:pt>
                <c:pt idx="4922">
                  <c:v>-21.134640</c:v>
                </c:pt>
                <c:pt idx="4923">
                  <c:v>-21.153481</c:v>
                </c:pt>
                <c:pt idx="4924">
                  <c:v>-21.172103</c:v>
                </c:pt>
                <c:pt idx="4925">
                  <c:v>-21.190509</c:v>
                </c:pt>
                <c:pt idx="4926">
                  <c:v>-21.208699</c:v>
                </c:pt>
                <c:pt idx="4927">
                  <c:v>-21.226674</c:v>
                </c:pt>
                <c:pt idx="4928">
                  <c:v>-21.244436</c:v>
                </c:pt>
                <c:pt idx="4929">
                  <c:v>-21.261986</c:v>
                </c:pt>
                <c:pt idx="4930">
                  <c:v>-21.279325</c:v>
                </c:pt>
                <c:pt idx="4931">
                  <c:v>-21.296455</c:v>
                </c:pt>
                <c:pt idx="4932">
                  <c:v>-21.313375</c:v>
                </c:pt>
                <c:pt idx="4933">
                  <c:v>-21.330089</c:v>
                </c:pt>
                <c:pt idx="4934">
                  <c:v>-21.346596</c:v>
                </c:pt>
                <c:pt idx="4935">
                  <c:v>-21.362897</c:v>
                </c:pt>
                <c:pt idx="4936">
                  <c:v>-21.378995</c:v>
                </c:pt>
                <c:pt idx="4937">
                  <c:v>-21.394890</c:v>
                </c:pt>
                <c:pt idx="4938">
                  <c:v>-21.410583</c:v>
                </c:pt>
                <c:pt idx="4939">
                  <c:v>-21.426075</c:v>
                </c:pt>
                <c:pt idx="4940">
                  <c:v>-21.441368</c:v>
                </c:pt>
                <c:pt idx="4941">
                  <c:v>-21.456462</c:v>
                </c:pt>
                <c:pt idx="4942">
                  <c:v>-21.471359</c:v>
                </c:pt>
                <c:pt idx="4943">
                  <c:v>-21.486060</c:v>
                </c:pt>
                <c:pt idx="4944">
                  <c:v>-21.500565</c:v>
                </c:pt>
                <c:pt idx="4945">
                  <c:v>-21.514876</c:v>
                </c:pt>
                <c:pt idx="4946">
                  <c:v>-21.528995</c:v>
                </c:pt>
                <c:pt idx="4947">
                  <c:v>-21.542921</c:v>
                </c:pt>
                <c:pt idx="4948">
                  <c:v>-21.556657</c:v>
                </c:pt>
                <c:pt idx="4949">
                  <c:v>-21.570203</c:v>
                </c:pt>
                <c:pt idx="4950">
                  <c:v>-21.583560</c:v>
                </c:pt>
                <c:pt idx="4951">
                  <c:v>-21.596729</c:v>
                </c:pt>
                <c:pt idx="4952">
                  <c:v>-21.609712</c:v>
                </c:pt>
                <c:pt idx="4953">
                  <c:v>-21.622510</c:v>
                </c:pt>
                <c:pt idx="4954">
                  <c:v>-21.635122</c:v>
                </c:pt>
                <c:pt idx="4955">
                  <c:v>-21.647551</c:v>
                </c:pt>
                <c:pt idx="4956">
                  <c:v>-21.659798</c:v>
                </c:pt>
                <c:pt idx="4957">
                  <c:v>-21.671863</c:v>
                </c:pt>
                <c:pt idx="4958">
                  <c:v>-21.683748</c:v>
                </c:pt>
                <c:pt idx="4959">
                  <c:v>-21.695453</c:v>
                </c:pt>
                <c:pt idx="4960">
                  <c:v>-21.706980</c:v>
                </c:pt>
                <c:pt idx="4961">
                  <c:v>-21.718330</c:v>
                </c:pt>
                <c:pt idx="4962">
                  <c:v>-21.729503</c:v>
                </c:pt>
                <c:pt idx="4963">
                  <c:v>-21.740500</c:v>
                </c:pt>
                <c:pt idx="4964">
                  <c:v>-21.751323</c:v>
                </c:pt>
                <c:pt idx="4965">
                  <c:v>-21.761973</c:v>
                </c:pt>
                <c:pt idx="4966">
                  <c:v>-21.772450</c:v>
                </c:pt>
                <c:pt idx="4967">
                  <c:v>-21.782756</c:v>
                </c:pt>
                <c:pt idx="4968">
                  <c:v>-21.792891</c:v>
                </c:pt>
                <c:pt idx="4969">
                  <c:v>-21.802857</c:v>
                </c:pt>
                <c:pt idx="4970">
                  <c:v>-21.812654</c:v>
                </c:pt>
                <c:pt idx="4971">
                  <c:v>-21.822283</c:v>
                </c:pt>
                <c:pt idx="4972">
                  <c:v>-21.831745</c:v>
                </c:pt>
                <c:pt idx="4973">
                  <c:v>-21.841042</c:v>
                </c:pt>
                <c:pt idx="4974">
                  <c:v>-21.850174</c:v>
                </c:pt>
                <c:pt idx="4975">
                  <c:v>-21.859142</c:v>
                </c:pt>
                <c:pt idx="4976">
                  <c:v>-21.867947</c:v>
                </c:pt>
                <c:pt idx="4977">
                  <c:v>-21.876590</c:v>
                </c:pt>
                <c:pt idx="4978">
                  <c:v>-21.885071</c:v>
                </c:pt>
                <c:pt idx="4979">
                  <c:v>-21.893393</c:v>
                </c:pt>
                <c:pt idx="4980">
                  <c:v>-21.901555</c:v>
                </c:pt>
                <c:pt idx="4981">
                  <c:v>-21.909559</c:v>
                </c:pt>
                <c:pt idx="4982">
                  <c:v>-21.917405</c:v>
                </c:pt>
                <c:pt idx="4983">
                  <c:v>-21.925095</c:v>
                </c:pt>
                <c:pt idx="4984">
                  <c:v>-21.932629</c:v>
                </c:pt>
                <c:pt idx="4985">
                  <c:v>-21.940008</c:v>
                </c:pt>
                <c:pt idx="4986">
                  <c:v>-21.947233</c:v>
                </c:pt>
                <c:pt idx="4987">
                  <c:v>-21.954305</c:v>
                </c:pt>
                <c:pt idx="4988">
                  <c:v>-21.961225</c:v>
                </c:pt>
                <c:pt idx="4989">
                  <c:v>-21.967994</c:v>
                </c:pt>
                <c:pt idx="4990">
                  <c:v>-21.974612</c:v>
                </c:pt>
                <c:pt idx="4991">
                  <c:v>-21.981080</c:v>
                </c:pt>
                <c:pt idx="4992">
                  <c:v>-21.987400</c:v>
                </c:pt>
                <c:pt idx="4993">
                  <c:v>-21.993572</c:v>
                </c:pt>
                <c:pt idx="4994">
                  <c:v>-21.999597</c:v>
                </c:pt>
                <c:pt idx="4995">
                  <c:v>-22.005476</c:v>
                </c:pt>
                <c:pt idx="4996">
                  <c:v>-22.011209</c:v>
                </c:pt>
                <c:pt idx="4997">
                  <c:v>-22.016798</c:v>
                </c:pt>
                <c:pt idx="4998">
                  <c:v>-22.022243</c:v>
                </c:pt>
                <c:pt idx="4999">
                  <c:v>-22.027545</c:v>
                </c:pt>
                <c:pt idx="5000">
                  <c:v>-22.032706</c:v>
                </c:pt>
                <c:pt idx="5001">
                  <c:v>-22.037725</c:v>
                </c:pt>
                <c:pt idx="5002">
                  <c:v>-22.042603</c:v>
                </c:pt>
                <c:pt idx="5003">
                  <c:v>-22.047342</c:v>
                </c:pt>
                <c:pt idx="5004">
                  <c:v>-22.051943</c:v>
                </c:pt>
                <c:pt idx="5005">
                  <c:v>-22.056405</c:v>
                </c:pt>
                <c:pt idx="5006">
                  <c:v>-22.060730</c:v>
                </c:pt>
                <c:pt idx="5007">
                  <c:v>-22.064919</c:v>
                </c:pt>
                <c:pt idx="5008">
                  <c:v>-22.068972</c:v>
                </c:pt>
                <c:pt idx="5009">
                  <c:v>-22.072891</c:v>
                </c:pt>
                <c:pt idx="5010">
                  <c:v>-22.076675</c:v>
                </c:pt>
                <c:pt idx="5011">
                  <c:v>-22.080326</c:v>
                </c:pt>
                <c:pt idx="5012">
                  <c:v>-22.083845</c:v>
                </c:pt>
                <c:pt idx="5013">
                  <c:v>-22.087232</c:v>
                </c:pt>
                <c:pt idx="5014">
                  <c:v>-22.090488</c:v>
                </c:pt>
                <c:pt idx="5015">
                  <c:v>-22.093614</c:v>
                </c:pt>
                <c:pt idx="5016">
                  <c:v>-22.096610</c:v>
                </c:pt>
                <c:pt idx="5017">
                  <c:v>-22.099478</c:v>
                </c:pt>
                <c:pt idx="5018">
                  <c:v>-22.102218</c:v>
                </c:pt>
                <c:pt idx="5019">
                  <c:v>-22.104830</c:v>
                </c:pt>
                <c:pt idx="5020">
                  <c:v>-22.107317</c:v>
                </c:pt>
                <c:pt idx="5021">
                  <c:v>-22.109678</c:v>
                </c:pt>
                <c:pt idx="5022">
                  <c:v>-22.111913</c:v>
                </c:pt>
                <c:pt idx="5023">
                  <c:v>-22.114025</c:v>
                </c:pt>
                <c:pt idx="5024">
                  <c:v>-22.116013</c:v>
                </c:pt>
                <c:pt idx="5025">
                  <c:v>-22.117878</c:v>
                </c:pt>
                <c:pt idx="5026">
                  <c:v>-22.119622</c:v>
                </c:pt>
                <c:pt idx="5027">
                  <c:v>-22.121244</c:v>
                </c:pt>
                <c:pt idx="5028">
                  <c:v>-22.122745</c:v>
                </c:pt>
                <c:pt idx="5029">
                  <c:v>-22.124127</c:v>
                </c:pt>
                <c:pt idx="5030">
                  <c:v>-22.125389</c:v>
                </c:pt>
                <c:pt idx="5031">
                  <c:v>-22.126533</c:v>
                </c:pt>
                <c:pt idx="5032">
                  <c:v>-22.127559</c:v>
                </c:pt>
                <c:pt idx="5033">
                  <c:v>-22.128468</c:v>
                </c:pt>
                <c:pt idx="5034">
                  <c:v>-22.129261</c:v>
                </c:pt>
                <c:pt idx="5035">
                  <c:v>-22.129938</c:v>
                </c:pt>
                <c:pt idx="5036">
                  <c:v>-22.130500</c:v>
                </c:pt>
                <c:pt idx="5037">
                  <c:v>-22.130948</c:v>
                </c:pt>
                <c:pt idx="5038">
                  <c:v>-22.131282</c:v>
                </c:pt>
                <c:pt idx="5039">
                  <c:v>-22.131503</c:v>
                </c:pt>
                <c:pt idx="5040">
                  <c:v>-22.131612</c:v>
                </c:pt>
                <c:pt idx="5041">
                  <c:v>-22.131610</c:v>
                </c:pt>
                <c:pt idx="5042">
                  <c:v>-22.131496</c:v>
                </c:pt>
                <c:pt idx="5043">
                  <c:v>-22.131272</c:v>
                </c:pt>
                <c:pt idx="5044">
                  <c:v>-22.130938</c:v>
                </c:pt>
                <c:pt idx="5045">
                  <c:v>-22.130496</c:v>
                </c:pt>
                <c:pt idx="5046">
                  <c:v>-22.129945</c:v>
                </c:pt>
                <c:pt idx="5047">
                  <c:v>-22.129286</c:v>
                </c:pt>
                <c:pt idx="5048">
                  <c:v>-22.128521</c:v>
                </c:pt>
                <c:pt idx="5049">
                  <c:v>-22.127649</c:v>
                </c:pt>
                <c:pt idx="5050">
                  <c:v>-22.126671</c:v>
                </c:pt>
                <c:pt idx="5051">
                  <c:v>-22.125588</c:v>
                </c:pt>
                <c:pt idx="5052">
                  <c:v>-22.124401</c:v>
                </c:pt>
                <c:pt idx="5053">
                  <c:v>-22.123110</c:v>
                </c:pt>
                <c:pt idx="5054">
                  <c:v>-22.121715</c:v>
                </c:pt>
                <c:pt idx="5055">
                  <c:v>-22.120219</c:v>
                </c:pt>
                <c:pt idx="5056">
                  <c:v>-22.118620</c:v>
                </c:pt>
                <c:pt idx="5057">
                  <c:v>-22.116919</c:v>
                </c:pt>
                <c:pt idx="5058">
                  <c:v>-22.115118</c:v>
                </c:pt>
                <c:pt idx="5059">
                  <c:v>-22.113217</c:v>
                </c:pt>
                <c:pt idx="5060">
                  <c:v>-22.111216</c:v>
                </c:pt>
                <c:pt idx="5061">
                  <c:v>-22.109117</c:v>
                </c:pt>
                <c:pt idx="5062">
                  <c:v>-22.106919</c:v>
                </c:pt>
                <c:pt idx="5063">
                  <c:v>-22.104623</c:v>
                </c:pt>
                <c:pt idx="5064">
                  <c:v>-22.102230</c:v>
                </c:pt>
                <c:pt idx="5065">
                  <c:v>-22.099741</c:v>
                </c:pt>
                <c:pt idx="5066">
                  <c:v>-22.097156</c:v>
                </c:pt>
                <c:pt idx="5067">
                  <c:v>-22.094475</c:v>
                </c:pt>
                <c:pt idx="5068">
                  <c:v>-22.091700</c:v>
                </c:pt>
                <c:pt idx="5069">
                  <c:v>-22.088830</c:v>
                </c:pt>
                <c:pt idx="5070">
                  <c:v>-22.085867</c:v>
                </c:pt>
                <c:pt idx="5071">
                  <c:v>-22.082810</c:v>
                </c:pt>
                <c:pt idx="5072">
                  <c:v>-22.079662</c:v>
                </c:pt>
                <c:pt idx="5073">
                  <c:v>-22.076421</c:v>
                </c:pt>
                <c:pt idx="5074">
                  <c:v>-22.073089</c:v>
                </c:pt>
                <c:pt idx="5075">
                  <c:v>-22.069666</c:v>
                </c:pt>
                <c:pt idx="5076">
                  <c:v>-22.066153</c:v>
                </c:pt>
                <c:pt idx="5077">
                  <c:v>-22.062550</c:v>
                </c:pt>
                <c:pt idx="5078">
                  <c:v>-22.058858</c:v>
                </c:pt>
                <c:pt idx="5079">
                  <c:v>-22.055078</c:v>
                </c:pt>
                <c:pt idx="5080">
                  <c:v>-22.051210</c:v>
                </c:pt>
                <c:pt idx="5081">
                  <c:v>-22.047254</c:v>
                </c:pt>
                <c:pt idx="5082">
                  <c:v>-22.043211</c:v>
                </c:pt>
                <c:pt idx="5083">
                  <c:v>-22.039082</c:v>
                </c:pt>
                <c:pt idx="5084">
                  <c:v>-22.034867</c:v>
                </c:pt>
                <c:pt idx="5085">
                  <c:v>-22.030567</c:v>
                </c:pt>
                <c:pt idx="5086">
                  <c:v>-22.026182</c:v>
                </c:pt>
                <c:pt idx="5087">
                  <c:v>-22.021713</c:v>
                </c:pt>
                <c:pt idx="5088">
                  <c:v>-22.017159</c:v>
                </c:pt>
                <c:pt idx="5089">
                  <c:v>-22.012523</c:v>
                </c:pt>
                <c:pt idx="5090">
                  <c:v>-22.007804</c:v>
                </c:pt>
                <c:pt idx="5091">
                  <c:v>-22.003003</c:v>
                </c:pt>
                <c:pt idx="5092">
                  <c:v>-21.998121</c:v>
                </c:pt>
                <c:pt idx="5093">
                  <c:v>-21.993157</c:v>
                </c:pt>
                <c:pt idx="5094">
                  <c:v>-21.988112</c:v>
                </c:pt>
                <c:pt idx="5095">
                  <c:v>-21.982988</c:v>
                </c:pt>
                <c:pt idx="5096">
                  <c:v>-21.977784</c:v>
                </c:pt>
                <c:pt idx="5097">
                  <c:v>-21.972500</c:v>
                </c:pt>
                <c:pt idx="5098">
                  <c:v>-21.967139</c:v>
                </c:pt>
                <c:pt idx="5099">
                  <c:v>-21.961699</c:v>
                </c:pt>
                <c:pt idx="5100">
                  <c:v>-21.956181</c:v>
                </c:pt>
                <c:pt idx="5101">
                  <c:v>-21.950586</c:v>
                </c:pt>
                <c:pt idx="5102">
                  <c:v>-21.944915</c:v>
                </c:pt>
                <c:pt idx="5103">
                  <c:v>-21.939168</c:v>
                </c:pt>
                <c:pt idx="5104">
                  <c:v>-21.933345</c:v>
                </c:pt>
                <c:pt idx="5105">
                  <c:v>-21.927446</c:v>
                </c:pt>
                <c:pt idx="5106">
                  <c:v>-21.921473</c:v>
                </c:pt>
                <c:pt idx="5107">
                  <c:v>-21.915426</c:v>
                </c:pt>
                <c:pt idx="5108">
                  <c:v>-21.909305</c:v>
                </c:pt>
                <c:pt idx="5109">
                  <c:v>-21.903111</c:v>
                </c:pt>
                <c:pt idx="5110">
                  <c:v>-21.896844</c:v>
                </c:pt>
                <c:pt idx="5111">
                  <c:v>-21.890505</c:v>
                </c:pt>
                <c:pt idx="5112">
                  <c:v>-21.884094</c:v>
                </c:pt>
                <c:pt idx="5113">
                  <c:v>-21.877611</c:v>
                </c:pt>
                <c:pt idx="5114">
                  <c:v>-21.871058</c:v>
                </c:pt>
                <c:pt idx="5115">
                  <c:v>-21.864434</c:v>
                </c:pt>
                <c:pt idx="5116">
                  <c:v>-21.857740</c:v>
                </c:pt>
                <c:pt idx="5117">
                  <c:v>-21.850976</c:v>
                </c:pt>
                <c:pt idx="5118">
                  <c:v>-21.844144</c:v>
                </c:pt>
                <c:pt idx="5119">
                  <c:v>-21.837242</c:v>
                </c:pt>
                <c:pt idx="5120">
                  <c:v>-21.830273</c:v>
                </c:pt>
                <c:pt idx="5121">
                  <c:v>-21.823235</c:v>
                </c:pt>
                <c:pt idx="5122">
                  <c:v>-21.816131</c:v>
                </c:pt>
                <c:pt idx="5123">
                  <c:v>-21.808959</c:v>
                </c:pt>
                <c:pt idx="5124">
                  <c:v>-21.801721</c:v>
                </c:pt>
                <c:pt idx="5125">
                  <c:v>-21.794417</c:v>
                </c:pt>
                <c:pt idx="5126">
                  <c:v>-21.787047</c:v>
                </c:pt>
                <c:pt idx="5127">
                  <c:v>-21.779613</c:v>
                </c:pt>
                <c:pt idx="5128">
                  <c:v>-21.772113</c:v>
                </c:pt>
                <c:pt idx="5129">
                  <c:v>-21.764549</c:v>
                </c:pt>
                <c:pt idx="5130">
                  <c:v>-21.756922</c:v>
                </c:pt>
                <c:pt idx="5131">
                  <c:v>-21.749230</c:v>
                </c:pt>
                <c:pt idx="5132">
                  <c:v>-21.741476</c:v>
                </c:pt>
                <c:pt idx="5133">
                  <c:v>-21.733659</c:v>
                </c:pt>
                <c:pt idx="5134">
                  <c:v>-21.725780</c:v>
                </c:pt>
                <c:pt idx="5135">
                  <c:v>-21.717839</c:v>
                </c:pt>
                <c:pt idx="5136">
                  <c:v>-21.709837</c:v>
                </c:pt>
                <c:pt idx="5137">
                  <c:v>-21.701774</c:v>
                </c:pt>
                <c:pt idx="5138">
                  <c:v>-21.693650</c:v>
                </c:pt>
                <c:pt idx="5139">
                  <c:v>-21.685466</c:v>
                </c:pt>
                <c:pt idx="5140">
                  <c:v>-21.677223</c:v>
                </c:pt>
                <c:pt idx="5141">
                  <c:v>-21.668920</c:v>
                </c:pt>
                <c:pt idx="5142">
                  <c:v>-21.660558</c:v>
                </c:pt>
                <c:pt idx="5143">
                  <c:v>-21.652137</c:v>
                </c:pt>
                <c:pt idx="5144">
                  <c:v>-21.643659</c:v>
                </c:pt>
                <c:pt idx="5145">
                  <c:v>-21.635122</c:v>
                </c:pt>
                <c:pt idx="5146">
                  <c:v>-21.626528</c:v>
                </c:pt>
                <c:pt idx="5147">
                  <c:v>-21.617877</c:v>
                </c:pt>
                <c:pt idx="5148">
                  <c:v>-21.609170</c:v>
                </c:pt>
                <c:pt idx="5149">
                  <c:v>-21.600406</c:v>
                </c:pt>
                <c:pt idx="5150">
                  <c:v>-21.591587</c:v>
                </c:pt>
                <c:pt idx="5151">
                  <c:v>-21.582712</c:v>
                </c:pt>
                <c:pt idx="5152">
                  <c:v>-21.573782</c:v>
                </c:pt>
                <c:pt idx="5153">
                  <c:v>-21.564797</c:v>
                </c:pt>
                <c:pt idx="5154">
                  <c:v>-21.555758</c:v>
                </c:pt>
                <c:pt idx="5155">
                  <c:v>-21.546665</c:v>
                </c:pt>
                <c:pt idx="5156">
                  <c:v>-21.537518</c:v>
                </c:pt>
                <c:pt idx="5157">
                  <c:v>-21.528318</c:v>
                </c:pt>
                <c:pt idx="5158">
                  <c:v>-21.519066</c:v>
                </c:pt>
                <c:pt idx="5159">
                  <c:v>-21.509760</c:v>
                </c:pt>
                <c:pt idx="5160">
                  <c:v>-21.500403</c:v>
                </c:pt>
                <c:pt idx="5161">
                  <c:v>-21.490994</c:v>
                </c:pt>
                <c:pt idx="5162">
                  <c:v>-21.481533</c:v>
                </c:pt>
                <c:pt idx="5163">
                  <c:v>-21.472022</c:v>
                </c:pt>
                <c:pt idx="5164">
                  <c:v>-21.462460</c:v>
                </c:pt>
                <c:pt idx="5165">
                  <c:v>-21.452847</c:v>
                </c:pt>
                <c:pt idx="5166">
                  <c:v>-21.443185</c:v>
                </c:pt>
                <c:pt idx="5167">
                  <c:v>-21.433473</c:v>
                </c:pt>
                <c:pt idx="5168">
                  <c:v>-21.423711</c:v>
                </c:pt>
                <c:pt idx="5169">
                  <c:v>-21.413901</c:v>
                </c:pt>
                <c:pt idx="5170">
                  <c:v>-21.404042</c:v>
                </c:pt>
                <c:pt idx="5171">
                  <c:v>-21.394134</c:v>
                </c:pt>
                <c:pt idx="5172">
                  <c:v>-21.384179</c:v>
                </c:pt>
                <c:pt idx="5173">
                  <c:v>-21.374177</c:v>
                </c:pt>
                <c:pt idx="5174">
                  <c:v>-21.364127</c:v>
                </c:pt>
                <c:pt idx="5175">
                  <c:v>-21.354030</c:v>
                </c:pt>
                <c:pt idx="5176">
                  <c:v>-21.343886</c:v>
                </c:pt>
                <c:pt idx="5177">
                  <c:v>-21.333697</c:v>
                </c:pt>
                <c:pt idx="5178">
                  <c:v>-21.323461</c:v>
                </c:pt>
                <c:pt idx="5179">
                  <c:v>-21.313180</c:v>
                </c:pt>
                <c:pt idx="5180">
                  <c:v>-21.302854</c:v>
                </c:pt>
                <c:pt idx="5181">
                  <c:v>-21.292483</c:v>
                </c:pt>
                <c:pt idx="5182">
                  <c:v>-21.282067</c:v>
                </c:pt>
                <c:pt idx="5183">
                  <c:v>-21.271607</c:v>
                </c:pt>
                <c:pt idx="5184">
                  <c:v>-21.261103</c:v>
                </c:pt>
                <c:pt idx="5185">
                  <c:v>-21.250555</c:v>
                </c:pt>
                <c:pt idx="5186">
                  <c:v>-21.239964</c:v>
                </c:pt>
                <c:pt idx="5187">
                  <c:v>-21.229330</c:v>
                </c:pt>
                <c:pt idx="5188">
                  <c:v>-21.218653</c:v>
                </c:pt>
                <c:pt idx="5189">
                  <c:v>-21.207934</c:v>
                </c:pt>
                <c:pt idx="5190">
                  <c:v>-21.197173</c:v>
                </c:pt>
                <c:pt idx="5191">
                  <c:v>-21.186370</c:v>
                </c:pt>
                <c:pt idx="5192">
                  <c:v>-21.175526</c:v>
                </c:pt>
                <c:pt idx="5193">
                  <c:v>-21.164640</c:v>
                </c:pt>
                <c:pt idx="5194">
                  <c:v>-21.153714</c:v>
                </c:pt>
                <c:pt idx="5195">
                  <c:v>-21.142747</c:v>
                </c:pt>
                <c:pt idx="5196">
                  <c:v>-21.131740</c:v>
                </c:pt>
                <c:pt idx="5197">
                  <c:v>-21.120693</c:v>
                </c:pt>
                <c:pt idx="5198">
                  <c:v>-21.109606</c:v>
                </c:pt>
                <c:pt idx="5199">
                  <c:v>-21.098480</c:v>
                </c:pt>
                <c:pt idx="5200">
                  <c:v>-21.087315</c:v>
                </c:pt>
                <c:pt idx="5201">
                  <c:v>-21.076112</c:v>
                </c:pt>
                <c:pt idx="5202">
                  <c:v>-21.064869</c:v>
                </c:pt>
                <c:pt idx="5203">
                  <c:v>-21.053589</c:v>
                </c:pt>
                <c:pt idx="5204">
                  <c:v>-21.042271</c:v>
                </c:pt>
                <c:pt idx="5205">
                  <c:v>-21.030915</c:v>
                </c:pt>
                <c:pt idx="5206">
                  <c:v>-21.019521</c:v>
                </c:pt>
                <c:pt idx="5207">
                  <c:v>-21.008091</c:v>
                </c:pt>
                <c:pt idx="5208">
                  <c:v>-20.996624</c:v>
                </c:pt>
                <c:pt idx="5209">
                  <c:v>-20.985121</c:v>
                </c:pt>
                <c:pt idx="5210">
                  <c:v>-20.973581</c:v>
                </c:pt>
                <c:pt idx="5211">
                  <c:v>-20.962006</c:v>
                </c:pt>
                <c:pt idx="5212">
                  <c:v>-20.950394</c:v>
                </c:pt>
                <c:pt idx="5213">
                  <c:v>-20.938748</c:v>
                </c:pt>
                <c:pt idx="5214">
                  <c:v>-20.927066</c:v>
                </c:pt>
                <c:pt idx="5215">
                  <c:v>-20.915350</c:v>
                </c:pt>
                <c:pt idx="5216">
                  <c:v>-20.903599</c:v>
                </c:pt>
                <c:pt idx="5217">
                  <c:v>-20.891814</c:v>
                </c:pt>
                <c:pt idx="5218">
                  <c:v>-20.879995</c:v>
                </c:pt>
                <c:pt idx="5219">
                  <c:v>-20.868142</c:v>
                </c:pt>
                <c:pt idx="5220">
                  <c:v>-20.856255</c:v>
                </c:pt>
                <c:pt idx="5221">
                  <c:v>-20.844336</c:v>
                </c:pt>
                <c:pt idx="5222">
                  <c:v>-20.832383</c:v>
                </c:pt>
                <c:pt idx="5223">
                  <c:v>-20.820398</c:v>
                </c:pt>
                <c:pt idx="5224">
                  <c:v>-20.808380</c:v>
                </c:pt>
                <c:pt idx="5225">
                  <c:v>-20.796330</c:v>
                </c:pt>
                <c:pt idx="5226">
                  <c:v>-20.784249</c:v>
                </c:pt>
                <c:pt idx="5227">
                  <c:v>-20.772135</c:v>
                </c:pt>
                <c:pt idx="5228">
                  <c:v>-20.759990</c:v>
                </c:pt>
                <c:pt idx="5229">
                  <c:v>-20.747815</c:v>
                </c:pt>
                <c:pt idx="5230">
                  <c:v>-20.735608</c:v>
                </c:pt>
                <c:pt idx="5231">
                  <c:v>-20.723370</c:v>
                </c:pt>
                <c:pt idx="5232">
                  <c:v>-20.711103</c:v>
                </c:pt>
                <c:pt idx="5233">
                  <c:v>-20.698805</c:v>
                </c:pt>
                <c:pt idx="5234">
                  <c:v>-20.686477</c:v>
                </c:pt>
                <c:pt idx="5235">
                  <c:v>-20.674119</c:v>
                </c:pt>
                <c:pt idx="5236">
                  <c:v>-20.661732</c:v>
                </c:pt>
                <c:pt idx="5237">
                  <c:v>-20.649316</c:v>
                </c:pt>
                <c:pt idx="5238">
                  <c:v>-20.636871</c:v>
                </c:pt>
                <c:pt idx="5239">
                  <c:v>-20.624397</c:v>
                </c:pt>
                <c:pt idx="5240">
                  <c:v>-20.611895</c:v>
                </c:pt>
              </c:numCache>
            </c:numRef>
          </c:val>
          <c:smooth val="0"/>
        </c:ser>
        <c:ser>
          <c:idx val="1"/>
          <c:order val="1"/>
          <c:tx>
            <c:strRef>
              <c:f>Sheet1!$A$3</c:f>
              <c:strCache>
                <c:ptCount val="1"/>
                <c:pt idx="0">
                  <c:v>BXY(GS)</c:v>
                </c:pt>
              </c:strCache>
            </c:strRef>
          </c:tx>
          <c:spPr>
            <a:noFill/>
            <a:ln w="28575" cap="rnd">
              <a:solidFill>
                <a:srgbClr val="FFC000"/>
              </a:solidFill>
              <a:prstDash val="solid"/>
              <a:round/>
            </a:ln>
            <a:effectLst/>
          </c:spPr>
          <c:marker>
            <c:symbol val="none"/>
            <c:size val="4"/>
            <c:spPr>
              <a:noFill/>
              <a:ln w="28575" cap="rnd">
                <a:solidFill>
                  <a:srgbClr val="FFC000"/>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Sheet1!$B$1:$GSP$1</c:f>
              <c:strCache>
                <c:ptCount val="5241"/>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pt idx="75">
                  <c:v>0.375</c:v>
                </c:pt>
                <c:pt idx="76">
                  <c:v>0.38</c:v>
                </c:pt>
                <c:pt idx="77">
                  <c:v>0.385</c:v>
                </c:pt>
                <c:pt idx="78">
                  <c:v>0.39</c:v>
                </c:pt>
                <c:pt idx="79">
                  <c:v>0.395</c:v>
                </c:pt>
                <c:pt idx="80">
                  <c:v>0.4</c:v>
                </c:pt>
                <c:pt idx="81">
                  <c:v>0.405</c:v>
                </c:pt>
                <c:pt idx="82">
                  <c:v>0.41</c:v>
                </c:pt>
                <c:pt idx="83">
                  <c:v>0.415</c:v>
                </c:pt>
                <c:pt idx="84">
                  <c:v>0.42</c:v>
                </c:pt>
                <c:pt idx="85">
                  <c:v>0.425</c:v>
                </c:pt>
                <c:pt idx="86">
                  <c:v>0.43</c:v>
                </c:pt>
                <c:pt idx="87">
                  <c:v>0.435</c:v>
                </c:pt>
                <c:pt idx="88">
                  <c:v>0.44</c:v>
                </c:pt>
                <c:pt idx="89">
                  <c:v>0.445</c:v>
                </c:pt>
                <c:pt idx="90">
                  <c:v>0.45</c:v>
                </c:pt>
                <c:pt idx="91">
                  <c:v>0.455</c:v>
                </c:pt>
                <c:pt idx="92">
                  <c:v>0.46</c:v>
                </c:pt>
                <c:pt idx="93">
                  <c:v>0.465</c:v>
                </c:pt>
                <c:pt idx="94">
                  <c:v>0.47</c:v>
                </c:pt>
                <c:pt idx="95">
                  <c:v>0.475</c:v>
                </c:pt>
                <c:pt idx="96">
                  <c:v>0.48</c:v>
                </c:pt>
                <c:pt idx="97">
                  <c:v>0.485</c:v>
                </c:pt>
                <c:pt idx="98">
                  <c:v>0.49</c:v>
                </c:pt>
                <c:pt idx="99">
                  <c:v>0.495</c:v>
                </c:pt>
                <c:pt idx="100">
                  <c:v>0.5</c:v>
                </c:pt>
                <c:pt idx="101">
                  <c:v>0.505</c:v>
                </c:pt>
                <c:pt idx="102">
                  <c:v>0.51</c:v>
                </c:pt>
                <c:pt idx="103">
                  <c:v>0.515</c:v>
                </c:pt>
                <c:pt idx="104">
                  <c:v>0.52</c:v>
                </c:pt>
                <c:pt idx="105">
                  <c:v>0.525</c:v>
                </c:pt>
                <c:pt idx="106">
                  <c:v>0.53</c:v>
                </c:pt>
                <c:pt idx="107">
                  <c:v>0.535</c:v>
                </c:pt>
                <c:pt idx="108">
                  <c:v>0.54</c:v>
                </c:pt>
                <c:pt idx="109">
                  <c:v>0.545</c:v>
                </c:pt>
                <c:pt idx="110">
                  <c:v>0.55</c:v>
                </c:pt>
                <c:pt idx="111">
                  <c:v>0.555</c:v>
                </c:pt>
                <c:pt idx="112">
                  <c:v>0.56</c:v>
                </c:pt>
                <c:pt idx="113">
                  <c:v>0.565</c:v>
                </c:pt>
                <c:pt idx="114">
                  <c:v>0.57</c:v>
                </c:pt>
                <c:pt idx="115">
                  <c:v>0.575</c:v>
                </c:pt>
                <c:pt idx="116">
                  <c:v>0.58</c:v>
                </c:pt>
                <c:pt idx="117">
                  <c:v>0.585</c:v>
                </c:pt>
                <c:pt idx="118">
                  <c:v>0.59</c:v>
                </c:pt>
                <c:pt idx="119">
                  <c:v>0.595</c:v>
                </c:pt>
                <c:pt idx="120">
                  <c:v>0.6</c:v>
                </c:pt>
                <c:pt idx="121">
                  <c:v>0.605</c:v>
                </c:pt>
                <c:pt idx="122">
                  <c:v>0.61</c:v>
                </c:pt>
                <c:pt idx="123">
                  <c:v>0.615</c:v>
                </c:pt>
                <c:pt idx="124">
                  <c:v>0.62</c:v>
                </c:pt>
                <c:pt idx="125">
                  <c:v>0.625</c:v>
                </c:pt>
                <c:pt idx="126">
                  <c:v>0.63</c:v>
                </c:pt>
                <c:pt idx="127">
                  <c:v>0.635</c:v>
                </c:pt>
                <c:pt idx="128">
                  <c:v>0.64</c:v>
                </c:pt>
                <c:pt idx="129">
                  <c:v>0.645</c:v>
                </c:pt>
                <c:pt idx="130">
                  <c:v>0.65</c:v>
                </c:pt>
                <c:pt idx="131">
                  <c:v>0.655</c:v>
                </c:pt>
                <c:pt idx="132">
                  <c:v>0.66</c:v>
                </c:pt>
                <c:pt idx="133">
                  <c:v>0.665</c:v>
                </c:pt>
                <c:pt idx="134">
                  <c:v>0.67</c:v>
                </c:pt>
                <c:pt idx="135">
                  <c:v>0.675</c:v>
                </c:pt>
                <c:pt idx="136">
                  <c:v>0.68</c:v>
                </c:pt>
                <c:pt idx="137">
                  <c:v>0.685</c:v>
                </c:pt>
                <c:pt idx="138">
                  <c:v>0.69</c:v>
                </c:pt>
                <c:pt idx="139">
                  <c:v>0.695</c:v>
                </c:pt>
                <c:pt idx="140">
                  <c:v>0.7</c:v>
                </c:pt>
                <c:pt idx="141">
                  <c:v>0.705</c:v>
                </c:pt>
                <c:pt idx="142">
                  <c:v>0.71</c:v>
                </c:pt>
                <c:pt idx="143">
                  <c:v>0.715</c:v>
                </c:pt>
                <c:pt idx="144">
                  <c:v>0.72</c:v>
                </c:pt>
                <c:pt idx="145">
                  <c:v>0.725</c:v>
                </c:pt>
                <c:pt idx="146">
                  <c:v>0.73</c:v>
                </c:pt>
                <c:pt idx="147">
                  <c:v>0.735</c:v>
                </c:pt>
                <c:pt idx="148">
                  <c:v>0.74</c:v>
                </c:pt>
                <c:pt idx="149">
                  <c:v>0.745</c:v>
                </c:pt>
                <c:pt idx="150">
                  <c:v>0.75</c:v>
                </c:pt>
                <c:pt idx="151">
                  <c:v>0.755</c:v>
                </c:pt>
                <c:pt idx="152">
                  <c:v>0.76</c:v>
                </c:pt>
                <c:pt idx="153">
                  <c:v>0.765</c:v>
                </c:pt>
                <c:pt idx="154">
                  <c:v>0.77</c:v>
                </c:pt>
                <c:pt idx="155">
                  <c:v>0.775</c:v>
                </c:pt>
                <c:pt idx="156">
                  <c:v>0.78</c:v>
                </c:pt>
                <c:pt idx="157">
                  <c:v>0.785</c:v>
                </c:pt>
                <c:pt idx="158">
                  <c:v>0.79</c:v>
                </c:pt>
                <c:pt idx="159">
                  <c:v>0.795</c:v>
                </c:pt>
                <c:pt idx="160">
                  <c:v>0.8</c:v>
                </c:pt>
                <c:pt idx="161">
                  <c:v>0.805</c:v>
                </c:pt>
                <c:pt idx="162">
                  <c:v>0.81</c:v>
                </c:pt>
                <c:pt idx="163">
                  <c:v>0.815</c:v>
                </c:pt>
                <c:pt idx="164">
                  <c:v>0.82</c:v>
                </c:pt>
                <c:pt idx="165">
                  <c:v>0.825</c:v>
                </c:pt>
                <c:pt idx="166">
                  <c:v>0.83</c:v>
                </c:pt>
                <c:pt idx="167">
                  <c:v>0.835</c:v>
                </c:pt>
                <c:pt idx="168">
                  <c:v>0.84</c:v>
                </c:pt>
                <c:pt idx="169">
                  <c:v>0.845</c:v>
                </c:pt>
                <c:pt idx="170">
                  <c:v>0.85</c:v>
                </c:pt>
                <c:pt idx="171">
                  <c:v>0.855</c:v>
                </c:pt>
                <c:pt idx="172">
                  <c:v>0.86</c:v>
                </c:pt>
                <c:pt idx="173">
                  <c:v>0.865</c:v>
                </c:pt>
                <c:pt idx="174">
                  <c:v>0.87</c:v>
                </c:pt>
                <c:pt idx="175">
                  <c:v>0.875</c:v>
                </c:pt>
                <c:pt idx="176">
                  <c:v>0.88</c:v>
                </c:pt>
                <c:pt idx="177">
                  <c:v>0.885</c:v>
                </c:pt>
                <c:pt idx="178">
                  <c:v>0.89</c:v>
                </c:pt>
                <c:pt idx="179">
                  <c:v>0.895</c:v>
                </c:pt>
                <c:pt idx="180">
                  <c:v>0.9</c:v>
                </c:pt>
                <c:pt idx="181">
                  <c:v>0.905</c:v>
                </c:pt>
                <c:pt idx="182">
                  <c:v>0.91</c:v>
                </c:pt>
                <c:pt idx="183">
                  <c:v>0.915</c:v>
                </c:pt>
                <c:pt idx="184">
                  <c:v>0.92</c:v>
                </c:pt>
                <c:pt idx="185">
                  <c:v>0.925</c:v>
                </c:pt>
                <c:pt idx="186">
                  <c:v>0.93</c:v>
                </c:pt>
                <c:pt idx="187">
                  <c:v>0.935</c:v>
                </c:pt>
                <c:pt idx="188">
                  <c:v>0.94</c:v>
                </c:pt>
                <c:pt idx="189">
                  <c:v>0.945</c:v>
                </c:pt>
                <c:pt idx="190">
                  <c:v>0.95</c:v>
                </c:pt>
                <c:pt idx="191">
                  <c:v>0.955</c:v>
                </c:pt>
                <c:pt idx="192">
                  <c:v>0.96</c:v>
                </c:pt>
                <c:pt idx="193">
                  <c:v>0.965</c:v>
                </c:pt>
                <c:pt idx="194">
                  <c:v>0.97</c:v>
                </c:pt>
                <c:pt idx="195">
                  <c:v>0.975</c:v>
                </c:pt>
                <c:pt idx="196">
                  <c:v>0.98</c:v>
                </c:pt>
                <c:pt idx="197">
                  <c:v>0.985</c:v>
                </c:pt>
                <c:pt idx="198">
                  <c:v>0.99</c:v>
                </c:pt>
                <c:pt idx="199">
                  <c:v>0.995</c:v>
                </c:pt>
                <c:pt idx="200">
                  <c:v>1</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c:v>
                </c:pt>
                <c:pt idx="401">
                  <c:v>2.005</c:v>
                </c:pt>
                <c:pt idx="402">
                  <c:v>2.01</c:v>
                </c:pt>
                <c:pt idx="403">
                  <c:v>2.015</c:v>
                </c:pt>
                <c:pt idx="404">
                  <c:v>2.02</c:v>
                </c:pt>
                <c:pt idx="405">
                  <c:v>2.025</c:v>
                </c:pt>
                <c:pt idx="406">
                  <c:v>2.03</c:v>
                </c:pt>
                <c:pt idx="407">
                  <c:v>2.035</c:v>
                </c:pt>
                <c:pt idx="408">
                  <c:v>2.04</c:v>
                </c:pt>
                <c:pt idx="409">
                  <c:v>2.045</c:v>
                </c:pt>
                <c:pt idx="410">
                  <c:v>2.05</c:v>
                </c:pt>
                <c:pt idx="411">
                  <c:v>2.055</c:v>
                </c:pt>
                <c:pt idx="412">
                  <c:v>2.06</c:v>
                </c:pt>
                <c:pt idx="413">
                  <c:v>2.065</c:v>
                </c:pt>
                <c:pt idx="414">
                  <c:v>2.07</c:v>
                </c:pt>
                <c:pt idx="415">
                  <c:v>2.075</c:v>
                </c:pt>
                <c:pt idx="416">
                  <c:v>2.08</c:v>
                </c:pt>
                <c:pt idx="417">
                  <c:v>2.085</c:v>
                </c:pt>
                <c:pt idx="418">
                  <c:v>2.09</c:v>
                </c:pt>
                <c:pt idx="419">
                  <c:v>2.095</c:v>
                </c:pt>
                <c:pt idx="420">
                  <c:v>2.1</c:v>
                </c:pt>
                <c:pt idx="421">
                  <c:v>2.105</c:v>
                </c:pt>
                <c:pt idx="422">
                  <c:v>2.11</c:v>
                </c:pt>
                <c:pt idx="423">
                  <c:v>2.115</c:v>
                </c:pt>
                <c:pt idx="424">
                  <c:v>2.12</c:v>
                </c:pt>
                <c:pt idx="425">
                  <c:v>2.125</c:v>
                </c:pt>
                <c:pt idx="426">
                  <c:v>2.13</c:v>
                </c:pt>
                <c:pt idx="427">
                  <c:v>2.135</c:v>
                </c:pt>
                <c:pt idx="428">
                  <c:v>2.14</c:v>
                </c:pt>
                <c:pt idx="429">
                  <c:v>2.145</c:v>
                </c:pt>
                <c:pt idx="430">
                  <c:v>2.15</c:v>
                </c:pt>
                <c:pt idx="431">
                  <c:v>2.155</c:v>
                </c:pt>
                <c:pt idx="432">
                  <c:v>2.16</c:v>
                </c:pt>
                <c:pt idx="433">
                  <c:v>2.165</c:v>
                </c:pt>
                <c:pt idx="434">
                  <c:v>2.17</c:v>
                </c:pt>
                <c:pt idx="435">
                  <c:v>2.175</c:v>
                </c:pt>
                <c:pt idx="436">
                  <c:v>2.18</c:v>
                </c:pt>
                <c:pt idx="437">
                  <c:v>2.185</c:v>
                </c:pt>
                <c:pt idx="438">
                  <c:v>2.19</c:v>
                </c:pt>
                <c:pt idx="439">
                  <c:v>2.195</c:v>
                </c:pt>
                <c:pt idx="440">
                  <c:v>2.2</c:v>
                </c:pt>
                <c:pt idx="441">
                  <c:v>2.205</c:v>
                </c:pt>
                <c:pt idx="442">
                  <c:v>2.21</c:v>
                </c:pt>
                <c:pt idx="443">
                  <c:v>2.215</c:v>
                </c:pt>
                <c:pt idx="444">
                  <c:v>2.22</c:v>
                </c:pt>
                <c:pt idx="445">
                  <c:v>2.225</c:v>
                </c:pt>
                <c:pt idx="446">
                  <c:v>2.23</c:v>
                </c:pt>
                <c:pt idx="447">
                  <c:v>2.235</c:v>
                </c:pt>
                <c:pt idx="448">
                  <c:v>2.24</c:v>
                </c:pt>
                <c:pt idx="449">
                  <c:v>2.245</c:v>
                </c:pt>
                <c:pt idx="450">
                  <c:v>2.25</c:v>
                </c:pt>
                <c:pt idx="451">
                  <c:v>2.255</c:v>
                </c:pt>
                <c:pt idx="452">
                  <c:v>2.26</c:v>
                </c:pt>
                <c:pt idx="453">
                  <c:v>2.265</c:v>
                </c:pt>
                <c:pt idx="454">
                  <c:v>2.27</c:v>
                </c:pt>
                <c:pt idx="455">
                  <c:v>2.275</c:v>
                </c:pt>
                <c:pt idx="456">
                  <c:v>2.28</c:v>
                </c:pt>
                <c:pt idx="457">
                  <c:v>2.285</c:v>
                </c:pt>
                <c:pt idx="458">
                  <c:v>2.29</c:v>
                </c:pt>
                <c:pt idx="459">
                  <c:v>2.295</c:v>
                </c:pt>
                <c:pt idx="460">
                  <c:v>2.3</c:v>
                </c:pt>
                <c:pt idx="461">
                  <c:v>2.305</c:v>
                </c:pt>
                <c:pt idx="462">
                  <c:v>2.31</c:v>
                </c:pt>
                <c:pt idx="463">
                  <c:v>2.315</c:v>
                </c:pt>
                <c:pt idx="464">
                  <c:v>2.32</c:v>
                </c:pt>
                <c:pt idx="465">
                  <c:v>2.325</c:v>
                </c:pt>
                <c:pt idx="466">
                  <c:v>2.33</c:v>
                </c:pt>
                <c:pt idx="467">
                  <c:v>2.335</c:v>
                </c:pt>
                <c:pt idx="468">
                  <c:v>2.34</c:v>
                </c:pt>
                <c:pt idx="469">
                  <c:v>2.345</c:v>
                </c:pt>
                <c:pt idx="470">
                  <c:v>2.35</c:v>
                </c:pt>
                <c:pt idx="471">
                  <c:v>2.355</c:v>
                </c:pt>
                <c:pt idx="472">
                  <c:v>2.36</c:v>
                </c:pt>
                <c:pt idx="473">
                  <c:v>2.365</c:v>
                </c:pt>
                <c:pt idx="474">
                  <c:v>2.37</c:v>
                </c:pt>
                <c:pt idx="475">
                  <c:v>2.375</c:v>
                </c:pt>
                <c:pt idx="476">
                  <c:v>2.38</c:v>
                </c:pt>
                <c:pt idx="477">
                  <c:v>2.385</c:v>
                </c:pt>
                <c:pt idx="478">
                  <c:v>2.39</c:v>
                </c:pt>
                <c:pt idx="479">
                  <c:v>2.395</c:v>
                </c:pt>
                <c:pt idx="480">
                  <c:v>2.4</c:v>
                </c:pt>
                <c:pt idx="481">
                  <c:v>2.405</c:v>
                </c:pt>
                <c:pt idx="482">
                  <c:v>2.41</c:v>
                </c:pt>
                <c:pt idx="483">
                  <c:v>2.415</c:v>
                </c:pt>
                <c:pt idx="484">
                  <c:v>2.42</c:v>
                </c:pt>
                <c:pt idx="485">
                  <c:v>2.425</c:v>
                </c:pt>
                <c:pt idx="486">
                  <c:v>2.43</c:v>
                </c:pt>
                <c:pt idx="487">
                  <c:v>2.435</c:v>
                </c:pt>
                <c:pt idx="488">
                  <c:v>2.44</c:v>
                </c:pt>
                <c:pt idx="489">
                  <c:v>2.445</c:v>
                </c:pt>
                <c:pt idx="490">
                  <c:v>2.45</c:v>
                </c:pt>
                <c:pt idx="491">
                  <c:v>2.455</c:v>
                </c:pt>
                <c:pt idx="492">
                  <c:v>2.46</c:v>
                </c:pt>
                <c:pt idx="493">
                  <c:v>2.465</c:v>
                </c:pt>
                <c:pt idx="494">
                  <c:v>2.47</c:v>
                </c:pt>
                <c:pt idx="495">
                  <c:v>2.475</c:v>
                </c:pt>
                <c:pt idx="496">
                  <c:v>2.48</c:v>
                </c:pt>
                <c:pt idx="497">
                  <c:v>2.485</c:v>
                </c:pt>
                <c:pt idx="498">
                  <c:v>2.49</c:v>
                </c:pt>
                <c:pt idx="499">
                  <c:v>2.495</c:v>
                </c:pt>
                <c:pt idx="500">
                  <c:v>2.5</c:v>
                </c:pt>
                <c:pt idx="501">
                  <c:v>2.505</c:v>
                </c:pt>
                <c:pt idx="502">
                  <c:v>2.51</c:v>
                </c:pt>
                <c:pt idx="503">
                  <c:v>2.515</c:v>
                </c:pt>
                <c:pt idx="504">
                  <c:v>2.52</c:v>
                </c:pt>
                <c:pt idx="505">
                  <c:v>2.525</c:v>
                </c:pt>
                <c:pt idx="506">
                  <c:v>2.53</c:v>
                </c:pt>
                <c:pt idx="507">
                  <c:v>2.535</c:v>
                </c:pt>
                <c:pt idx="508">
                  <c:v>2.54</c:v>
                </c:pt>
                <c:pt idx="509">
                  <c:v>2.545</c:v>
                </c:pt>
                <c:pt idx="510">
                  <c:v>2.55</c:v>
                </c:pt>
                <c:pt idx="511">
                  <c:v>2.555</c:v>
                </c:pt>
                <c:pt idx="512">
                  <c:v>2.56</c:v>
                </c:pt>
                <c:pt idx="513">
                  <c:v>2.565</c:v>
                </c:pt>
                <c:pt idx="514">
                  <c:v>2.57</c:v>
                </c:pt>
                <c:pt idx="515">
                  <c:v>2.575</c:v>
                </c:pt>
                <c:pt idx="516">
                  <c:v>2.58</c:v>
                </c:pt>
                <c:pt idx="517">
                  <c:v>2.585</c:v>
                </c:pt>
                <c:pt idx="518">
                  <c:v>2.59</c:v>
                </c:pt>
                <c:pt idx="519">
                  <c:v>2.595</c:v>
                </c:pt>
                <c:pt idx="520">
                  <c:v>2.6</c:v>
                </c:pt>
                <c:pt idx="521">
                  <c:v>2.605</c:v>
                </c:pt>
                <c:pt idx="522">
                  <c:v>2.61</c:v>
                </c:pt>
                <c:pt idx="523">
                  <c:v>2.615</c:v>
                </c:pt>
                <c:pt idx="524">
                  <c:v>2.62</c:v>
                </c:pt>
                <c:pt idx="525">
                  <c:v>2.625</c:v>
                </c:pt>
                <c:pt idx="526">
                  <c:v>2.63</c:v>
                </c:pt>
                <c:pt idx="527">
                  <c:v>2.635</c:v>
                </c:pt>
                <c:pt idx="528">
                  <c:v>2.64</c:v>
                </c:pt>
                <c:pt idx="529">
                  <c:v>2.645</c:v>
                </c:pt>
                <c:pt idx="530">
                  <c:v>2.65</c:v>
                </c:pt>
                <c:pt idx="531">
                  <c:v>2.655</c:v>
                </c:pt>
                <c:pt idx="532">
                  <c:v>2.66</c:v>
                </c:pt>
                <c:pt idx="533">
                  <c:v>2.665</c:v>
                </c:pt>
                <c:pt idx="534">
                  <c:v>2.67</c:v>
                </c:pt>
                <c:pt idx="535">
                  <c:v>2.675</c:v>
                </c:pt>
                <c:pt idx="536">
                  <c:v>2.68</c:v>
                </c:pt>
                <c:pt idx="537">
                  <c:v>2.685</c:v>
                </c:pt>
                <c:pt idx="538">
                  <c:v>2.69</c:v>
                </c:pt>
                <c:pt idx="539">
                  <c:v>2.695</c:v>
                </c:pt>
                <c:pt idx="540">
                  <c:v>2.7</c:v>
                </c:pt>
                <c:pt idx="541">
                  <c:v>2.705</c:v>
                </c:pt>
                <c:pt idx="542">
                  <c:v>2.71</c:v>
                </c:pt>
                <c:pt idx="543">
                  <c:v>2.715</c:v>
                </c:pt>
                <c:pt idx="544">
                  <c:v>2.72</c:v>
                </c:pt>
                <c:pt idx="545">
                  <c:v>2.725</c:v>
                </c:pt>
                <c:pt idx="546">
                  <c:v>2.73</c:v>
                </c:pt>
                <c:pt idx="547">
                  <c:v>2.735</c:v>
                </c:pt>
                <c:pt idx="548">
                  <c:v>2.74</c:v>
                </c:pt>
                <c:pt idx="549">
                  <c:v>2.745</c:v>
                </c:pt>
                <c:pt idx="550">
                  <c:v>2.75</c:v>
                </c:pt>
                <c:pt idx="551">
                  <c:v>2.755</c:v>
                </c:pt>
                <c:pt idx="552">
                  <c:v>2.76</c:v>
                </c:pt>
                <c:pt idx="553">
                  <c:v>2.765</c:v>
                </c:pt>
                <c:pt idx="554">
                  <c:v>2.77</c:v>
                </c:pt>
                <c:pt idx="555">
                  <c:v>2.775</c:v>
                </c:pt>
                <c:pt idx="556">
                  <c:v>2.78</c:v>
                </c:pt>
                <c:pt idx="557">
                  <c:v>2.785</c:v>
                </c:pt>
                <c:pt idx="558">
                  <c:v>2.79</c:v>
                </c:pt>
                <c:pt idx="559">
                  <c:v>2.795</c:v>
                </c:pt>
                <c:pt idx="560">
                  <c:v>2.8</c:v>
                </c:pt>
                <c:pt idx="561">
                  <c:v>2.805</c:v>
                </c:pt>
                <c:pt idx="562">
                  <c:v>2.81</c:v>
                </c:pt>
                <c:pt idx="563">
                  <c:v>2.815</c:v>
                </c:pt>
                <c:pt idx="564">
                  <c:v>2.82</c:v>
                </c:pt>
                <c:pt idx="565">
                  <c:v>2.825</c:v>
                </c:pt>
                <c:pt idx="566">
                  <c:v>2.83</c:v>
                </c:pt>
                <c:pt idx="567">
                  <c:v>2.835</c:v>
                </c:pt>
                <c:pt idx="568">
                  <c:v>2.84</c:v>
                </c:pt>
                <c:pt idx="569">
                  <c:v>2.845</c:v>
                </c:pt>
                <c:pt idx="570">
                  <c:v>2.85</c:v>
                </c:pt>
                <c:pt idx="571">
                  <c:v>2.855</c:v>
                </c:pt>
                <c:pt idx="572">
                  <c:v>2.86</c:v>
                </c:pt>
                <c:pt idx="573">
                  <c:v>2.865</c:v>
                </c:pt>
                <c:pt idx="574">
                  <c:v>2.87</c:v>
                </c:pt>
                <c:pt idx="575">
                  <c:v>2.875</c:v>
                </c:pt>
                <c:pt idx="576">
                  <c:v>2.88</c:v>
                </c:pt>
                <c:pt idx="577">
                  <c:v>2.885</c:v>
                </c:pt>
                <c:pt idx="578">
                  <c:v>2.89</c:v>
                </c:pt>
                <c:pt idx="579">
                  <c:v>2.895</c:v>
                </c:pt>
                <c:pt idx="580">
                  <c:v>2.9</c:v>
                </c:pt>
                <c:pt idx="581">
                  <c:v>2.905</c:v>
                </c:pt>
                <c:pt idx="582">
                  <c:v>2.91</c:v>
                </c:pt>
                <c:pt idx="583">
                  <c:v>2.915</c:v>
                </c:pt>
                <c:pt idx="584">
                  <c:v>2.92</c:v>
                </c:pt>
                <c:pt idx="585">
                  <c:v>2.925</c:v>
                </c:pt>
                <c:pt idx="586">
                  <c:v>2.93</c:v>
                </c:pt>
                <c:pt idx="587">
                  <c:v>2.935</c:v>
                </c:pt>
                <c:pt idx="588">
                  <c:v>2.94</c:v>
                </c:pt>
                <c:pt idx="589">
                  <c:v>2.945</c:v>
                </c:pt>
                <c:pt idx="590">
                  <c:v>2.95</c:v>
                </c:pt>
                <c:pt idx="591">
                  <c:v>2.955</c:v>
                </c:pt>
                <c:pt idx="592">
                  <c:v>2.96</c:v>
                </c:pt>
                <c:pt idx="593">
                  <c:v>2.965</c:v>
                </c:pt>
                <c:pt idx="594">
                  <c:v>2.97</c:v>
                </c:pt>
                <c:pt idx="595">
                  <c:v>2.975</c:v>
                </c:pt>
                <c:pt idx="596">
                  <c:v>2.98</c:v>
                </c:pt>
                <c:pt idx="597">
                  <c:v>2.985</c:v>
                </c:pt>
                <c:pt idx="598">
                  <c:v>2.99</c:v>
                </c:pt>
                <c:pt idx="599">
                  <c:v>2.995</c:v>
                </c:pt>
                <c:pt idx="600">
                  <c:v>3</c:v>
                </c:pt>
                <c:pt idx="601">
                  <c:v>3.005</c:v>
                </c:pt>
                <c:pt idx="602">
                  <c:v>3.01</c:v>
                </c:pt>
                <c:pt idx="603">
                  <c:v>3.015</c:v>
                </c:pt>
                <c:pt idx="604">
                  <c:v>3.02</c:v>
                </c:pt>
                <c:pt idx="605">
                  <c:v>3.025</c:v>
                </c:pt>
                <c:pt idx="606">
                  <c:v>3.03</c:v>
                </c:pt>
                <c:pt idx="607">
                  <c:v>3.035</c:v>
                </c:pt>
                <c:pt idx="608">
                  <c:v>3.04</c:v>
                </c:pt>
                <c:pt idx="609">
                  <c:v>3.045</c:v>
                </c:pt>
                <c:pt idx="610">
                  <c:v>3.05</c:v>
                </c:pt>
                <c:pt idx="611">
                  <c:v>3.055</c:v>
                </c:pt>
                <c:pt idx="612">
                  <c:v>3.06</c:v>
                </c:pt>
                <c:pt idx="613">
                  <c:v>3.065</c:v>
                </c:pt>
                <c:pt idx="614">
                  <c:v>3.07</c:v>
                </c:pt>
                <c:pt idx="615">
                  <c:v>3.075</c:v>
                </c:pt>
                <c:pt idx="616">
                  <c:v>3.08</c:v>
                </c:pt>
                <c:pt idx="617">
                  <c:v>3.085</c:v>
                </c:pt>
                <c:pt idx="618">
                  <c:v>3.09</c:v>
                </c:pt>
                <c:pt idx="619">
                  <c:v>3.095</c:v>
                </c:pt>
                <c:pt idx="620">
                  <c:v>3.1</c:v>
                </c:pt>
                <c:pt idx="621">
                  <c:v>3.105</c:v>
                </c:pt>
                <c:pt idx="622">
                  <c:v>3.11</c:v>
                </c:pt>
                <c:pt idx="623">
                  <c:v>3.115</c:v>
                </c:pt>
                <c:pt idx="624">
                  <c:v>3.12</c:v>
                </c:pt>
                <c:pt idx="625">
                  <c:v>3.125</c:v>
                </c:pt>
                <c:pt idx="626">
                  <c:v>3.13</c:v>
                </c:pt>
                <c:pt idx="627">
                  <c:v>3.135</c:v>
                </c:pt>
                <c:pt idx="628">
                  <c:v>3.14</c:v>
                </c:pt>
                <c:pt idx="629">
                  <c:v>3.145</c:v>
                </c:pt>
                <c:pt idx="630">
                  <c:v>3.15</c:v>
                </c:pt>
                <c:pt idx="631">
                  <c:v>3.155</c:v>
                </c:pt>
                <c:pt idx="632">
                  <c:v>3.16</c:v>
                </c:pt>
                <c:pt idx="633">
                  <c:v>3.165</c:v>
                </c:pt>
                <c:pt idx="634">
                  <c:v>3.17</c:v>
                </c:pt>
                <c:pt idx="635">
                  <c:v>3.175</c:v>
                </c:pt>
                <c:pt idx="636">
                  <c:v>3.18</c:v>
                </c:pt>
                <c:pt idx="637">
                  <c:v>3.185</c:v>
                </c:pt>
                <c:pt idx="638">
                  <c:v>3.19</c:v>
                </c:pt>
                <c:pt idx="639">
                  <c:v>3.195</c:v>
                </c:pt>
                <c:pt idx="640">
                  <c:v>3.2</c:v>
                </c:pt>
                <c:pt idx="641">
                  <c:v>3.205</c:v>
                </c:pt>
                <c:pt idx="642">
                  <c:v>3.21</c:v>
                </c:pt>
                <c:pt idx="643">
                  <c:v>3.215</c:v>
                </c:pt>
                <c:pt idx="644">
                  <c:v>3.22</c:v>
                </c:pt>
                <c:pt idx="645">
                  <c:v>3.225</c:v>
                </c:pt>
                <c:pt idx="646">
                  <c:v>3.23</c:v>
                </c:pt>
                <c:pt idx="647">
                  <c:v>3.235</c:v>
                </c:pt>
                <c:pt idx="648">
                  <c:v>3.24</c:v>
                </c:pt>
                <c:pt idx="649">
                  <c:v>3.245</c:v>
                </c:pt>
                <c:pt idx="650">
                  <c:v>3.25</c:v>
                </c:pt>
                <c:pt idx="651">
                  <c:v>3.255</c:v>
                </c:pt>
                <c:pt idx="652">
                  <c:v>3.26</c:v>
                </c:pt>
                <c:pt idx="653">
                  <c:v>3.265</c:v>
                </c:pt>
                <c:pt idx="654">
                  <c:v>3.27</c:v>
                </c:pt>
                <c:pt idx="655">
                  <c:v>3.275</c:v>
                </c:pt>
                <c:pt idx="656">
                  <c:v>3.28</c:v>
                </c:pt>
                <c:pt idx="657">
                  <c:v>3.285</c:v>
                </c:pt>
                <c:pt idx="658">
                  <c:v>3.29</c:v>
                </c:pt>
                <c:pt idx="659">
                  <c:v>3.295</c:v>
                </c:pt>
                <c:pt idx="660">
                  <c:v>3.3</c:v>
                </c:pt>
                <c:pt idx="661">
                  <c:v>3.305</c:v>
                </c:pt>
                <c:pt idx="662">
                  <c:v>3.31</c:v>
                </c:pt>
                <c:pt idx="663">
                  <c:v>3.315</c:v>
                </c:pt>
                <c:pt idx="664">
                  <c:v>3.32</c:v>
                </c:pt>
                <c:pt idx="665">
                  <c:v>3.325</c:v>
                </c:pt>
                <c:pt idx="666">
                  <c:v>3.33</c:v>
                </c:pt>
                <c:pt idx="667">
                  <c:v>3.335</c:v>
                </c:pt>
                <c:pt idx="668">
                  <c:v>3.34</c:v>
                </c:pt>
                <c:pt idx="669">
                  <c:v>3.345</c:v>
                </c:pt>
                <c:pt idx="670">
                  <c:v>3.35</c:v>
                </c:pt>
                <c:pt idx="671">
                  <c:v>3.355</c:v>
                </c:pt>
                <c:pt idx="672">
                  <c:v>3.36</c:v>
                </c:pt>
                <c:pt idx="673">
                  <c:v>3.365</c:v>
                </c:pt>
                <c:pt idx="674">
                  <c:v>3.37</c:v>
                </c:pt>
                <c:pt idx="675">
                  <c:v>3.375</c:v>
                </c:pt>
                <c:pt idx="676">
                  <c:v>3.38</c:v>
                </c:pt>
                <c:pt idx="677">
                  <c:v>3.385</c:v>
                </c:pt>
                <c:pt idx="678">
                  <c:v>3.39</c:v>
                </c:pt>
                <c:pt idx="679">
                  <c:v>3.395</c:v>
                </c:pt>
                <c:pt idx="680">
                  <c:v>3.4</c:v>
                </c:pt>
                <c:pt idx="681">
                  <c:v>3.405</c:v>
                </c:pt>
                <c:pt idx="682">
                  <c:v>3.41</c:v>
                </c:pt>
                <c:pt idx="683">
                  <c:v>3.415</c:v>
                </c:pt>
                <c:pt idx="684">
                  <c:v>3.42</c:v>
                </c:pt>
                <c:pt idx="685">
                  <c:v>3.425</c:v>
                </c:pt>
                <c:pt idx="686">
                  <c:v>3.43</c:v>
                </c:pt>
                <c:pt idx="687">
                  <c:v>3.435</c:v>
                </c:pt>
                <c:pt idx="688">
                  <c:v>3.44</c:v>
                </c:pt>
                <c:pt idx="689">
                  <c:v>3.445</c:v>
                </c:pt>
                <c:pt idx="690">
                  <c:v>3.45</c:v>
                </c:pt>
                <c:pt idx="691">
                  <c:v>3.455</c:v>
                </c:pt>
                <c:pt idx="692">
                  <c:v>3.46</c:v>
                </c:pt>
                <c:pt idx="693">
                  <c:v>3.465</c:v>
                </c:pt>
                <c:pt idx="694">
                  <c:v>3.47</c:v>
                </c:pt>
                <c:pt idx="695">
                  <c:v>3.475</c:v>
                </c:pt>
                <c:pt idx="696">
                  <c:v>3.48</c:v>
                </c:pt>
                <c:pt idx="697">
                  <c:v>3.485</c:v>
                </c:pt>
                <c:pt idx="698">
                  <c:v>3.49</c:v>
                </c:pt>
                <c:pt idx="699">
                  <c:v>3.495</c:v>
                </c:pt>
                <c:pt idx="700">
                  <c:v>3.5</c:v>
                </c:pt>
                <c:pt idx="701">
                  <c:v>3.505</c:v>
                </c:pt>
                <c:pt idx="702">
                  <c:v>3.51</c:v>
                </c:pt>
                <c:pt idx="703">
                  <c:v>3.515</c:v>
                </c:pt>
                <c:pt idx="704">
                  <c:v>3.52</c:v>
                </c:pt>
                <c:pt idx="705">
                  <c:v>3.525</c:v>
                </c:pt>
                <c:pt idx="706">
                  <c:v>3.53</c:v>
                </c:pt>
                <c:pt idx="707">
                  <c:v>3.535</c:v>
                </c:pt>
                <c:pt idx="708">
                  <c:v>3.54</c:v>
                </c:pt>
                <c:pt idx="709">
                  <c:v>3.545</c:v>
                </c:pt>
                <c:pt idx="710">
                  <c:v>3.55</c:v>
                </c:pt>
                <c:pt idx="711">
                  <c:v>3.555</c:v>
                </c:pt>
                <c:pt idx="712">
                  <c:v>3.56</c:v>
                </c:pt>
                <c:pt idx="713">
                  <c:v>3.565</c:v>
                </c:pt>
                <c:pt idx="714">
                  <c:v>3.57</c:v>
                </c:pt>
                <c:pt idx="715">
                  <c:v>3.575</c:v>
                </c:pt>
                <c:pt idx="716">
                  <c:v>3.58</c:v>
                </c:pt>
                <c:pt idx="717">
                  <c:v>3.585</c:v>
                </c:pt>
                <c:pt idx="718">
                  <c:v>3.59</c:v>
                </c:pt>
                <c:pt idx="719">
                  <c:v>3.595</c:v>
                </c:pt>
                <c:pt idx="720">
                  <c:v>3.6</c:v>
                </c:pt>
                <c:pt idx="721">
                  <c:v>3.605</c:v>
                </c:pt>
                <c:pt idx="722">
                  <c:v>3.61</c:v>
                </c:pt>
                <c:pt idx="723">
                  <c:v>3.615</c:v>
                </c:pt>
                <c:pt idx="724">
                  <c:v>3.62</c:v>
                </c:pt>
                <c:pt idx="725">
                  <c:v>3.625</c:v>
                </c:pt>
                <c:pt idx="726">
                  <c:v>3.63</c:v>
                </c:pt>
                <c:pt idx="727">
                  <c:v>3.635</c:v>
                </c:pt>
                <c:pt idx="728">
                  <c:v>3.64</c:v>
                </c:pt>
                <c:pt idx="729">
                  <c:v>3.645</c:v>
                </c:pt>
                <c:pt idx="730">
                  <c:v>3.65</c:v>
                </c:pt>
                <c:pt idx="731">
                  <c:v>3.655</c:v>
                </c:pt>
                <c:pt idx="732">
                  <c:v>3.66</c:v>
                </c:pt>
                <c:pt idx="733">
                  <c:v>3.665</c:v>
                </c:pt>
                <c:pt idx="734">
                  <c:v>3.67</c:v>
                </c:pt>
                <c:pt idx="735">
                  <c:v>3.675</c:v>
                </c:pt>
                <c:pt idx="736">
                  <c:v>3.68</c:v>
                </c:pt>
                <c:pt idx="737">
                  <c:v>3.685</c:v>
                </c:pt>
                <c:pt idx="738">
                  <c:v>3.69</c:v>
                </c:pt>
                <c:pt idx="739">
                  <c:v>3.695</c:v>
                </c:pt>
                <c:pt idx="740">
                  <c:v>3.7</c:v>
                </c:pt>
                <c:pt idx="741">
                  <c:v>3.705</c:v>
                </c:pt>
                <c:pt idx="742">
                  <c:v>3.71</c:v>
                </c:pt>
                <c:pt idx="743">
                  <c:v>3.715</c:v>
                </c:pt>
                <c:pt idx="744">
                  <c:v>3.72</c:v>
                </c:pt>
                <c:pt idx="745">
                  <c:v>3.725</c:v>
                </c:pt>
                <c:pt idx="746">
                  <c:v>3.73</c:v>
                </c:pt>
                <c:pt idx="747">
                  <c:v>3.735</c:v>
                </c:pt>
                <c:pt idx="748">
                  <c:v>3.74</c:v>
                </c:pt>
                <c:pt idx="749">
                  <c:v>3.745</c:v>
                </c:pt>
                <c:pt idx="750">
                  <c:v>3.75</c:v>
                </c:pt>
                <c:pt idx="751">
                  <c:v>3.755</c:v>
                </c:pt>
                <c:pt idx="752">
                  <c:v>3.76</c:v>
                </c:pt>
                <c:pt idx="753">
                  <c:v>3.765</c:v>
                </c:pt>
                <c:pt idx="754">
                  <c:v>3.77</c:v>
                </c:pt>
                <c:pt idx="755">
                  <c:v>3.775</c:v>
                </c:pt>
                <c:pt idx="756">
                  <c:v>3.78</c:v>
                </c:pt>
                <c:pt idx="757">
                  <c:v>3.785</c:v>
                </c:pt>
                <c:pt idx="758">
                  <c:v>3.79</c:v>
                </c:pt>
                <c:pt idx="759">
                  <c:v>3.795</c:v>
                </c:pt>
                <c:pt idx="760">
                  <c:v>3.8</c:v>
                </c:pt>
                <c:pt idx="761">
                  <c:v>3.805</c:v>
                </c:pt>
                <c:pt idx="762">
                  <c:v>3.81</c:v>
                </c:pt>
                <c:pt idx="763">
                  <c:v>3.815</c:v>
                </c:pt>
                <c:pt idx="764">
                  <c:v>3.82</c:v>
                </c:pt>
                <c:pt idx="765">
                  <c:v>3.825</c:v>
                </c:pt>
                <c:pt idx="766">
                  <c:v>3.83</c:v>
                </c:pt>
                <c:pt idx="767">
                  <c:v>3.835</c:v>
                </c:pt>
                <c:pt idx="768">
                  <c:v>3.84</c:v>
                </c:pt>
                <c:pt idx="769">
                  <c:v>3.845</c:v>
                </c:pt>
                <c:pt idx="770">
                  <c:v>3.85</c:v>
                </c:pt>
                <c:pt idx="771">
                  <c:v>3.855</c:v>
                </c:pt>
                <c:pt idx="772">
                  <c:v>3.86</c:v>
                </c:pt>
                <c:pt idx="773">
                  <c:v>3.865</c:v>
                </c:pt>
                <c:pt idx="774">
                  <c:v>3.87</c:v>
                </c:pt>
                <c:pt idx="775">
                  <c:v>3.875</c:v>
                </c:pt>
                <c:pt idx="776">
                  <c:v>3.88</c:v>
                </c:pt>
                <c:pt idx="777">
                  <c:v>3.885</c:v>
                </c:pt>
                <c:pt idx="778">
                  <c:v>3.89</c:v>
                </c:pt>
                <c:pt idx="779">
                  <c:v>3.895</c:v>
                </c:pt>
                <c:pt idx="780">
                  <c:v>3.9</c:v>
                </c:pt>
                <c:pt idx="781">
                  <c:v>3.905</c:v>
                </c:pt>
                <c:pt idx="782">
                  <c:v>3.91</c:v>
                </c:pt>
                <c:pt idx="783">
                  <c:v>3.915</c:v>
                </c:pt>
                <c:pt idx="784">
                  <c:v>3.92</c:v>
                </c:pt>
                <c:pt idx="785">
                  <c:v>3.925</c:v>
                </c:pt>
                <c:pt idx="786">
                  <c:v>3.93</c:v>
                </c:pt>
                <c:pt idx="787">
                  <c:v>3.935</c:v>
                </c:pt>
                <c:pt idx="788">
                  <c:v>3.94</c:v>
                </c:pt>
                <c:pt idx="789">
                  <c:v>3.945</c:v>
                </c:pt>
                <c:pt idx="790">
                  <c:v>3.95</c:v>
                </c:pt>
                <c:pt idx="791">
                  <c:v>3.955</c:v>
                </c:pt>
                <c:pt idx="792">
                  <c:v>3.96</c:v>
                </c:pt>
                <c:pt idx="793">
                  <c:v>3.965</c:v>
                </c:pt>
                <c:pt idx="794">
                  <c:v>3.97</c:v>
                </c:pt>
                <c:pt idx="795">
                  <c:v>3.975</c:v>
                </c:pt>
                <c:pt idx="796">
                  <c:v>3.98</c:v>
                </c:pt>
                <c:pt idx="797">
                  <c:v>3.985</c:v>
                </c:pt>
                <c:pt idx="798">
                  <c:v>3.99</c:v>
                </c:pt>
                <c:pt idx="799">
                  <c:v>3.995</c:v>
                </c:pt>
                <c:pt idx="800">
                  <c:v>4</c:v>
                </c:pt>
                <c:pt idx="801">
                  <c:v>4.005</c:v>
                </c:pt>
                <c:pt idx="802">
                  <c:v>4.01</c:v>
                </c:pt>
                <c:pt idx="803">
                  <c:v>4.015</c:v>
                </c:pt>
                <c:pt idx="804">
                  <c:v>4.02</c:v>
                </c:pt>
                <c:pt idx="805">
                  <c:v>4.025</c:v>
                </c:pt>
                <c:pt idx="806">
                  <c:v>4.03</c:v>
                </c:pt>
                <c:pt idx="807">
                  <c:v>4.035</c:v>
                </c:pt>
                <c:pt idx="808">
                  <c:v>4.04</c:v>
                </c:pt>
                <c:pt idx="809">
                  <c:v>4.045</c:v>
                </c:pt>
                <c:pt idx="810">
                  <c:v>4.05</c:v>
                </c:pt>
                <c:pt idx="811">
                  <c:v>4.055</c:v>
                </c:pt>
                <c:pt idx="812">
                  <c:v>4.06</c:v>
                </c:pt>
                <c:pt idx="813">
                  <c:v>4.065</c:v>
                </c:pt>
                <c:pt idx="814">
                  <c:v>4.07</c:v>
                </c:pt>
                <c:pt idx="815">
                  <c:v>4.075</c:v>
                </c:pt>
                <c:pt idx="816">
                  <c:v>4.08</c:v>
                </c:pt>
                <c:pt idx="817">
                  <c:v>4.085</c:v>
                </c:pt>
                <c:pt idx="818">
                  <c:v>4.09</c:v>
                </c:pt>
                <c:pt idx="819">
                  <c:v>4.095</c:v>
                </c:pt>
                <c:pt idx="820">
                  <c:v>4.1</c:v>
                </c:pt>
                <c:pt idx="821">
                  <c:v>4.105</c:v>
                </c:pt>
                <c:pt idx="822">
                  <c:v>4.11</c:v>
                </c:pt>
                <c:pt idx="823">
                  <c:v>4.115</c:v>
                </c:pt>
                <c:pt idx="824">
                  <c:v>4.12</c:v>
                </c:pt>
                <c:pt idx="825">
                  <c:v>4.125</c:v>
                </c:pt>
                <c:pt idx="826">
                  <c:v>4.13</c:v>
                </c:pt>
                <c:pt idx="827">
                  <c:v>4.135</c:v>
                </c:pt>
                <c:pt idx="828">
                  <c:v>4.14</c:v>
                </c:pt>
                <c:pt idx="829">
                  <c:v>4.145</c:v>
                </c:pt>
                <c:pt idx="830">
                  <c:v>4.15</c:v>
                </c:pt>
                <c:pt idx="831">
                  <c:v>4.155</c:v>
                </c:pt>
                <c:pt idx="832">
                  <c:v>4.16</c:v>
                </c:pt>
                <c:pt idx="833">
                  <c:v>4.165</c:v>
                </c:pt>
                <c:pt idx="834">
                  <c:v>4.17</c:v>
                </c:pt>
                <c:pt idx="835">
                  <c:v>4.175</c:v>
                </c:pt>
                <c:pt idx="836">
                  <c:v>4.18</c:v>
                </c:pt>
                <c:pt idx="837">
                  <c:v>4.185</c:v>
                </c:pt>
                <c:pt idx="838">
                  <c:v>4.19</c:v>
                </c:pt>
                <c:pt idx="839">
                  <c:v>4.195</c:v>
                </c:pt>
                <c:pt idx="840">
                  <c:v>4.2</c:v>
                </c:pt>
                <c:pt idx="841">
                  <c:v>4.205</c:v>
                </c:pt>
                <c:pt idx="842">
                  <c:v>4.21</c:v>
                </c:pt>
                <c:pt idx="843">
                  <c:v>4.215</c:v>
                </c:pt>
                <c:pt idx="844">
                  <c:v>4.22</c:v>
                </c:pt>
                <c:pt idx="845">
                  <c:v>4.225</c:v>
                </c:pt>
                <c:pt idx="846">
                  <c:v>4.23</c:v>
                </c:pt>
                <c:pt idx="847">
                  <c:v>4.235</c:v>
                </c:pt>
                <c:pt idx="848">
                  <c:v>4.24</c:v>
                </c:pt>
                <c:pt idx="849">
                  <c:v>4.245</c:v>
                </c:pt>
                <c:pt idx="850">
                  <c:v>4.25</c:v>
                </c:pt>
                <c:pt idx="851">
                  <c:v>4.255</c:v>
                </c:pt>
                <c:pt idx="852">
                  <c:v>4.26</c:v>
                </c:pt>
                <c:pt idx="853">
                  <c:v>4.265</c:v>
                </c:pt>
                <c:pt idx="854">
                  <c:v>4.27</c:v>
                </c:pt>
                <c:pt idx="855">
                  <c:v>4.275</c:v>
                </c:pt>
                <c:pt idx="856">
                  <c:v>4.28</c:v>
                </c:pt>
                <c:pt idx="857">
                  <c:v>4.285</c:v>
                </c:pt>
                <c:pt idx="858">
                  <c:v>4.29</c:v>
                </c:pt>
                <c:pt idx="859">
                  <c:v>4.295</c:v>
                </c:pt>
                <c:pt idx="860">
                  <c:v>4.3</c:v>
                </c:pt>
                <c:pt idx="861">
                  <c:v>4.305</c:v>
                </c:pt>
                <c:pt idx="862">
                  <c:v>4.31</c:v>
                </c:pt>
                <c:pt idx="863">
                  <c:v>4.315</c:v>
                </c:pt>
                <c:pt idx="864">
                  <c:v>4.32</c:v>
                </c:pt>
                <c:pt idx="865">
                  <c:v>4.325</c:v>
                </c:pt>
                <c:pt idx="866">
                  <c:v>4.33</c:v>
                </c:pt>
                <c:pt idx="867">
                  <c:v>4.335</c:v>
                </c:pt>
                <c:pt idx="868">
                  <c:v>4.34</c:v>
                </c:pt>
                <c:pt idx="869">
                  <c:v>4.345</c:v>
                </c:pt>
                <c:pt idx="870">
                  <c:v>4.35</c:v>
                </c:pt>
                <c:pt idx="871">
                  <c:v>4.355</c:v>
                </c:pt>
                <c:pt idx="872">
                  <c:v>4.36</c:v>
                </c:pt>
                <c:pt idx="873">
                  <c:v>4.365</c:v>
                </c:pt>
                <c:pt idx="874">
                  <c:v>4.37</c:v>
                </c:pt>
                <c:pt idx="875">
                  <c:v>4.375</c:v>
                </c:pt>
                <c:pt idx="876">
                  <c:v>4.38</c:v>
                </c:pt>
                <c:pt idx="877">
                  <c:v>4.385</c:v>
                </c:pt>
                <c:pt idx="878">
                  <c:v>4.39</c:v>
                </c:pt>
                <c:pt idx="879">
                  <c:v>4.395</c:v>
                </c:pt>
                <c:pt idx="880">
                  <c:v>4.4</c:v>
                </c:pt>
                <c:pt idx="881">
                  <c:v>4.405</c:v>
                </c:pt>
                <c:pt idx="882">
                  <c:v>4.41</c:v>
                </c:pt>
                <c:pt idx="883">
                  <c:v>4.415</c:v>
                </c:pt>
                <c:pt idx="884">
                  <c:v>4.42</c:v>
                </c:pt>
                <c:pt idx="885">
                  <c:v>4.425</c:v>
                </c:pt>
                <c:pt idx="886">
                  <c:v>4.43</c:v>
                </c:pt>
                <c:pt idx="887">
                  <c:v>4.435</c:v>
                </c:pt>
                <c:pt idx="888">
                  <c:v>4.44</c:v>
                </c:pt>
                <c:pt idx="889">
                  <c:v>4.445</c:v>
                </c:pt>
                <c:pt idx="890">
                  <c:v>4.45</c:v>
                </c:pt>
                <c:pt idx="891">
                  <c:v>4.455</c:v>
                </c:pt>
                <c:pt idx="892">
                  <c:v>4.46</c:v>
                </c:pt>
                <c:pt idx="893">
                  <c:v>4.465</c:v>
                </c:pt>
                <c:pt idx="894">
                  <c:v>4.47</c:v>
                </c:pt>
                <c:pt idx="895">
                  <c:v>4.475</c:v>
                </c:pt>
                <c:pt idx="896">
                  <c:v>4.48</c:v>
                </c:pt>
                <c:pt idx="897">
                  <c:v>4.485</c:v>
                </c:pt>
                <c:pt idx="898">
                  <c:v>4.49</c:v>
                </c:pt>
                <c:pt idx="899">
                  <c:v>4.495</c:v>
                </c:pt>
                <c:pt idx="900">
                  <c:v>4.5</c:v>
                </c:pt>
                <c:pt idx="901">
                  <c:v>4.505</c:v>
                </c:pt>
                <c:pt idx="902">
                  <c:v>4.51</c:v>
                </c:pt>
                <c:pt idx="903">
                  <c:v>4.515</c:v>
                </c:pt>
                <c:pt idx="904">
                  <c:v>4.52</c:v>
                </c:pt>
                <c:pt idx="905">
                  <c:v>4.525</c:v>
                </c:pt>
                <c:pt idx="906">
                  <c:v>4.53</c:v>
                </c:pt>
                <c:pt idx="907">
                  <c:v>4.535</c:v>
                </c:pt>
                <c:pt idx="908">
                  <c:v>4.54</c:v>
                </c:pt>
                <c:pt idx="909">
                  <c:v>4.545</c:v>
                </c:pt>
                <c:pt idx="910">
                  <c:v>4.55</c:v>
                </c:pt>
                <c:pt idx="911">
                  <c:v>4.555</c:v>
                </c:pt>
                <c:pt idx="912">
                  <c:v>4.56</c:v>
                </c:pt>
                <c:pt idx="913">
                  <c:v>4.565</c:v>
                </c:pt>
                <c:pt idx="914">
                  <c:v>4.57</c:v>
                </c:pt>
                <c:pt idx="915">
                  <c:v>4.575</c:v>
                </c:pt>
                <c:pt idx="916">
                  <c:v>4.58</c:v>
                </c:pt>
                <c:pt idx="917">
                  <c:v>4.585</c:v>
                </c:pt>
                <c:pt idx="918">
                  <c:v>4.59</c:v>
                </c:pt>
                <c:pt idx="919">
                  <c:v>4.595</c:v>
                </c:pt>
                <c:pt idx="920">
                  <c:v>4.6</c:v>
                </c:pt>
                <c:pt idx="921">
                  <c:v>4.605</c:v>
                </c:pt>
                <c:pt idx="922">
                  <c:v>4.61</c:v>
                </c:pt>
                <c:pt idx="923">
                  <c:v>4.615</c:v>
                </c:pt>
                <c:pt idx="924">
                  <c:v>4.62</c:v>
                </c:pt>
                <c:pt idx="925">
                  <c:v>4.625</c:v>
                </c:pt>
                <c:pt idx="926">
                  <c:v>4.63</c:v>
                </c:pt>
                <c:pt idx="927">
                  <c:v>4.635</c:v>
                </c:pt>
                <c:pt idx="928">
                  <c:v>4.64</c:v>
                </c:pt>
                <c:pt idx="929">
                  <c:v>4.645</c:v>
                </c:pt>
                <c:pt idx="930">
                  <c:v>4.65</c:v>
                </c:pt>
                <c:pt idx="931">
                  <c:v>4.655</c:v>
                </c:pt>
                <c:pt idx="932">
                  <c:v>4.66</c:v>
                </c:pt>
                <c:pt idx="933">
                  <c:v>4.665</c:v>
                </c:pt>
                <c:pt idx="934">
                  <c:v>4.67</c:v>
                </c:pt>
                <c:pt idx="935">
                  <c:v>4.675</c:v>
                </c:pt>
                <c:pt idx="936">
                  <c:v>4.68</c:v>
                </c:pt>
                <c:pt idx="937">
                  <c:v>4.685</c:v>
                </c:pt>
                <c:pt idx="938">
                  <c:v>4.69</c:v>
                </c:pt>
                <c:pt idx="939">
                  <c:v>4.695</c:v>
                </c:pt>
                <c:pt idx="940">
                  <c:v>4.7</c:v>
                </c:pt>
                <c:pt idx="941">
                  <c:v>4.705</c:v>
                </c:pt>
                <c:pt idx="942">
                  <c:v>4.71</c:v>
                </c:pt>
                <c:pt idx="943">
                  <c:v>4.715</c:v>
                </c:pt>
                <c:pt idx="944">
                  <c:v>4.72</c:v>
                </c:pt>
                <c:pt idx="945">
                  <c:v>4.725</c:v>
                </c:pt>
                <c:pt idx="946">
                  <c:v>4.73</c:v>
                </c:pt>
                <c:pt idx="947">
                  <c:v>4.735</c:v>
                </c:pt>
                <c:pt idx="948">
                  <c:v>4.74</c:v>
                </c:pt>
                <c:pt idx="949">
                  <c:v>4.745</c:v>
                </c:pt>
                <c:pt idx="950">
                  <c:v>4.75</c:v>
                </c:pt>
                <c:pt idx="951">
                  <c:v>4.755</c:v>
                </c:pt>
                <c:pt idx="952">
                  <c:v>4.76</c:v>
                </c:pt>
                <c:pt idx="953">
                  <c:v>4.765</c:v>
                </c:pt>
                <c:pt idx="954">
                  <c:v>4.77</c:v>
                </c:pt>
                <c:pt idx="955">
                  <c:v>4.775</c:v>
                </c:pt>
                <c:pt idx="956">
                  <c:v>4.78</c:v>
                </c:pt>
                <c:pt idx="957">
                  <c:v>4.785</c:v>
                </c:pt>
                <c:pt idx="958">
                  <c:v>4.79</c:v>
                </c:pt>
                <c:pt idx="959">
                  <c:v>4.795</c:v>
                </c:pt>
                <c:pt idx="960">
                  <c:v>4.8</c:v>
                </c:pt>
                <c:pt idx="961">
                  <c:v>4.805</c:v>
                </c:pt>
                <c:pt idx="962">
                  <c:v>4.81</c:v>
                </c:pt>
                <c:pt idx="963">
                  <c:v>4.815</c:v>
                </c:pt>
                <c:pt idx="964">
                  <c:v>4.82</c:v>
                </c:pt>
                <c:pt idx="965">
                  <c:v>4.825</c:v>
                </c:pt>
                <c:pt idx="966">
                  <c:v>4.83</c:v>
                </c:pt>
                <c:pt idx="967">
                  <c:v>4.835</c:v>
                </c:pt>
                <c:pt idx="968">
                  <c:v>4.84</c:v>
                </c:pt>
                <c:pt idx="969">
                  <c:v>4.845</c:v>
                </c:pt>
                <c:pt idx="970">
                  <c:v>4.85</c:v>
                </c:pt>
                <c:pt idx="971">
                  <c:v>4.855</c:v>
                </c:pt>
                <c:pt idx="972">
                  <c:v>4.86</c:v>
                </c:pt>
                <c:pt idx="973">
                  <c:v>4.865</c:v>
                </c:pt>
                <c:pt idx="974">
                  <c:v>4.87</c:v>
                </c:pt>
                <c:pt idx="975">
                  <c:v>4.875</c:v>
                </c:pt>
                <c:pt idx="976">
                  <c:v>4.88</c:v>
                </c:pt>
                <c:pt idx="977">
                  <c:v>4.885</c:v>
                </c:pt>
                <c:pt idx="978">
                  <c:v>4.89</c:v>
                </c:pt>
                <c:pt idx="979">
                  <c:v>4.895</c:v>
                </c:pt>
                <c:pt idx="980">
                  <c:v>4.9</c:v>
                </c:pt>
                <c:pt idx="981">
                  <c:v>4.905</c:v>
                </c:pt>
                <c:pt idx="982">
                  <c:v>4.91</c:v>
                </c:pt>
                <c:pt idx="983">
                  <c:v>4.915</c:v>
                </c:pt>
                <c:pt idx="984">
                  <c:v>4.92</c:v>
                </c:pt>
                <c:pt idx="985">
                  <c:v>4.925</c:v>
                </c:pt>
                <c:pt idx="986">
                  <c:v>4.93</c:v>
                </c:pt>
                <c:pt idx="987">
                  <c:v>4.935</c:v>
                </c:pt>
                <c:pt idx="988">
                  <c:v>4.94</c:v>
                </c:pt>
                <c:pt idx="989">
                  <c:v>4.945</c:v>
                </c:pt>
                <c:pt idx="990">
                  <c:v>4.95</c:v>
                </c:pt>
                <c:pt idx="991">
                  <c:v>4.955</c:v>
                </c:pt>
                <c:pt idx="992">
                  <c:v>4.96</c:v>
                </c:pt>
                <c:pt idx="993">
                  <c:v>4.965</c:v>
                </c:pt>
                <c:pt idx="994">
                  <c:v>4.97</c:v>
                </c:pt>
                <c:pt idx="995">
                  <c:v>4.975</c:v>
                </c:pt>
                <c:pt idx="996">
                  <c:v>4.98</c:v>
                </c:pt>
                <c:pt idx="997">
                  <c:v>4.985</c:v>
                </c:pt>
                <c:pt idx="998">
                  <c:v>4.99</c:v>
                </c:pt>
                <c:pt idx="999">
                  <c:v>4.995</c:v>
                </c:pt>
                <c:pt idx="1000">
                  <c:v>5</c:v>
                </c:pt>
                <c:pt idx="1001">
                  <c:v>5.005</c:v>
                </c:pt>
                <c:pt idx="1002">
                  <c:v>5.01</c:v>
                </c:pt>
                <c:pt idx="1003">
                  <c:v>5.015</c:v>
                </c:pt>
                <c:pt idx="1004">
                  <c:v>5.02</c:v>
                </c:pt>
                <c:pt idx="1005">
                  <c:v>5.025</c:v>
                </c:pt>
                <c:pt idx="1006">
                  <c:v>5.03</c:v>
                </c:pt>
                <c:pt idx="1007">
                  <c:v>5.035</c:v>
                </c:pt>
                <c:pt idx="1008">
                  <c:v>5.04</c:v>
                </c:pt>
                <c:pt idx="1009">
                  <c:v>5.045</c:v>
                </c:pt>
                <c:pt idx="1010">
                  <c:v>5.05</c:v>
                </c:pt>
                <c:pt idx="1011">
                  <c:v>5.055</c:v>
                </c:pt>
                <c:pt idx="1012">
                  <c:v>5.06</c:v>
                </c:pt>
                <c:pt idx="1013">
                  <c:v>5.065</c:v>
                </c:pt>
                <c:pt idx="1014">
                  <c:v>5.07</c:v>
                </c:pt>
                <c:pt idx="1015">
                  <c:v>5.075</c:v>
                </c:pt>
                <c:pt idx="1016">
                  <c:v>5.08</c:v>
                </c:pt>
                <c:pt idx="1017">
                  <c:v>5.085</c:v>
                </c:pt>
                <c:pt idx="1018">
                  <c:v>5.09</c:v>
                </c:pt>
                <c:pt idx="1019">
                  <c:v>5.095</c:v>
                </c:pt>
                <c:pt idx="1020">
                  <c:v>5.1</c:v>
                </c:pt>
                <c:pt idx="1021">
                  <c:v>5.105</c:v>
                </c:pt>
                <c:pt idx="1022">
                  <c:v>5.11</c:v>
                </c:pt>
                <c:pt idx="1023">
                  <c:v>5.115</c:v>
                </c:pt>
                <c:pt idx="1024">
                  <c:v>5.12</c:v>
                </c:pt>
                <c:pt idx="1025">
                  <c:v>5.125</c:v>
                </c:pt>
                <c:pt idx="1026">
                  <c:v>5.13</c:v>
                </c:pt>
                <c:pt idx="1027">
                  <c:v>5.135</c:v>
                </c:pt>
                <c:pt idx="1028">
                  <c:v>5.14</c:v>
                </c:pt>
                <c:pt idx="1029">
                  <c:v>5.145</c:v>
                </c:pt>
                <c:pt idx="1030">
                  <c:v>5.15</c:v>
                </c:pt>
                <c:pt idx="1031">
                  <c:v>5.155</c:v>
                </c:pt>
                <c:pt idx="1032">
                  <c:v>5.16</c:v>
                </c:pt>
                <c:pt idx="1033">
                  <c:v>5.165</c:v>
                </c:pt>
                <c:pt idx="1034">
                  <c:v>5.17</c:v>
                </c:pt>
                <c:pt idx="1035">
                  <c:v>5.175</c:v>
                </c:pt>
                <c:pt idx="1036">
                  <c:v>5.18</c:v>
                </c:pt>
                <c:pt idx="1037">
                  <c:v>5.185</c:v>
                </c:pt>
                <c:pt idx="1038">
                  <c:v>5.19</c:v>
                </c:pt>
                <c:pt idx="1039">
                  <c:v>5.195</c:v>
                </c:pt>
                <c:pt idx="1040">
                  <c:v>5.2</c:v>
                </c:pt>
                <c:pt idx="1041">
                  <c:v>5.205</c:v>
                </c:pt>
                <c:pt idx="1042">
                  <c:v>5.21</c:v>
                </c:pt>
                <c:pt idx="1043">
                  <c:v>5.215</c:v>
                </c:pt>
                <c:pt idx="1044">
                  <c:v>5.22</c:v>
                </c:pt>
                <c:pt idx="1045">
                  <c:v>5.225</c:v>
                </c:pt>
                <c:pt idx="1046">
                  <c:v>5.23</c:v>
                </c:pt>
                <c:pt idx="1047">
                  <c:v>5.235</c:v>
                </c:pt>
                <c:pt idx="1048">
                  <c:v>5.24</c:v>
                </c:pt>
                <c:pt idx="1049">
                  <c:v>5.245</c:v>
                </c:pt>
                <c:pt idx="1050">
                  <c:v>5.25</c:v>
                </c:pt>
                <c:pt idx="1051">
                  <c:v>5.255</c:v>
                </c:pt>
                <c:pt idx="1052">
                  <c:v>5.26</c:v>
                </c:pt>
                <c:pt idx="1053">
                  <c:v>5.265</c:v>
                </c:pt>
                <c:pt idx="1054">
                  <c:v>5.27</c:v>
                </c:pt>
                <c:pt idx="1055">
                  <c:v>5.275</c:v>
                </c:pt>
                <c:pt idx="1056">
                  <c:v>5.28</c:v>
                </c:pt>
                <c:pt idx="1057">
                  <c:v>5.285</c:v>
                </c:pt>
                <c:pt idx="1058">
                  <c:v>5.29</c:v>
                </c:pt>
                <c:pt idx="1059">
                  <c:v>5.295</c:v>
                </c:pt>
                <c:pt idx="1060">
                  <c:v>5.3</c:v>
                </c:pt>
                <c:pt idx="1061">
                  <c:v>5.305</c:v>
                </c:pt>
                <c:pt idx="1062">
                  <c:v>5.31</c:v>
                </c:pt>
                <c:pt idx="1063">
                  <c:v>5.315</c:v>
                </c:pt>
                <c:pt idx="1064">
                  <c:v>5.32</c:v>
                </c:pt>
                <c:pt idx="1065">
                  <c:v>5.325</c:v>
                </c:pt>
                <c:pt idx="1066">
                  <c:v>5.33</c:v>
                </c:pt>
                <c:pt idx="1067">
                  <c:v>5.335</c:v>
                </c:pt>
                <c:pt idx="1068">
                  <c:v>5.34</c:v>
                </c:pt>
                <c:pt idx="1069">
                  <c:v>5.345</c:v>
                </c:pt>
                <c:pt idx="1070">
                  <c:v>5.35</c:v>
                </c:pt>
                <c:pt idx="1071">
                  <c:v>5.355</c:v>
                </c:pt>
                <c:pt idx="1072">
                  <c:v>5.36</c:v>
                </c:pt>
                <c:pt idx="1073">
                  <c:v>5.365</c:v>
                </c:pt>
                <c:pt idx="1074">
                  <c:v>5.37</c:v>
                </c:pt>
                <c:pt idx="1075">
                  <c:v>5.375</c:v>
                </c:pt>
                <c:pt idx="1076">
                  <c:v>5.38</c:v>
                </c:pt>
                <c:pt idx="1077">
                  <c:v>5.385</c:v>
                </c:pt>
                <c:pt idx="1078">
                  <c:v>5.39</c:v>
                </c:pt>
                <c:pt idx="1079">
                  <c:v>5.395</c:v>
                </c:pt>
                <c:pt idx="1080">
                  <c:v>5.4</c:v>
                </c:pt>
                <c:pt idx="1081">
                  <c:v>5.405</c:v>
                </c:pt>
                <c:pt idx="1082">
                  <c:v>5.41</c:v>
                </c:pt>
                <c:pt idx="1083">
                  <c:v>5.415</c:v>
                </c:pt>
                <c:pt idx="1084">
                  <c:v>5.42</c:v>
                </c:pt>
                <c:pt idx="1085">
                  <c:v>5.425</c:v>
                </c:pt>
                <c:pt idx="1086">
                  <c:v>5.43</c:v>
                </c:pt>
                <c:pt idx="1087">
                  <c:v>5.435</c:v>
                </c:pt>
                <c:pt idx="1088">
                  <c:v>5.44</c:v>
                </c:pt>
                <c:pt idx="1089">
                  <c:v>5.445</c:v>
                </c:pt>
                <c:pt idx="1090">
                  <c:v>5.45</c:v>
                </c:pt>
                <c:pt idx="1091">
                  <c:v>5.455</c:v>
                </c:pt>
                <c:pt idx="1092">
                  <c:v>5.46</c:v>
                </c:pt>
                <c:pt idx="1093">
                  <c:v>5.465</c:v>
                </c:pt>
                <c:pt idx="1094">
                  <c:v>5.47</c:v>
                </c:pt>
                <c:pt idx="1095">
                  <c:v>5.475</c:v>
                </c:pt>
                <c:pt idx="1096">
                  <c:v>5.48</c:v>
                </c:pt>
                <c:pt idx="1097">
                  <c:v>5.485</c:v>
                </c:pt>
                <c:pt idx="1098">
                  <c:v>5.49</c:v>
                </c:pt>
                <c:pt idx="1099">
                  <c:v>5.495</c:v>
                </c:pt>
                <c:pt idx="1100">
                  <c:v>5.5</c:v>
                </c:pt>
                <c:pt idx="1101">
                  <c:v>5.505</c:v>
                </c:pt>
                <c:pt idx="1102">
                  <c:v>5.51</c:v>
                </c:pt>
                <c:pt idx="1103">
                  <c:v>5.515</c:v>
                </c:pt>
                <c:pt idx="1104">
                  <c:v>5.52</c:v>
                </c:pt>
                <c:pt idx="1105">
                  <c:v>5.525</c:v>
                </c:pt>
                <c:pt idx="1106">
                  <c:v>5.53</c:v>
                </c:pt>
                <c:pt idx="1107">
                  <c:v>5.535</c:v>
                </c:pt>
                <c:pt idx="1108">
                  <c:v>5.54</c:v>
                </c:pt>
                <c:pt idx="1109">
                  <c:v>5.545</c:v>
                </c:pt>
                <c:pt idx="1110">
                  <c:v>5.55</c:v>
                </c:pt>
                <c:pt idx="1111">
                  <c:v>5.555</c:v>
                </c:pt>
                <c:pt idx="1112">
                  <c:v>5.56</c:v>
                </c:pt>
                <c:pt idx="1113">
                  <c:v>5.565</c:v>
                </c:pt>
                <c:pt idx="1114">
                  <c:v>5.57</c:v>
                </c:pt>
                <c:pt idx="1115">
                  <c:v>5.575</c:v>
                </c:pt>
                <c:pt idx="1116">
                  <c:v>5.58</c:v>
                </c:pt>
                <c:pt idx="1117">
                  <c:v>5.585</c:v>
                </c:pt>
                <c:pt idx="1118">
                  <c:v>5.59</c:v>
                </c:pt>
                <c:pt idx="1119">
                  <c:v>5.595</c:v>
                </c:pt>
                <c:pt idx="1120">
                  <c:v>5.6</c:v>
                </c:pt>
                <c:pt idx="1121">
                  <c:v>5.605</c:v>
                </c:pt>
                <c:pt idx="1122">
                  <c:v>5.61</c:v>
                </c:pt>
                <c:pt idx="1123">
                  <c:v>5.615</c:v>
                </c:pt>
                <c:pt idx="1124">
                  <c:v>5.62</c:v>
                </c:pt>
                <c:pt idx="1125">
                  <c:v>5.625</c:v>
                </c:pt>
                <c:pt idx="1126">
                  <c:v>5.63</c:v>
                </c:pt>
                <c:pt idx="1127">
                  <c:v>5.635</c:v>
                </c:pt>
                <c:pt idx="1128">
                  <c:v>5.64</c:v>
                </c:pt>
                <c:pt idx="1129">
                  <c:v>5.645</c:v>
                </c:pt>
                <c:pt idx="1130">
                  <c:v>5.65</c:v>
                </c:pt>
                <c:pt idx="1131">
                  <c:v>5.655</c:v>
                </c:pt>
                <c:pt idx="1132">
                  <c:v>5.66</c:v>
                </c:pt>
                <c:pt idx="1133">
                  <c:v>5.665</c:v>
                </c:pt>
                <c:pt idx="1134">
                  <c:v>5.67</c:v>
                </c:pt>
                <c:pt idx="1135">
                  <c:v>5.675</c:v>
                </c:pt>
                <c:pt idx="1136">
                  <c:v>5.68</c:v>
                </c:pt>
                <c:pt idx="1137">
                  <c:v>5.685</c:v>
                </c:pt>
                <c:pt idx="1138">
                  <c:v>5.69</c:v>
                </c:pt>
                <c:pt idx="1139">
                  <c:v>5.695</c:v>
                </c:pt>
                <c:pt idx="1140">
                  <c:v>5.7</c:v>
                </c:pt>
                <c:pt idx="1141">
                  <c:v>5.705</c:v>
                </c:pt>
                <c:pt idx="1142">
                  <c:v>5.71</c:v>
                </c:pt>
                <c:pt idx="1143">
                  <c:v>5.715</c:v>
                </c:pt>
                <c:pt idx="1144">
                  <c:v>5.72</c:v>
                </c:pt>
                <c:pt idx="1145">
                  <c:v>5.725</c:v>
                </c:pt>
                <c:pt idx="1146">
                  <c:v>5.73</c:v>
                </c:pt>
                <c:pt idx="1147">
                  <c:v>5.735</c:v>
                </c:pt>
                <c:pt idx="1148">
                  <c:v>5.74</c:v>
                </c:pt>
                <c:pt idx="1149">
                  <c:v>5.745</c:v>
                </c:pt>
                <c:pt idx="1150">
                  <c:v>5.75</c:v>
                </c:pt>
                <c:pt idx="1151">
                  <c:v>5.755</c:v>
                </c:pt>
                <c:pt idx="1152">
                  <c:v>5.76</c:v>
                </c:pt>
                <c:pt idx="1153">
                  <c:v>5.765</c:v>
                </c:pt>
                <c:pt idx="1154">
                  <c:v>5.77</c:v>
                </c:pt>
                <c:pt idx="1155">
                  <c:v>5.775</c:v>
                </c:pt>
                <c:pt idx="1156">
                  <c:v>5.78</c:v>
                </c:pt>
                <c:pt idx="1157">
                  <c:v>5.785</c:v>
                </c:pt>
                <c:pt idx="1158">
                  <c:v>5.79</c:v>
                </c:pt>
                <c:pt idx="1159">
                  <c:v>5.795</c:v>
                </c:pt>
                <c:pt idx="1160">
                  <c:v>5.8</c:v>
                </c:pt>
                <c:pt idx="1161">
                  <c:v>5.805</c:v>
                </c:pt>
                <c:pt idx="1162">
                  <c:v>5.81</c:v>
                </c:pt>
                <c:pt idx="1163">
                  <c:v>5.815</c:v>
                </c:pt>
                <c:pt idx="1164">
                  <c:v>5.82</c:v>
                </c:pt>
                <c:pt idx="1165">
                  <c:v>5.825</c:v>
                </c:pt>
                <c:pt idx="1166">
                  <c:v>5.83</c:v>
                </c:pt>
                <c:pt idx="1167">
                  <c:v>5.835</c:v>
                </c:pt>
                <c:pt idx="1168">
                  <c:v>5.84</c:v>
                </c:pt>
                <c:pt idx="1169">
                  <c:v>5.845</c:v>
                </c:pt>
                <c:pt idx="1170">
                  <c:v>5.85</c:v>
                </c:pt>
                <c:pt idx="1171">
                  <c:v>5.855</c:v>
                </c:pt>
                <c:pt idx="1172">
                  <c:v>5.86</c:v>
                </c:pt>
                <c:pt idx="1173">
                  <c:v>5.865</c:v>
                </c:pt>
                <c:pt idx="1174">
                  <c:v>5.87</c:v>
                </c:pt>
                <c:pt idx="1175">
                  <c:v>5.875</c:v>
                </c:pt>
                <c:pt idx="1176">
                  <c:v>5.88</c:v>
                </c:pt>
                <c:pt idx="1177">
                  <c:v>5.885</c:v>
                </c:pt>
                <c:pt idx="1178">
                  <c:v>5.89</c:v>
                </c:pt>
                <c:pt idx="1179">
                  <c:v>5.895</c:v>
                </c:pt>
                <c:pt idx="1180">
                  <c:v>5.9</c:v>
                </c:pt>
                <c:pt idx="1181">
                  <c:v>5.905</c:v>
                </c:pt>
                <c:pt idx="1182">
                  <c:v>5.91</c:v>
                </c:pt>
                <c:pt idx="1183">
                  <c:v>5.915</c:v>
                </c:pt>
                <c:pt idx="1184">
                  <c:v>5.92</c:v>
                </c:pt>
                <c:pt idx="1185">
                  <c:v>5.925</c:v>
                </c:pt>
                <c:pt idx="1186">
                  <c:v>5.93</c:v>
                </c:pt>
                <c:pt idx="1187">
                  <c:v>5.935</c:v>
                </c:pt>
                <c:pt idx="1188">
                  <c:v>5.94</c:v>
                </c:pt>
                <c:pt idx="1189">
                  <c:v>5.945</c:v>
                </c:pt>
                <c:pt idx="1190">
                  <c:v>5.95</c:v>
                </c:pt>
                <c:pt idx="1191">
                  <c:v>5.955</c:v>
                </c:pt>
                <c:pt idx="1192">
                  <c:v>5.96</c:v>
                </c:pt>
                <c:pt idx="1193">
                  <c:v>5.965</c:v>
                </c:pt>
                <c:pt idx="1194">
                  <c:v>5.97</c:v>
                </c:pt>
                <c:pt idx="1195">
                  <c:v>5.975</c:v>
                </c:pt>
                <c:pt idx="1196">
                  <c:v>5.98</c:v>
                </c:pt>
                <c:pt idx="1197">
                  <c:v>5.985</c:v>
                </c:pt>
                <c:pt idx="1198">
                  <c:v>5.99</c:v>
                </c:pt>
                <c:pt idx="1199">
                  <c:v>5.995</c:v>
                </c:pt>
                <c:pt idx="1200">
                  <c:v>6</c:v>
                </c:pt>
                <c:pt idx="1201">
                  <c:v>6.005</c:v>
                </c:pt>
                <c:pt idx="1202">
                  <c:v>6.01</c:v>
                </c:pt>
                <c:pt idx="1203">
                  <c:v>6.015</c:v>
                </c:pt>
                <c:pt idx="1204">
                  <c:v>6.02</c:v>
                </c:pt>
                <c:pt idx="1205">
                  <c:v>6.025</c:v>
                </c:pt>
                <c:pt idx="1206">
                  <c:v>6.03</c:v>
                </c:pt>
                <c:pt idx="1207">
                  <c:v>6.035</c:v>
                </c:pt>
                <c:pt idx="1208">
                  <c:v>6.04</c:v>
                </c:pt>
                <c:pt idx="1209">
                  <c:v>6.045</c:v>
                </c:pt>
                <c:pt idx="1210">
                  <c:v>6.05</c:v>
                </c:pt>
                <c:pt idx="1211">
                  <c:v>6.055</c:v>
                </c:pt>
                <c:pt idx="1212">
                  <c:v>6.06</c:v>
                </c:pt>
                <c:pt idx="1213">
                  <c:v>6.065</c:v>
                </c:pt>
                <c:pt idx="1214">
                  <c:v>6.07</c:v>
                </c:pt>
                <c:pt idx="1215">
                  <c:v>6.075</c:v>
                </c:pt>
                <c:pt idx="1216">
                  <c:v>6.08</c:v>
                </c:pt>
                <c:pt idx="1217">
                  <c:v>6.085</c:v>
                </c:pt>
                <c:pt idx="1218">
                  <c:v>6.09</c:v>
                </c:pt>
                <c:pt idx="1219">
                  <c:v>6.095</c:v>
                </c:pt>
                <c:pt idx="1220">
                  <c:v>6.1</c:v>
                </c:pt>
                <c:pt idx="1221">
                  <c:v>6.105</c:v>
                </c:pt>
                <c:pt idx="1222">
                  <c:v>6.11</c:v>
                </c:pt>
                <c:pt idx="1223">
                  <c:v>6.115</c:v>
                </c:pt>
                <c:pt idx="1224">
                  <c:v>6.12</c:v>
                </c:pt>
                <c:pt idx="1225">
                  <c:v>6.125</c:v>
                </c:pt>
                <c:pt idx="1226">
                  <c:v>6.13</c:v>
                </c:pt>
                <c:pt idx="1227">
                  <c:v>6.135</c:v>
                </c:pt>
                <c:pt idx="1228">
                  <c:v>6.14</c:v>
                </c:pt>
                <c:pt idx="1229">
                  <c:v>6.145</c:v>
                </c:pt>
                <c:pt idx="1230">
                  <c:v>6.15</c:v>
                </c:pt>
                <c:pt idx="1231">
                  <c:v>6.155</c:v>
                </c:pt>
                <c:pt idx="1232">
                  <c:v>6.16</c:v>
                </c:pt>
                <c:pt idx="1233">
                  <c:v>6.165</c:v>
                </c:pt>
                <c:pt idx="1234">
                  <c:v>6.17</c:v>
                </c:pt>
                <c:pt idx="1235">
                  <c:v>6.175</c:v>
                </c:pt>
                <c:pt idx="1236">
                  <c:v>6.18</c:v>
                </c:pt>
                <c:pt idx="1237">
                  <c:v>6.185</c:v>
                </c:pt>
                <c:pt idx="1238">
                  <c:v>6.19</c:v>
                </c:pt>
                <c:pt idx="1239">
                  <c:v>6.195</c:v>
                </c:pt>
                <c:pt idx="1240">
                  <c:v>6.2</c:v>
                </c:pt>
                <c:pt idx="1241">
                  <c:v>6.205</c:v>
                </c:pt>
                <c:pt idx="1242">
                  <c:v>6.21</c:v>
                </c:pt>
                <c:pt idx="1243">
                  <c:v>6.215</c:v>
                </c:pt>
                <c:pt idx="1244">
                  <c:v>6.22</c:v>
                </c:pt>
                <c:pt idx="1245">
                  <c:v>6.225</c:v>
                </c:pt>
                <c:pt idx="1246">
                  <c:v>6.23</c:v>
                </c:pt>
                <c:pt idx="1247">
                  <c:v>6.235</c:v>
                </c:pt>
                <c:pt idx="1248">
                  <c:v>6.24</c:v>
                </c:pt>
                <c:pt idx="1249">
                  <c:v>6.245</c:v>
                </c:pt>
                <c:pt idx="1250">
                  <c:v>6.25</c:v>
                </c:pt>
                <c:pt idx="1251">
                  <c:v>6.255</c:v>
                </c:pt>
                <c:pt idx="1252">
                  <c:v>6.26</c:v>
                </c:pt>
                <c:pt idx="1253">
                  <c:v>6.265</c:v>
                </c:pt>
                <c:pt idx="1254">
                  <c:v>6.27</c:v>
                </c:pt>
                <c:pt idx="1255">
                  <c:v>6.275</c:v>
                </c:pt>
                <c:pt idx="1256">
                  <c:v>6.28</c:v>
                </c:pt>
                <c:pt idx="1257">
                  <c:v>6.285</c:v>
                </c:pt>
                <c:pt idx="1258">
                  <c:v>6.29</c:v>
                </c:pt>
                <c:pt idx="1259">
                  <c:v>6.295</c:v>
                </c:pt>
                <c:pt idx="1260">
                  <c:v>6.3</c:v>
                </c:pt>
                <c:pt idx="1261">
                  <c:v>6.305</c:v>
                </c:pt>
                <c:pt idx="1262">
                  <c:v>6.31</c:v>
                </c:pt>
                <c:pt idx="1263">
                  <c:v>6.315</c:v>
                </c:pt>
                <c:pt idx="1264">
                  <c:v>6.32</c:v>
                </c:pt>
                <c:pt idx="1265">
                  <c:v>6.325</c:v>
                </c:pt>
                <c:pt idx="1266">
                  <c:v>6.33</c:v>
                </c:pt>
                <c:pt idx="1267">
                  <c:v>6.335</c:v>
                </c:pt>
                <c:pt idx="1268">
                  <c:v>6.34</c:v>
                </c:pt>
                <c:pt idx="1269">
                  <c:v>6.345</c:v>
                </c:pt>
                <c:pt idx="1270">
                  <c:v>6.35</c:v>
                </c:pt>
                <c:pt idx="1271">
                  <c:v>6.355</c:v>
                </c:pt>
                <c:pt idx="1272">
                  <c:v>6.36</c:v>
                </c:pt>
                <c:pt idx="1273">
                  <c:v>6.365</c:v>
                </c:pt>
                <c:pt idx="1274">
                  <c:v>6.37</c:v>
                </c:pt>
                <c:pt idx="1275">
                  <c:v>6.375</c:v>
                </c:pt>
                <c:pt idx="1276">
                  <c:v>6.38</c:v>
                </c:pt>
                <c:pt idx="1277">
                  <c:v>6.385</c:v>
                </c:pt>
                <c:pt idx="1278">
                  <c:v>6.39</c:v>
                </c:pt>
                <c:pt idx="1279">
                  <c:v>6.395</c:v>
                </c:pt>
                <c:pt idx="1280">
                  <c:v>6.4</c:v>
                </c:pt>
                <c:pt idx="1281">
                  <c:v>6.405</c:v>
                </c:pt>
                <c:pt idx="1282">
                  <c:v>6.41</c:v>
                </c:pt>
                <c:pt idx="1283">
                  <c:v>6.415</c:v>
                </c:pt>
                <c:pt idx="1284">
                  <c:v>6.42</c:v>
                </c:pt>
                <c:pt idx="1285">
                  <c:v>6.425</c:v>
                </c:pt>
                <c:pt idx="1286">
                  <c:v>6.43</c:v>
                </c:pt>
                <c:pt idx="1287">
                  <c:v>6.435</c:v>
                </c:pt>
                <c:pt idx="1288">
                  <c:v>6.44</c:v>
                </c:pt>
                <c:pt idx="1289">
                  <c:v>6.445</c:v>
                </c:pt>
                <c:pt idx="1290">
                  <c:v>6.45</c:v>
                </c:pt>
                <c:pt idx="1291">
                  <c:v>6.455</c:v>
                </c:pt>
                <c:pt idx="1292">
                  <c:v>6.46</c:v>
                </c:pt>
                <c:pt idx="1293">
                  <c:v>6.465</c:v>
                </c:pt>
                <c:pt idx="1294">
                  <c:v>6.47</c:v>
                </c:pt>
                <c:pt idx="1295">
                  <c:v>6.475</c:v>
                </c:pt>
                <c:pt idx="1296">
                  <c:v>6.48</c:v>
                </c:pt>
                <c:pt idx="1297">
                  <c:v>6.485</c:v>
                </c:pt>
                <c:pt idx="1298">
                  <c:v>6.49</c:v>
                </c:pt>
                <c:pt idx="1299">
                  <c:v>6.495</c:v>
                </c:pt>
                <c:pt idx="1300">
                  <c:v>6.5</c:v>
                </c:pt>
                <c:pt idx="1301">
                  <c:v>6.505</c:v>
                </c:pt>
                <c:pt idx="1302">
                  <c:v>6.51</c:v>
                </c:pt>
                <c:pt idx="1303">
                  <c:v>6.515</c:v>
                </c:pt>
                <c:pt idx="1304">
                  <c:v>6.52</c:v>
                </c:pt>
                <c:pt idx="1305">
                  <c:v>6.525</c:v>
                </c:pt>
                <c:pt idx="1306">
                  <c:v>6.53</c:v>
                </c:pt>
                <c:pt idx="1307">
                  <c:v>6.535</c:v>
                </c:pt>
                <c:pt idx="1308">
                  <c:v>6.54</c:v>
                </c:pt>
                <c:pt idx="1309">
                  <c:v>6.545</c:v>
                </c:pt>
                <c:pt idx="1310">
                  <c:v>6.55</c:v>
                </c:pt>
                <c:pt idx="1311">
                  <c:v>6.555</c:v>
                </c:pt>
                <c:pt idx="1312">
                  <c:v>6.56</c:v>
                </c:pt>
                <c:pt idx="1313">
                  <c:v>6.565</c:v>
                </c:pt>
                <c:pt idx="1314">
                  <c:v>6.57</c:v>
                </c:pt>
                <c:pt idx="1315">
                  <c:v>6.575</c:v>
                </c:pt>
                <c:pt idx="1316">
                  <c:v>6.58</c:v>
                </c:pt>
                <c:pt idx="1317">
                  <c:v>6.585</c:v>
                </c:pt>
                <c:pt idx="1318">
                  <c:v>6.59</c:v>
                </c:pt>
                <c:pt idx="1319">
                  <c:v>6.595</c:v>
                </c:pt>
                <c:pt idx="1320">
                  <c:v>6.6</c:v>
                </c:pt>
                <c:pt idx="1321">
                  <c:v>6.605</c:v>
                </c:pt>
                <c:pt idx="1322">
                  <c:v>6.61</c:v>
                </c:pt>
                <c:pt idx="1323">
                  <c:v>6.615</c:v>
                </c:pt>
                <c:pt idx="1324">
                  <c:v>6.62</c:v>
                </c:pt>
                <c:pt idx="1325">
                  <c:v>6.625</c:v>
                </c:pt>
                <c:pt idx="1326">
                  <c:v>6.63</c:v>
                </c:pt>
                <c:pt idx="1327">
                  <c:v>6.635</c:v>
                </c:pt>
                <c:pt idx="1328">
                  <c:v>6.64</c:v>
                </c:pt>
                <c:pt idx="1329">
                  <c:v>6.645</c:v>
                </c:pt>
                <c:pt idx="1330">
                  <c:v>6.65</c:v>
                </c:pt>
                <c:pt idx="1331">
                  <c:v>6.655</c:v>
                </c:pt>
                <c:pt idx="1332">
                  <c:v>6.66</c:v>
                </c:pt>
                <c:pt idx="1333">
                  <c:v>6.665</c:v>
                </c:pt>
                <c:pt idx="1334">
                  <c:v>6.67</c:v>
                </c:pt>
                <c:pt idx="1335">
                  <c:v>6.675</c:v>
                </c:pt>
                <c:pt idx="1336">
                  <c:v>6.68</c:v>
                </c:pt>
                <c:pt idx="1337">
                  <c:v>6.685</c:v>
                </c:pt>
                <c:pt idx="1338">
                  <c:v>6.69</c:v>
                </c:pt>
                <c:pt idx="1339">
                  <c:v>6.695</c:v>
                </c:pt>
                <c:pt idx="1340">
                  <c:v>6.7</c:v>
                </c:pt>
                <c:pt idx="1341">
                  <c:v>6.705</c:v>
                </c:pt>
                <c:pt idx="1342">
                  <c:v>6.71</c:v>
                </c:pt>
                <c:pt idx="1343">
                  <c:v>6.715</c:v>
                </c:pt>
                <c:pt idx="1344">
                  <c:v>6.72</c:v>
                </c:pt>
                <c:pt idx="1345">
                  <c:v>6.725</c:v>
                </c:pt>
                <c:pt idx="1346">
                  <c:v>6.73</c:v>
                </c:pt>
                <c:pt idx="1347">
                  <c:v>6.735</c:v>
                </c:pt>
                <c:pt idx="1348">
                  <c:v>6.74</c:v>
                </c:pt>
                <c:pt idx="1349">
                  <c:v>6.745</c:v>
                </c:pt>
                <c:pt idx="1350">
                  <c:v>6.75</c:v>
                </c:pt>
                <c:pt idx="1351">
                  <c:v>6.755</c:v>
                </c:pt>
                <c:pt idx="1352">
                  <c:v>6.76</c:v>
                </c:pt>
                <c:pt idx="1353">
                  <c:v>6.765</c:v>
                </c:pt>
                <c:pt idx="1354">
                  <c:v>6.77</c:v>
                </c:pt>
                <c:pt idx="1355">
                  <c:v>6.775</c:v>
                </c:pt>
                <c:pt idx="1356">
                  <c:v>6.78</c:v>
                </c:pt>
                <c:pt idx="1357">
                  <c:v>6.785</c:v>
                </c:pt>
                <c:pt idx="1358">
                  <c:v>6.79</c:v>
                </c:pt>
                <c:pt idx="1359">
                  <c:v>6.795</c:v>
                </c:pt>
                <c:pt idx="1360">
                  <c:v>6.8</c:v>
                </c:pt>
                <c:pt idx="1361">
                  <c:v>6.805</c:v>
                </c:pt>
                <c:pt idx="1362">
                  <c:v>6.81</c:v>
                </c:pt>
                <c:pt idx="1363">
                  <c:v>6.815</c:v>
                </c:pt>
                <c:pt idx="1364">
                  <c:v>6.82</c:v>
                </c:pt>
                <c:pt idx="1365">
                  <c:v>6.825</c:v>
                </c:pt>
                <c:pt idx="1366">
                  <c:v>6.83</c:v>
                </c:pt>
                <c:pt idx="1367">
                  <c:v>6.835</c:v>
                </c:pt>
                <c:pt idx="1368">
                  <c:v>6.84</c:v>
                </c:pt>
                <c:pt idx="1369">
                  <c:v>6.845</c:v>
                </c:pt>
                <c:pt idx="1370">
                  <c:v>6.85</c:v>
                </c:pt>
                <c:pt idx="1371">
                  <c:v>6.855</c:v>
                </c:pt>
                <c:pt idx="1372">
                  <c:v>6.86</c:v>
                </c:pt>
                <c:pt idx="1373">
                  <c:v>6.865</c:v>
                </c:pt>
                <c:pt idx="1374">
                  <c:v>6.87</c:v>
                </c:pt>
                <c:pt idx="1375">
                  <c:v>6.875</c:v>
                </c:pt>
                <c:pt idx="1376">
                  <c:v>6.88</c:v>
                </c:pt>
                <c:pt idx="1377">
                  <c:v>6.885</c:v>
                </c:pt>
                <c:pt idx="1378">
                  <c:v>6.89</c:v>
                </c:pt>
                <c:pt idx="1379">
                  <c:v>6.895</c:v>
                </c:pt>
                <c:pt idx="1380">
                  <c:v>6.9</c:v>
                </c:pt>
                <c:pt idx="1381">
                  <c:v>6.905</c:v>
                </c:pt>
                <c:pt idx="1382">
                  <c:v>6.91</c:v>
                </c:pt>
                <c:pt idx="1383">
                  <c:v>6.915</c:v>
                </c:pt>
                <c:pt idx="1384">
                  <c:v>6.92</c:v>
                </c:pt>
                <c:pt idx="1385">
                  <c:v>6.925</c:v>
                </c:pt>
                <c:pt idx="1386">
                  <c:v>6.93</c:v>
                </c:pt>
                <c:pt idx="1387">
                  <c:v>6.935</c:v>
                </c:pt>
                <c:pt idx="1388">
                  <c:v>6.94</c:v>
                </c:pt>
                <c:pt idx="1389">
                  <c:v>6.945</c:v>
                </c:pt>
                <c:pt idx="1390">
                  <c:v>6.95</c:v>
                </c:pt>
                <c:pt idx="1391">
                  <c:v>6.955</c:v>
                </c:pt>
                <c:pt idx="1392">
                  <c:v>6.96</c:v>
                </c:pt>
                <c:pt idx="1393">
                  <c:v>6.965</c:v>
                </c:pt>
                <c:pt idx="1394">
                  <c:v>6.97</c:v>
                </c:pt>
                <c:pt idx="1395">
                  <c:v>6.975</c:v>
                </c:pt>
                <c:pt idx="1396">
                  <c:v>6.98</c:v>
                </c:pt>
                <c:pt idx="1397">
                  <c:v>6.985</c:v>
                </c:pt>
                <c:pt idx="1398">
                  <c:v>6.99</c:v>
                </c:pt>
                <c:pt idx="1399">
                  <c:v>6.995</c:v>
                </c:pt>
                <c:pt idx="1400">
                  <c:v>7</c:v>
                </c:pt>
                <c:pt idx="1401">
                  <c:v>7.005</c:v>
                </c:pt>
                <c:pt idx="1402">
                  <c:v>7.01</c:v>
                </c:pt>
                <c:pt idx="1403">
                  <c:v>7.015</c:v>
                </c:pt>
                <c:pt idx="1404">
                  <c:v>7.02</c:v>
                </c:pt>
                <c:pt idx="1405">
                  <c:v>7.025</c:v>
                </c:pt>
                <c:pt idx="1406">
                  <c:v>7.03</c:v>
                </c:pt>
                <c:pt idx="1407">
                  <c:v>7.035</c:v>
                </c:pt>
                <c:pt idx="1408">
                  <c:v>7.04</c:v>
                </c:pt>
                <c:pt idx="1409">
                  <c:v>7.045</c:v>
                </c:pt>
                <c:pt idx="1410">
                  <c:v>7.05</c:v>
                </c:pt>
                <c:pt idx="1411">
                  <c:v>7.055</c:v>
                </c:pt>
                <c:pt idx="1412">
                  <c:v>7.06</c:v>
                </c:pt>
                <c:pt idx="1413">
                  <c:v>7.065</c:v>
                </c:pt>
                <c:pt idx="1414">
                  <c:v>7.07</c:v>
                </c:pt>
                <c:pt idx="1415">
                  <c:v>7.075</c:v>
                </c:pt>
                <c:pt idx="1416">
                  <c:v>7.08</c:v>
                </c:pt>
                <c:pt idx="1417">
                  <c:v>7.085</c:v>
                </c:pt>
                <c:pt idx="1418">
                  <c:v>7.09</c:v>
                </c:pt>
                <c:pt idx="1419">
                  <c:v>7.095</c:v>
                </c:pt>
                <c:pt idx="1420">
                  <c:v>7.1</c:v>
                </c:pt>
                <c:pt idx="1421">
                  <c:v>7.105</c:v>
                </c:pt>
                <c:pt idx="1422">
                  <c:v>7.11</c:v>
                </c:pt>
                <c:pt idx="1423">
                  <c:v>7.115</c:v>
                </c:pt>
                <c:pt idx="1424">
                  <c:v>7.12</c:v>
                </c:pt>
                <c:pt idx="1425">
                  <c:v>7.125</c:v>
                </c:pt>
                <c:pt idx="1426">
                  <c:v>7.13</c:v>
                </c:pt>
                <c:pt idx="1427">
                  <c:v>7.135</c:v>
                </c:pt>
                <c:pt idx="1428">
                  <c:v>7.14</c:v>
                </c:pt>
                <c:pt idx="1429">
                  <c:v>7.145</c:v>
                </c:pt>
                <c:pt idx="1430">
                  <c:v>7.15</c:v>
                </c:pt>
                <c:pt idx="1431">
                  <c:v>7.155</c:v>
                </c:pt>
                <c:pt idx="1432">
                  <c:v>7.16</c:v>
                </c:pt>
                <c:pt idx="1433">
                  <c:v>7.165</c:v>
                </c:pt>
                <c:pt idx="1434">
                  <c:v>7.17</c:v>
                </c:pt>
                <c:pt idx="1435">
                  <c:v>7.175</c:v>
                </c:pt>
                <c:pt idx="1436">
                  <c:v>7.18</c:v>
                </c:pt>
                <c:pt idx="1437">
                  <c:v>7.185</c:v>
                </c:pt>
                <c:pt idx="1438">
                  <c:v>7.19</c:v>
                </c:pt>
                <c:pt idx="1439">
                  <c:v>7.195</c:v>
                </c:pt>
                <c:pt idx="1440">
                  <c:v>7.2</c:v>
                </c:pt>
                <c:pt idx="1441">
                  <c:v>7.205</c:v>
                </c:pt>
                <c:pt idx="1442">
                  <c:v>7.21</c:v>
                </c:pt>
                <c:pt idx="1443">
                  <c:v>7.215</c:v>
                </c:pt>
                <c:pt idx="1444">
                  <c:v>7.22</c:v>
                </c:pt>
                <c:pt idx="1445">
                  <c:v>7.225</c:v>
                </c:pt>
                <c:pt idx="1446">
                  <c:v>7.23</c:v>
                </c:pt>
                <c:pt idx="1447">
                  <c:v>7.235</c:v>
                </c:pt>
                <c:pt idx="1448">
                  <c:v>7.24</c:v>
                </c:pt>
                <c:pt idx="1449">
                  <c:v>7.245</c:v>
                </c:pt>
                <c:pt idx="1450">
                  <c:v>7.25</c:v>
                </c:pt>
                <c:pt idx="1451">
                  <c:v>7.255</c:v>
                </c:pt>
                <c:pt idx="1452">
                  <c:v>7.26</c:v>
                </c:pt>
                <c:pt idx="1453">
                  <c:v>7.265</c:v>
                </c:pt>
                <c:pt idx="1454">
                  <c:v>7.27</c:v>
                </c:pt>
                <c:pt idx="1455">
                  <c:v>7.275</c:v>
                </c:pt>
                <c:pt idx="1456">
                  <c:v>7.28</c:v>
                </c:pt>
                <c:pt idx="1457">
                  <c:v>7.285</c:v>
                </c:pt>
                <c:pt idx="1458">
                  <c:v>7.29</c:v>
                </c:pt>
                <c:pt idx="1459">
                  <c:v>7.295</c:v>
                </c:pt>
                <c:pt idx="1460">
                  <c:v>7.3</c:v>
                </c:pt>
                <c:pt idx="1461">
                  <c:v>7.305</c:v>
                </c:pt>
                <c:pt idx="1462">
                  <c:v>7.31</c:v>
                </c:pt>
                <c:pt idx="1463">
                  <c:v>7.315</c:v>
                </c:pt>
                <c:pt idx="1464">
                  <c:v>7.32</c:v>
                </c:pt>
                <c:pt idx="1465">
                  <c:v>7.325</c:v>
                </c:pt>
                <c:pt idx="1466">
                  <c:v>7.33</c:v>
                </c:pt>
                <c:pt idx="1467">
                  <c:v>7.335</c:v>
                </c:pt>
                <c:pt idx="1468">
                  <c:v>7.34</c:v>
                </c:pt>
                <c:pt idx="1469">
                  <c:v>7.345</c:v>
                </c:pt>
                <c:pt idx="1470">
                  <c:v>7.35</c:v>
                </c:pt>
                <c:pt idx="1471">
                  <c:v>7.355</c:v>
                </c:pt>
                <c:pt idx="1472">
                  <c:v>7.36</c:v>
                </c:pt>
                <c:pt idx="1473">
                  <c:v>7.365</c:v>
                </c:pt>
                <c:pt idx="1474">
                  <c:v>7.37</c:v>
                </c:pt>
                <c:pt idx="1475">
                  <c:v>7.375</c:v>
                </c:pt>
                <c:pt idx="1476">
                  <c:v>7.38</c:v>
                </c:pt>
                <c:pt idx="1477">
                  <c:v>7.385</c:v>
                </c:pt>
                <c:pt idx="1478">
                  <c:v>7.39</c:v>
                </c:pt>
                <c:pt idx="1479">
                  <c:v>7.395</c:v>
                </c:pt>
                <c:pt idx="1480">
                  <c:v>7.4</c:v>
                </c:pt>
                <c:pt idx="1481">
                  <c:v>7.405</c:v>
                </c:pt>
                <c:pt idx="1482">
                  <c:v>7.41</c:v>
                </c:pt>
                <c:pt idx="1483">
                  <c:v>7.415</c:v>
                </c:pt>
                <c:pt idx="1484">
                  <c:v>7.42</c:v>
                </c:pt>
                <c:pt idx="1485">
                  <c:v>7.425</c:v>
                </c:pt>
                <c:pt idx="1486">
                  <c:v>7.43</c:v>
                </c:pt>
                <c:pt idx="1487">
                  <c:v>7.435</c:v>
                </c:pt>
                <c:pt idx="1488">
                  <c:v>7.44</c:v>
                </c:pt>
                <c:pt idx="1489">
                  <c:v>7.445</c:v>
                </c:pt>
                <c:pt idx="1490">
                  <c:v>7.45</c:v>
                </c:pt>
                <c:pt idx="1491">
                  <c:v>7.455</c:v>
                </c:pt>
                <c:pt idx="1492">
                  <c:v>7.46</c:v>
                </c:pt>
                <c:pt idx="1493">
                  <c:v>7.465</c:v>
                </c:pt>
                <c:pt idx="1494">
                  <c:v>7.47</c:v>
                </c:pt>
                <c:pt idx="1495">
                  <c:v>7.475</c:v>
                </c:pt>
                <c:pt idx="1496">
                  <c:v>7.48</c:v>
                </c:pt>
                <c:pt idx="1497">
                  <c:v>7.485</c:v>
                </c:pt>
                <c:pt idx="1498">
                  <c:v>7.49</c:v>
                </c:pt>
                <c:pt idx="1499">
                  <c:v>7.495</c:v>
                </c:pt>
                <c:pt idx="1500">
                  <c:v>7.5</c:v>
                </c:pt>
                <c:pt idx="1501">
                  <c:v>7.505</c:v>
                </c:pt>
                <c:pt idx="1502">
                  <c:v>7.51</c:v>
                </c:pt>
                <c:pt idx="1503">
                  <c:v>7.515</c:v>
                </c:pt>
                <c:pt idx="1504">
                  <c:v>7.52</c:v>
                </c:pt>
                <c:pt idx="1505">
                  <c:v>7.525</c:v>
                </c:pt>
                <c:pt idx="1506">
                  <c:v>7.53</c:v>
                </c:pt>
                <c:pt idx="1507">
                  <c:v>7.535</c:v>
                </c:pt>
                <c:pt idx="1508">
                  <c:v>7.54</c:v>
                </c:pt>
                <c:pt idx="1509">
                  <c:v>7.545</c:v>
                </c:pt>
                <c:pt idx="1510">
                  <c:v>7.55</c:v>
                </c:pt>
                <c:pt idx="1511">
                  <c:v>7.555</c:v>
                </c:pt>
                <c:pt idx="1512">
                  <c:v>7.56</c:v>
                </c:pt>
                <c:pt idx="1513">
                  <c:v>7.565</c:v>
                </c:pt>
                <c:pt idx="1514">
                  <c:v>7.57</c:v>
                </c:pt>
                <c:pt idx="1515">
                  <c:v>7.575</c:v>
                </c:pt>
                <c:pt idx="1516">
                  <c:v>7.58</c:v>
                </c:pt>
                <c:pt idx="1517">
                  <c:v>7.585</c:v>
                </c:pt>
                <c:pt idx="1518">
                  <c:v>7.59</c:v>
                </c:pt>
                <c:pt idx="1519">
                  <c:v>7.595</c:v>
                </c:pt>
                <c:pt idx="1520">
                  <c:v>7.6</c:v>
                </c:pt>
                <c:pt idx="1521">
                  <c:v>7.605</c:v>
                </c:pt>
                <c:pt idx="1522">
                  <c:v>7.61</c:v>
                </c:pt>
                <c:pt idx="1523">
                  <c:v>7.615</c:v>
                </c:pt>
                <c:pt idx="1524">
                  <c:v>7.62</c:v>
                </c:pt>
                <c:pt idx="1525">
                  <c:v>7.625</c:v>
                </c:pt>
                <c:pt idx="1526">
                  <c:v>7.63</c:v>
                </c:pt>
                <c:pt idx="1527">
                  <c:v>7.635</c:v>
                </c:pt>
                <c:pt idx="1528">
                  <c:v>7.64</c:v>
                </c:pt>
                <c:pt idx="1529">
                  <c:v>7.645</c:v>
                </c:pt>
                <c:pt idx="1530">
                  <c:v>7.65</c:v>
                </c:pt>
                <c:pt idx="1531">
                  <c:v>7.655</c:v>
                </c:pt>
                <c:pt idx="1532">
                  <c:v>7.66</c:v>
                </c:pt>
                <c:pt idx="1533">
                  <c:v>7.665</c:v>
                </c:pt>
                <c:pt idx="1534">
                  <c:v>7.67</c:v>
                </c:pt>
                <c:pt idx="1535">
                  <c:v>7.675</c:v>
                </c:pt>
                <c:pt idx="1536">
                  <c:v>7.68</c:v>
                </c:pt>
                <c:pt idx="1537">
                  <c:v>7.685</c:v>
                </c:pt>
                <c:pt idx="1538">
                  <c:v>7.69</c:v>
                </c:pt>
                <c:pt idx="1539">
                  <c:v>7.695</c:v>
                </c:pt>
                <c:pt idx="1540">
                  <c:v>7.7</c:v>
                </c:pt>
                <c:pt idx="1541">
                  <c:v>7.705</c:v>
                </c:pt>
                <c:pt idx="1542">
                  <c:v>7.71</c:v>
                </c:pt>
                <c:pt idx="1543">
                  <c:v>7.715</c:v>
                </c:pt>
                <c:pt idx="1544">
                  <c:v>7.72</c:v>
                </c:pt>
                <c:pt idx="1545">
                  <c:v>7.725</c:v>
                </c:pt>
                <c:pt idx="1546">
                  <c:v>7.73</c:v>
                </c:pt>
                <c:pt idx="1547">
                  <c:v>7.735</c:v>
                </c:pt>
                <c:pt idx="1548">
                  <c:v>7.74</c:v>
                </c:pt>
                <c:pt idx="1549">
                  <c:v>7.745</c:v>
                </c:pt>
                <c:pt idx="1550">
                  <c:v>7.75</c:v>
                </c:pt>
                <c:pt idx="1551">
                  <c:v>7.755</c:v>
                </c:pt>
                <c:pt idx="1552">
                  <c:v>7.76</c:v>
                </c:pt>
                <c:pt idx="1553">
                  <c:v>7.765</c:v>
                </c:pt>
                <c:pt idx="1554">
                  <c:v>7.77</c:v>
                </c:pt>
                <c:pt idx="1555">
                  <c:v>7.775</c:v>
                </c:pt>
                <c:pt idx="1556">
                  <c:v>7.78</c:v>
                </c:pt>
                <c:pt idx="1557">
                  <c:v>7.785</c:v>
                </c:pt>
                <c:pt idx="1558">
                  <c:v>7.79</c:v>
                </c:pt>
                <c:pt idx="1559">
                  <c:v>7.795</c:v>
                </c:pt>
                <c:pt idx="1560">
                  <c:v>7.8</c:v>
                </c:pt>
                <c:pt idx="1561">
                  <c:v>7.805</c:v>
                </c:pt>
                <c:pt idx="1562">
                  <c:v>7.81</c:v>
                </c:pt>
                <c:pt idx="1563">
                  <c:v>7.815</c:v>
                </c:pt>
                <c:pt idx="1564">
                  <c:v>7.82</c:v>
                </c:pt>
                <c:pt idx="1565">
                  <c:v>7.825</c:v>
                </c:pt>
                <c:pt idx="1566">
                  <c:v>7.83</c:v>
                </c:pt>
                <c:pt idx="1567">
                  <c:v>7.835</c:v>
                </c:pt>
                <c:pt idx="1568">
                  <c:v>7.84</c:v>
                </c:pt>
                <c:pt idx="1569">
                  <c:v>7.845</c:v>
                </c:pt>
                <c:pt idx="1570">
                  <c:v>7.85</c:v>
                </c:pt>
                <c:pt idx="1571">
                  <c:v>7.855</c:v>
                </c:pt>
                <c:pt idx="1572">
                  <c:v>7.86</c:v>
                </c:pt>
                <c:pt idx="1573">
                  <c:v>7.865</c:v>
                </c:pt>
                <c:pt idx="1574">
                  <c:v>7.87</c:v>
                </c:pt>
                <c:pt idx="1575">
                  <c:v>7.875</c:v>
                </c:pt>
                <c:pt idx="1576">
                  <c:v>7.88</c:v>
                </c:pt>
                <c:pt idx="1577">
                  <c:v>7.885</c:v>
                </c:pt>
                <c:pt idx="1578">
                  <c:v>7.89</c:v>
                </c:pt>
                <c:pt idx="1579">
                  <c:v>7.895</c:v>
                </c:pt>
                <c:pt idx="1580">
                  <c:v>7.9</c:v>
                </c:pt>
                <c:pt idx="1581">
                  <c:v>7.905</c:v>
                </c:pt>
                <c:pt idx="1582">
                  <c:v>7.91</c:v>
                </c:pt>
                <c:pt idx="1583">
                  <c:v>7.915</c:v>
                </c:pt>
                <c:pt idx="1584">
                  <c:v>7.92</c:v>
                </c:pt>
                <c:pt idx="1585">
                  <c:v>7.925</c:v>
                </c:pt>
                <c:pt idx="1586">
                  <c:v>7.93</c:v>
                </c:pt>
                <c:pt idx="1587">
                  <c:v>7.935</c:v>
                </c:pt>
                <c:pt idx="1588">
                  <c:v>7.94</c:v>
                </c:pt>
                <c:pt idx="1589">
                  <c:v>7.945</c:v>
                </c:pt>
                <c:pt idx="1590">
                  <c:v>7.95</c:v>
                </c:pt>
                <c:pt idx="1591">
                  <c:v>7.955</c:v>
                </c:pt>
                <c:pt idx="1592">
                  <c:v>7.96</c:v>
                </c:pt>
                <c:pt idx="1593">
                  <c:v>7.965</c:v>
                </c:pt>
                <c:pt idx="1594">
                  <c:v>7.97</c:v>
                </c:pt>
                <c:pt idx="1595">
                  <c:v>7.975</c:v>
                </c:pt>
                <c:pt idx="1596">
                  <c:v>7.98</c:v>
                </c:pt>
                <c:pt idx="1597">
                  <c:v>7.985</c:v>
                </c:pt>
                <c:pt idx="1598">
                  <c:v>7.99</c:v>
                </c:pt>
                <c:pt idx="1599">
                  <c:v>7.995</c:v>
                </c:pt>
                <c:pt idx="1600">
                  <c:v>8</c:v>
                </c:pt>
                <c:pt idx="1601">
                  <c:v>8.005</c:v>
                </c:pt>
                <c:pt idx="1602">
                  <c:v>8.01</c:v>
                </c:pt>
                <c:pt idx="1603">
                  <c:v>8.015</c:v>
                </c:pt>
                <c:pt idx="1604">
                  <c:v>8.02</c:v>
                </c:pt>
                <c:pt idx="1605">
                  <c:v>8.025</c:v>
                </c:pt>
                <c:pt idx="1606">
                  <c:v>8.03</c:v>
                </c:pt>
                <c:pt idx="1607">
                  <c:v>8.035</c:v>
                </c:pt>
                <c:pt idx="1608">
                  <c:v>8.04</c:v>
                </c:pt>
                <c:pt idx="1609">
                  <c:v>8.045</c:v>
                </c:pt>
                <c:pt idx="1610">
                  <c:v>8.05</c:v>
                </c:pt>
                <c:pt idx="1611">
                  <c:v>8.055</c:v>
                </c:pt>
                <c:pt idx="1612">
                  <c:v>8.06</c:v>
                </c:pt>
                <c:pt idx="1613">
                  <c:v>8.065</c:v>
                </c:pt>
                <c:pt idx="1614">
                  <c:v>8.07</c:v>
                </c:pt>
                <c:pt idx="1615">
                  <c:v>8.075</c:v>
                </c:pt>
                <c:pt idx="1616">
                  <c:v>8.08</c:v>
                </c:pt>
                <c:pt idx="1617">
                  <c:v>8.085</c:v>
                </c:pt>
                <c:pt idx="1618">
                  <c:v>8.09</c:v>
                </c:pt>
                <c:pt idx="1619">
                  <c:v>8.095</c:v>
                </c:pt>
                <c:pt idx="1620">
                  <c:v>8.1</c:v>
                </c:pt>
                <c:pt idx="1621">
                  <c:v>8.105</c:v>
                </c:pt>
                <c:pt idx="1622">
                  <c:v>8.11</c:v>
                </c:pt>
                <c:pt idx="1623">
                  <c:v>8.115</c:v>
                </c:pt>
                <c:pt idx="1624">
                  <c:v>8.12</c:v>
                </c:pt>
                <c:pt idx="1625">
                  <c:v>8.125</c:v>
                </c:pt>
                <c:pt idx="1626">
                  <c:v>8.13</c:v>
                </c:pt>
                <c:pt idx="1627">
                  <c:v>8.135</c:v>
                </c:pt>
                <c:pt idx="1628">
                  <c:v>8.14</c:v>
                </c:pt>
                <c:pt idx="1629">
                  <c:v>8.145</c:v>
                </c:pt>
                <c:pt idx="1630">
                  <c:v>8.15</c:v>
                </c:pt>
                <c:pt idx="1631">
                  <c:v>8.155</c:v>
                </c:pt>
                <c:pt idx="1632">
                  <c:v>8.16</c:v>
                </c:pt>
                <c:pt idx="1633">
                  <c:v>8.165</c:v>
                </c:pt>
                <c:pt idx="1634">
                  <c:v>8.17</c:v>
                </c:pt>
                <c:pt idx="1635">
                  <c:v>8.175</c:v>
                </c:pt>
                <c:pt idx="1636">
                  <c:v>8.18</c:v>
                </c:pt>
                <c:pt idx="1637">
                  <c:v>8.185</c:v>
                </c:pt>
                <c:pt idx="1638">
                  <c:v>8.19</c:v>
                </c:pt>
                <c:pt idx="1639">
                  <c:v>8.195</c:v>
                </c:pt>
                <c:pt idx="1640">
                  <c:v>8.2</c:v>
                </c:pt>
                <c:pt idx="1641">
                  <c:v>8.205</c:v>
                </c:pt>
                <c:pt idx="1642">
                  <c:v>8.21</c:v>
                </c:pt>
                <c:pt idx="1643">
                  <c:v>8.215</c:v>
                </c:pt>
                <c:pt idx="1644">
                  <c:v>8.22</c:v>
                </c:pt>
                <c:pt idx="1645">
                  <c:v>8.225</c:v>
                </c:pt>
                <c:pt idx="1646">
                  <c:v>8.23</c:v>
                </c:pt>
                <c:pt idx="1647">
                  <c:v>8.235</c:v>
                </c:pt>
                <c:pt idx="1648">
                  <c:v>8.24</c:v>
                </c:pt>
                <c:pt idx="1649">
                  <c:v>8.245</c:v>
                </c:pt>
                <c:pt idx="1650">
                  <c:v>8.25</c:v>
                </c:pt>
                <c:pt idx="1651">
                  <c:v>8.255</c:v>
                </c:pt>
                <c:pt idx="1652">
                  <c:v>8.26</c:v>
                </c:pt>
                <c:pt idx="1653">
                  <c:v>8.265</c:v>
                </c:pt>
                <c:pt idx="1654">
                  <c:v>8.27</c:v>
                </c:pt>
                <c:pt idx="1655">
                  <c:v>8.275</c:v>
                </c:pt>
                <c:pt idx="1656">
                  <c:v>8.28</c:v>
                </c:pt>
                <c:pt idx="1657">
                  <c:v>8.285</c:v>
                </c:pt>
                <c:pt idx="1658">
                  <c:v>8.29</c:v>
                </c:pt>
                <c:pt idx="1659">
                  <c:v>8.295</c:v>
                </c:pt>
                <c:pt idx="1660">
                  <c:v>8.3</c:v>
                </c:pt>
                <c:pt idx="1661">
                  <c:v>8.305</c:v>
                </c:pt>
                <c:pt idx="1662">
                  <c:v>8.31</c:v>
                </c:pt>
                <c:pt idx="1663">
                  <c:v>8.315</c:v>
                </c:pt>
                <c:pt idx="1664">
                  <c:v>8.32</c:v>
                </c:pt>
                <c:pt idx="1665">
                  <c:v>8.325</c:v>
                </c:pt>
                <c:pt idx="1666">
                  <c:v>8.33</c:v>
                </c:pt>
                <c:pt idx="1667">
                  <c:v>8.335</c:v>
                </c:pt>
                <c:pt idx="1668">
                  <c:v>8.34</c:v>
                </c:pt>
                <c:pt idx="1669">
                  <c:v>8.345</c:v>
                </c:pt>
                <c:pt idx="1670">
                  <c:v>8.35</c:v>
                </c:pt>
                <c:pt idx="1671">
                  <c:v>8.355</c:v>
                </c:pt>
                <c:pt idx="1672">
                  <c:v>8.36</c:v>
                </c:pt>
                <c:pt idx="1673">
                  <c:v>8.365</c:v>
                </c:pt>
                <c:pt idx="1674">
                  <c:v>8.37</c:v>
                </c:pt>
                <c:pt idx="1675">
                  <c:v>8.375</c:v>
                </c:pt>
                <c:pt idx="1676">
                  <c:v>8.38</c:v>
                </c:pt>
                <c:pt idx="1677">
                  <c:v>8.385</c:v>
                </c:pt>
                <c:pt idx="1678">
                  <c:v>8.39</c:v>
                </c:pt>
                <c:pt idx="1679">
                  <c:v>8.395</c:v>
                </c:pt>
                <c:pt idx="1680">
                  <c:v>8.4</c:v>
                </c:pt>
                <c:pt idx="1681">
                  <c:v>8.405</c:v>
                </c:pt>
                <c:pt idx="1682">
                  <c:v>8.41</c:v>
                </c:pt>
                <c:pt idx="1683">
                  <c:v>8.415</c:v>
                </c:pt>
                <c:pt idx="1684">
                  <c:v>8.42</c:v>
                </c:pt>
                <c:pt idx="1685">
                  <c:v>8.425</c:v>
                </c:pt>
                <c:pt idx="1686">
                  <c:v>8.43</c:v>
                </c:pt>
                <c:pt idx="1687">
                  <c:v>8.435</c:v>
                </c:pt>
                <c:pt idx="1688">
                  <c:v>8.44</c:v>
                </c:pt>
                <c:pt idx="1689">
                  <c:v>8.445</c:v>
                </c:pt>
                <c:pt idx="1690">
                  <c:v>8.45</c:v>
                </c:pt>
                <c:pt idx="1691">
                  <c:v>8.455</c:v>
                </c:pt>
                <c:pt idx="1692">
                  <c:v>8.46</c:v>
                </c:pt>
                <c:pt idx="1693">
                  <c:v>8.465</c:v>
                </c:pt>
                <c:pt idx="1694">
                  <c:v>8.47</c:v>
                </c:pt>
                <c:pt idx="1695">
                  <c:v>8.475</c:v>
                </c:pt>
                <c:pt idx="1696">
                  <c:v>8.48</c:v>
                </c:pt>
                <c:pt idx="1697">
                  <c:v>8.485</c:v>
                </c:pt>
                <c:pt idx="1698">
                  <c:v>8.49</c:v>
                </c:pt>
                <c:pt idx="1699">
                  <c:v>8.495</c:v>
                </c:pt>
                <c:pt idx="1700">
                  <c:v>8.5</c:v>
                </c:pt>
                <c:pt idx="1701">
                  <c:v>8.505</c:v>
                </c:pt>
                <c:pt idx="1702">
                  <c:v>8.51</c:v>
                </c:pt>
                <c:pt idx="1703">
                  <c:v>8.515</c:v>
                </c:pt>
                <c:pt idx="1704">
                  <c:v>8.52</c:v>
                </c:pt>
                <c:pt idx="1705">
                  <c:v>8.525</c:v>
                </c:pt>
                <c:pt idx="1706">
                  <c:v>8.53</c:v>
                </c:pt>
                <c:pt idx="1707">
                  <c:v>8.535</c:v>
                </c:pt>
                <c:pt idx="1708">
                  <c:v>8.54</c:v>
                </c:pt>
                <c:pt idx="1709">
                  <c:v>8.545</c:v>
                </c:pt>
                <c:pt idx="1710">
                  <c:v>8.55</c:v>
                </c:pt>
                <c:pt idx="1711">
                  <c:v>8.555</c:v>
                </c:pt>
                <c:pt idx="1712">
                  <c:v>8.56</c:v>
                </c:pt>
                <c:pt idx="1713">
                  <c:v>8.565</c:v>
                </c:pt>
                <c:pt idx="1714">
                  <c:v>8.57</c:v>
                </c:pt>
                <c:pt idx="1715">
                  <c:v>8.575</c:v>
                </c:pt>
                <c:pt idx="1716">
                  <c:v>8.58</c:v>
                </c:pt>
                <c:pt idx="1717">
                  <c:v>8.585</c:v>
                </c:pt>
                <c:pt idx="1718">
                  <c:v>8.59</c:v>
                </c:pt>
                <c:pt idx="1719">
                  <c:v>8.595</c:v>
                </c:pt>
                <c:pt idx="1720">
                  <c:v>8.6</c:v>
                </c:pt>
                <c:pt idx="1721">
                  <c:v>8.605</c:v>
                </c:pt>
                <c:pt idx="1722">
                  <c:v>8.61</c:v>
                </c:pt>
                <c:pt idx="1723">
                  <c:v>8.615</c:v>
                </c:pt>
                <c:pt idx="1724">
                  <c:v>8.62</c:v>
                </c:pt>
                <c:pt idx="1725">
                  <c:v>8.625</c:v>
                </c:pt>
                <c:pt idx="1726">
                  <c:v>8.63</c:v>
                </c:pt>
                <c:pt idx="1727">
                  <c:v>8.635</c:v>
                </c:pt>
                <c:pt idx="1728">
                  <c:v>8.64</c:v>
                </c:pt>
                <c:pt idx="1729">
                  <c:v>8.645</c:v>
                </c:pt>
                <c:pt idx="1730">
                  <c:v>8.65</c:v>
                </c:pt>
                <c:pt idx="1731">
                  <c:v>8.655</c:v>
                </c:pt>
                <c:pt idx="1732">
                  <c:v>8.66</c:v>
                </c:pt>
                <c:pt idx="1733">
                  <c:v>8.665</c:v>
                </c:pt>
                <c:pt idx="1734">
                  <c:v>8.67</c:v>
                </c:pt>
                <c:pt idx="1735">
                  <c:v>8.675</c:v>
                </c:pt>
                <c:pt idx="1736">
                  <c:v>8.68</c:v>
                </c:pt>
                <c:pt idx="1737">
                  <c:v>8.685</c:v>
                </c:pt>
                <c:pt idx="1738">
                  <c:v>8.69</c:v>
                </c:pt>
                <c:pt idx="1739">
                  <c:v>8.695</c:v>
                </c:pt>
                <c:pt idx="1740">
                  <c:v>8.7</c:v>
                </c:pt>
                <c:pt idx="1741">
                  <c:v>8.705</c:v>
                </c:pt>
                <c:pt idx="1742">
                  <c:v>8.71</c:v>
                </c:pt>
                <c:pt idx="1743">
                  <c:v>8.715</c:v>
                </c:pt>
                <c:pt idx="1744">
                  <c:v>8.72</c:v>
                </c:pt>
                <c:pt idx="1745">
                  <c:v>8.725</c:v>
                </c:pt>
                <c:pt idx="1746">
                  <c:v>8.73</c:v>
                </c:pt>
                <c:pt idx="1747">
                  <c:v>8.735</c:v>
                </c:pt>
                <c:pt idx="1748">
                  <c:v>8.74</c:v>
                </c:pt>
                <c:pt idx="1749">
                  <c:v>8.745</c:v>
                </c:pt>
                <c:pt idx="1750">
                  <c:v>8.75</c:v>
                </c:pt>
                <c:pt idx="1751">
                  <c:v>8.755</c:v>
                </c:pt>
                <c:pt idx="1752">
                  <c:v>8.76</c:v>
                </c:pt>
                <c:pt idx="1753">
                  <c:v>8.765</c:v>
                </c:pt>
                <c:pt idx="1754">
                  <c:v>8.77</c:v>
                </c:pt>
                <c:pt idx="1755">
                  <c:v>8.775</c:v>
                </c:pt>
                <c:pt idx="1756">
                  <c:v>8.78</c:v>
                </c:pt>
                <c:pt idx="1757">
                  <c:v>8.785</c:v>
                </c:pt>
                <c:pt idx="1758">
                  <c:v>8.79</c:v>
                </c:pt>
                <c:pt idx="1759">
                  <c:v>8.795</c:v>
                </c:pt>
                <c:pt idx="1760">
                  <c:v>8.8</c:v>
                </c:pt>
                <c:pt idx="1761">
                  <c:v>8.805</c:v>
                </c:pt>
                <c:pt idx="1762">
                  <c:v>8.81</c:v>
                </c:pt>
                <c:pt idx="1763">
                  <c:v>8.815</c:v>
                </c:pt>
                <c:pt idx="1764">
                  <c:v>8.82</c:v>
                </c:pt>
                <c:pt idx="1765">
                  <c:v>8.825</c:v>
                </c:pt>
                <c:pt idx="1766">
                  <c:v>8.83</c:v>
                </c:pt>
                <c:pt idx="1767">
                  <c:v>8.835</c:v>
                </c:pt>
                <c:pt idx="1768">
                  <c:v>8.84</c:v>
                </c:pt>
                <c:pt idx="1769">
                  <c:v>8.845</c:v>
                </c:pt>
                <c:pt idx="1770">
                  <c:v>8.85</c:v>
                </c:pt>
                <c:pt idx="1771">
                  <c:v>8.855</c:v>
                </c:pt>
                <c:pt idx="1772">
                  <c:v>8.86</c:v>
                </c:pt>
                <c:pt idx="1773">
                  <c:v>8.865</c:v>
                </c:pt>
                <c:pt idx="1774">
                  <c:v>8.87</c:v>
                </c:pt>
                <c:pt idx="1775">
                  <c:v>8.875</c:v>
                </c:pt>
                <c:pt idx="1776">
                  <c:v>8.88</c:v>
                </c:pt>
                <c:pt idx="1777">
                  <c:v>8.885</c:v>
                </c:pt>
                <c:pt idx="1778">
                  <c:v>8.89</c:v>
                </c:pt>
                <c:pt idx="1779">
                  <c:v>8.895</c:v>
                </c:pt>
                <c:pt idx="1780">
                  <c:v>8.9</c:v>
                </c:pt>
                <c:pt idx="1781">
                  <c:v>8.905</c:v>
                </c:pt>
                <c:pt idx="1782">
                  <c:v>8.91</c:v>
                </c:pt>
                <c:pt idx="1783">
                  <c:v>8.915</c:v>
                </c:pt>
                <c:pt idx="1784">
                  <c:v>8.92</c:v>
                </c:pt>
                <c:pt idx="1785">
                  <c:v>8.925</c:v>
                </c:pt>
                <c:pt idx="1786">
                  <c:v>8.93</c:v>
                </c:pt>
                <c:pt idx="1787">
                  <c:v>8.935</c:v>
                </c:pt>
                <c:pt idx="1788">
                  <c:v>8.94</c:v>
                </c:pt>
                <c:pt idx="1789">
                  <c:v>8.945</c:v>
                </c:pt>
                <c:pt idx="1790">
                  <c:v>8.95</c:v>
                </c:pt>
                <c:pt idx="1791">
                  <c:v>8.955</c:v>
                </c:pt>
                <c:pt idx="1792">
                  <c:v>8.96</c:v>
                </c:pt>
                <c:pt idx="1793">
                  <c:v>8.965</c:v>
                </c:pt>
                <c:pt idx="1794">
                  <c:v>8.97</c:v>
                </c:pt>
                <c:pt idx="1795">
                  <c:v>8.975</c:v>
                </c:pt>
                <c:pt idx="1796">
                  <c:v>8.98</c:v>
                </c:pt>
                <c:pt idx="1797">
                  <c:v>8.985</c:v>
                </c:pt>
                <c:pt idx="1798">
                  <c:v>8.99</c:v>
                </c:pt>
                <c:pt idx="1799">
                  <c:v>8.995</c:v>
                </c:pt>
                <c:pt idx="1800">
                  <c:v>9</c:v>
                </c:pt>
                <c:pt idx="1801">
                  <c:v>9.005</c:v>
                </c:pt>
                <c:pt idx="1802">
                  <c:v>9.01</c:v>
                </c:pt>
                <c:pt idx="1803">
                  <c:v>9.015</c:v>
                </c:pt>
                <c:pt idx="1804">
                  <c:v>9.02</c:v>
                </c:pt>
                <c:pt idx="1805">
                  <c:v>9.025</c:v>
                </c:pt>
                <c:pt idx="1806">
                  <c:v>9.03</c:v>
                </c:pt>
                <c:pt idx="1807">
                  <c:v>9.035</c:v>
                </c:pt>
                <c:pt idx="1808">
                  <c:v>9.04</c:v>
                </c:pt>
                <c:pt idx="1809">
                  <c:v>9.045</c:v>
                </c:pt>
                <c:pt idx="1810">
                  <c:v>9.05</c:v>
                </c:pt>
                <c:pt idx="1811">
                  <c:v>9.055</c:v>
                </c:pt>
                <c:pt idx="1812">
                  <c:v>9.06</c:v>
                </c:pt>
                <c:pt idx="1813">
                  <c:v>9.065</c:v>
                </c:pt>
                <c:pt idx="1814">
                  <c:v>9.07</c:v>
                </c:pt>
                <c:pt idx="1815">
                  <c:v>9.075</c:v>
                </c:pt>
                <c:pt idx="1816">
                  <c:v>9.08</c:v>
                </c:pt>
                <c:pt idx="1817">
                  <c:v>9.085</c:v>
                </c:pt>
                <c:pt idx="1818">
                  <c:v>9.09</c:v>
                </c:pt>
                <c:pt idx="1819">
                  <c:v>9.095</c:v>
                </c:pt>
                <c:pt idx="1820">
                  <c:v>9.1</c:v>
                </c:pt>
                <c:pt idx="1821">
                  <c:v>9.105</c:v>
                </c:pt>
                <c:pt idx="1822">
                  <c:v>9.11</c:v>
                </c:pt>
                <c:pt idx="1823">
                  <c:v>9.115</c:v>
                </c:pt>
                <c:pt idx="1824">
                  <c:v>9.12</c:v>
                </c:pt>
                <c:pt idx="1825">
                  <c:v>9.125</c:v>
                </c:pt>
                <c:pt idx="1826">
                  <c:v>9.13</c:v>
                </c:pt>
                <c:pt idx="1827">
                  <c:v>9.135</c:v>
                </c:pt>
                <c:pt idx="1828">
                  <c:v>9.14</c:v>
                </c:pt>
                <c:pt idx="1829">
                  <c:v>9.145</c:v>
                </c:pt>
                <c:pt idx="1830">
                  <c:v>9.15</c:v>
                </c:pt>
                <c:pt idx="1831">
                  <c:v>9.155</c:v>
                </c:pt>
                <c:pt idx="1832">
                  <c:v>9.16</c:v>
                </c:pt>
                <c:pt idx="1833">
                  <c:v>9.165</c:v>
                </c:pt>
                <c:pt idx="1834">
                  <c:v>9.17</c:v>
                </c:pt>
                <c:pt idx="1835">
                  <c:v>9.175</c:v>
                </c:pt>
                <c:pt idx="1836">
                  <c:v>9.18</c:v>
                </c:pt>
                <c:pt idx="1837">
                  <c:v>9.185</c:v>
                </c:pt>
                <c:pt idx="1838">
                  <c:v>9.19</c:v>
                </c:pt>
                <c:pt idx="1839">
                  <c:v>9.195</c:v>
                </c:pt>
                <c:pt idx="1840">
                  <c:v>9.2</c:v>
                </c:pt>
                <c:pt idx="1841">
                  <c:v>9.205</c:v>
                </c:pt>
                <c:pt idx="1842">
                  <c:v>9.21</c:v>
                </c:pt>
                <c:pt idx="1843">
                  <c:v>9.215</c:v>
                </c:pt>
                <c:pt idx="1844">
                  <c:v>9.22</c:v>
                </c:pt>
                <c:pt idx="1845">
                  <c:v>9.225</c:v>
                </c:pt>
                <c:pt idx="1846">
                  <c:v>9.23</c:v>
                </c:pt>
                <c:pt idx="1847">
                  <c:v>9.235</c:v>
                </c:pt>
                <c:pt idx="1848">
                  <c:v>9.24</c:v>
                </c:pt>
                <c:pt idx="1849">
                  <c:v>9.245</c:v>
                </c:pt>
                <c:pt idx="1850">
                  <c:v>9.25</c:v>
                </c:pt>
                <c:pt idx="1851">
                  <c:v>9.255</c:v>
                </c:pt>
                <c:pt idx="1852">
                  <c:v>9.26</c:v>
                </c:pt>
                <c:pt idx="1853">
                  <c:v>9.265</c:v>
                </c:pt>
                <c:pt idx="1854">
                  <c:v>9.27</c:v>
                </c:pt>
                <c:pt idx="1855">
                  <c:v>9.275</c:v>
                </c:pt>
                <c:pt idx="1856">
                  <c:v>9.28</c:v>
                </c:pt>
                <c:pt idx="1857">
                  <c:v>9.285</c:v>
                </c:pt>
                <c:pt idx="1858">
                  <c:v>9.29</c:v>
                </c:pt>
                <c:pt idx="1859">
                  <c:v>9.295</c:v>
                </c:pt>
                <c:pt idx="1860">
                  <c:v>9.3</c:v>
                </c:pt>
                <c:pt idx="1861">
                  <c:v>9.305</c:v>
                </c:pt>
                <c:pt idx="1862">
                  <c:v>9.31</c:v>
                </c:pt>
                <c:pt idx="1863">
                  <c:v>9.315</c:v>
                </c:pt>
                <c:pt idx="1864">
                  <c:v>9.32</c:v>
                </c:pt>
                <c:pt idx="1865">
                  <c:v>9.325</c:v>
                </c:pt>
                <c:pt idx="1866">
                  <c:v>9.33</c:v>
                </c:pt>
                <c:pt idx="1867">
                  <c:v>9.335</c:v>
                </c:pt>
                <c:pt idx="1868">
                  <c:v>9.34</c:v>
                </c:pt>
                <c:pt idx="1869">
                  <c:v>9.345</c:v>
                </c:pt>
                <c:pt idx="1870">
                  <c:v>9.35</c:v>
                </c:pt>
                <c:pt idx="1871">
                  <c:v>9.355</c:v>
                </c:pt>
                <c:pt idx="1872">
                  <c:v>9.36</c:v>
                </c:pt>
                <c:pt idx="1873">
                  <c:v>9.365</c:v>
                </c:pt>
                <c:pt idx="1874">
                  <c:v>9.37</c:v>
                </c:pt>
                <c:pt idx="1875">
                  <c:v>9.375</c:v>
                </c:pt>
                <c:pt idx="1876">
                  <c:v>9.38</c:v>
                </c:pt>
                <c:pt idx="1877">
                  <c:v>9.385</c:v>
                </c:pt>
                <c:pt idx="1878">
                  <c:v>9.39</c:v>
                </c:pt>
                <c:pt idx="1879">
                  <c:v>9.395</c:v>
                </c:pt>
                <c:pt idx="1880">
                  <c:v>9.4</c:v>
                </c:pt>
                <c:pt idx="1881">
                  <c:v>9.405</c:v>
                </c:pt>
                <c:pt idx="1882">
                  <c:v>9.41</c:v>
                </c:pt>
                <c:pt idx="1883">
                  <c:v>9.415</c:v>
                </c:pt>
                <c:pt idx="1884">
                  <c:v>9.42</c:v>
                </c:pt>
                <c:pt idx="1885">
                  <c:v>9.425</c:v>
                </c:pt>
                <c:pt idx="1886">
                  <c:v>9.43</c:v>
                </c:pt>
                <c:pt idx="1887">
                  <c:v>9.435</c:v>
                </c:pt>
                <c:pt idx="1888">
                  <c:v>9.44</c:v>
                </c:pt>
                <c:pt idx="1889">
                  <c:v>9.445</c:v>
                </c:pt>
                <c:pt idx="1890">
                  <c:v>9.45</c:v>
                </c:pt>
                <c:pt idx="1891">
                  <c:v>9.455</c:v>
                </c:pt>
                <c:pt idx="1892">
                  <c:v>9.46</c:v>
                </c:pt>
                <c:pt idx="1893">
                  <c:v>9.465</c:v>
                </c:pt>
                <c:pt idx="1894">
                  <c:v>9.47</c:v>
                </c:pt>
                <c:pt idx="1895">
                  <c:v>9.475</c:v>
                </c:pt>
                <c:pt idx="1896">
                  <c:v>9.48</c:v>
                </c:pt>
                <c:pt idx="1897">
                  <c:v>9.485</c:v>
                </c:pt>
                <c:pt idx="1898">
                  <c:v>9.49</c:v>
                </c:pt>
                <c:pt idx="1899">
                  <c:v>9.495</c:v>
                </c:pt>
                <c:pt idx="1900">
                  <c:v>9.5</c:v>
                </c:pt>
                <c:pt idx="1901">
                  <c:v>9.505</c:v>
                </c:pt>
                <c:pt idx="1902">
                  <c:v>9.51</c:v>
                </c:pt>
                <c:pt idx="1903">
                  <c:v>9.515</c:v>
                </c:pt>
                <c:pt idx="1904">
                  <c:v>9.52</c:v>
                </c:pt>
                <c:pt idx="1905">
                  <c:v>9.525</c:v>
                </c:pt>
                <c:pt idx="1906">
                  <c:v>9.53</c:v>
                </c:pt>
                <c:pt idx="1907">
                  <c:v>9.535</c:v>
                </c:pt>
                <c:pt idx="1908">
                  <c:v>9.54</c:v>
                </c:pt>
                <c:pt idx="1909">
                  <c:v>9.545</c:v>
                </c:pt>
                <c:pt idx="1910">
                  <c:v>9.55</c:v>
                </c:pt>
                <c:pt idx="1911">
                  <c:v>9.555</c:v>
                </c:pt>
                <c:pt idx="1912">
                  <c:v>9.56</c:v>
                </c:pt>
                <c:pt idx="1913">
                  <c:v>9.565</c:v>
                </c:pt>
                <c:pt idx="1914">
                  <c:v>9.57</c:v>
                </c:pt>
                <c:pt idx="1915">
                  <c:v>9.575</c:v>
                </c:pt>
                <c:pt idx="1916">
                  <c:v>9.58</c:v>
                </c:pt>
                <c:pt idx="1917">
                  <c:v>9.585</c:v>
                </c:pt>
                <c:pt idx="1918">
                  <c:v>9.59</c:v>
                </c:pt>
                <c:pt idx="1919">
                  <c:v>9.595</c:v>
                </c:pt>
                <c:pt idx="1920">
                  <c:v>9.6</c:v>
                </c:pt>
                <c:pt idx="1921">
                  <c:v>9.605</c:v>
                </c:pt>
                <c:pt idx="1922">
                  <c:v>9.61</c:v>
                </c:pt>
                <c:pt idx="1923">
                  <c:v>9.615</c:v>
                </c:pt>
                <c:pt idx="1924">
                  <c:v>9.62</c:v>
                </c:pt>
                <c:pt idx="1925">
                  <c:v>9.625</c:v>
                </c:pt>
                <c:pt idx="1926">
                  <c:v>9.63</c:v>
                </c:pt>
                <c:pt idx="1927">
                  <c:v>9.635</c:v>
                </c:pt>
                <c:pt idx="1928">
                  <c:v>9.64</c:v>
                </c:pt>
                <c:pt idx="1929">
                  <c:v>9.645</c:v>
                </c:pt>
                <c:pt idx="1930">
                  <c:v>9.65</c:v>
                </c:pt>
                <c:pt idx="1931">
                  <c:v>9.655</c:v>
                </c:pt>
                <c:pt idx="1932">
                  <c:v>9.66</c:v>
                </c:pt>
                <c:pt idx="1933">
                  <c:v>9.665</c:v>
                </c:pt>
                <c:pt idx="1934">
                  <c:v>9.67</c:v>
                </c:pt>
                <c:pt idx="1935">
                  <c:v>9.675</c:v>
                </c:pt>
                <c:pt idx="1936">
                  <c:v>9.68</c:v>
                </c:pt>
                <c:pt idx="1937">
                  <c:v>9.685</c:v>
                </c:pt>
                <c:pt idx="1938">
                  <c:v>9.69</c:v>
                </c:pt>
                <c:pt idx="1939">
                  <c:v>9.695</c:v>
                </c:pt>
                <c:pt idx="1940">
                  <c:v>9.7</c:v>
                </c:pt>
                <c:pt idx="1941">
                  <c:v>9.705</c:v>
                </c:pt>
                <c:pt idx="1942">
                  <c:v>9.71</c:v>
                </c:pt>
                <c:pt idx="1943">
                  <c:v>9.715</c:v>
                </c:pt>
                <c:pt idx="1944">
                  <c:v>9.72</c:v>
                </c:pt>
                <c:pt idx="1945">
                  <c:v>9.725</c:v>
                </c:pt>
                <c:pt idx="1946">
                  <c:v>9.73</c:v>
                </c:pt>
                <c:pt idx="1947">
                  <c:v>9.735</c:v>
                </c:pt>
                <c:pt idx="1948">
                  <c:v>9.74</c:v>
                </c:pt>
                <c:pt idx="1949">
                  <c:v>9.745</c:v>
                </c:pt>
                <c:pt idx="1950">
                  <c:v>9.75</c:v>
                </c:pt>
                <c:pt idx="1951">
                  <c:v>9.755</c:v>
                </c:pt>
                <c:pt idx="1952">
                  <c:v>9.76</c:v>
                </c:pt>
                <c:pt idx="1953">
                  <c:v>9.765</c:v>
                </c:pt>
                <c:pt idx="1954">
                  <c:v>9.77</c:v>
                </c:pt>
                <c:pt idx="1955">
                  <c:v>9.775</c:v>
                </c:pt>
                <c:pt idx="1956">
                  <c:v>9.78</c:v>
                </c:pt>
                <c:pt idx="1957">
                  <c:v>9.785</c:v>
                </c:pt>
                <c:pt idx="1958">
                  <c:v>9.79</c:v>
                </c:pt>
                <c:pt idx="1959">
                  <c:v>9.795</c:v>
                </c:pt>
                <c:pt idx="1960">
                  <c:v>9.8</c:v>
                </c:pt>
                <c:pt idx="1961">
                  <c:v>9.805</c:v>
                </c:pt>
                <c:pt idx="1962">
                  <c:v>9.81</c:v>
                </c:pt>
                <c:pt idx="1963">
                  <c:v>9.815</c:v>
                </c:pt>
                <c:pt idx="1964">
                  <c:v>9.82</c:v>
                </c:pt>
                <c:pt idx="1965">
                  <c:v>9.825</c:v>
                </c:pt>
                <c:pt idx="1966">
                  <c:v>9.83</c:v>
                </c:pt>
                <c:pt idx="1967">
                  <c:v>9.835</c:v>
                </c:pt>
                <c:pt idx="1968">
                  <c:v>9.84</c:v>
                </c:pt>
                <c:pt idx="1969">
                  <c:v>9.845</c:v>
                </c:pt>
                <c:pt idx="1970">
                  <c:v>9.85</c:v>
                </c:pt>
                <c:pt idx="1971">
                  <c:v>9.855</c:v>
                </c:pt>
                <c:pt idx="1972">
                  <c:v>9.86</c:v>
                </c:pt>
                <c:pt idx="1973">
                  <c:v>9.865</c:v>
                </c:pt>
                <c:pt idx="1974">
                  <c:v>9.87</c:v>
                </c:pt>
                <c:pt idx="1975">
                  <c:v>9.875</c:v>
                </c:pt>
                <c:pt idx="1976">
                  <c:v>9.88</c:v>
                </c:pt>
                <c:pt idx="1977">
                  <c:v>9.885</c:v>
                </c:pt>
                <c:pt idx="1978">
                  <c:v>9.89</c:v>
                </c:pt>
                <c:pt idx="1979">
                  <c:v>9.895</c:v>
                </c:pt>
                <c:pt idx="1980">
                  <c:v>9.9</c:v>
                </c:pt>
                <c:pt idx="1981">
                  <c:v>9.905</c:v>
                </c:pt>
                <c:pt idx="1982">
                  <c:v>9.91</c:v>
                </c:pt>
                <c:pt idx="1983">
                  <c:v>9.915</c:v>
                </c:pt>
                <c:pt idx="1984">
                  <c:v>9.92</c:v>
                </c:pt>
                <c:pt idx="1985">
                  <c:v>9.925</c:v>
                </c:pt>
                <c:pt idx="1986">
                  <c:v>9.93</c:v>
                </c:pt>
                <c:pt idx="1987">
                  <c:v>9.935</c:v>
                </c:pt>
                <c:pt idx="1988">
                  <c:v>9.94</c:v>
                </c:pt>
                <c:pt idx="1989">
                  <c:v>9.945</c:v>
                </c:pt>
                <c:pt idx="1990">
                  <c:v>9.95</c:v>
                </c:pt>
                <c:pt idx="1991">
                  <c:v>9.955</c:v>
                </c:pt>
                <c:pt idx="1992">
                  <c:v>9.96</c:v>
                </c:pt>
                <c:pt idx="1993">
                  <c:v>9.965</c:v>
                </c:pt>
                <c:pt idx="1994">
                  <c:v>9.97</c:v>
                </c:pt>
                <c:pt idx="1995">
                  <c:v>9.975</c:v>
                </c:pt>
                <c:pt idx="1996">
                  <c:v>9.98</c:v>
                </c:pt>
                <c:pt idx="1997">
                  <c:v>9.985</c:v>
                </c:pt>
                <c:pt idx="1998">
                  <c:v>9.99</c:v>
                </c:pt>
                <c:pt idx="1999">
                  <c:v>9.995</c:v>
                </c:pt>
                <c:pt idx="2000">
                  <c:v>10</c:v>
                </c:pt>
                <c:pt idx="2001">
                  <c:v>10.005</c:v>
                </c:pt>
                <c:pt idx="2002">
                  <c:v>10.01</c:v>
                </c:pt>
                <c:pt idx="2003">
                  <c:v>10.015</c:v>
                </c:pt>
                <c:pt idx="2004">
                  <c:v>10.02</c:v>
                </c:pt>
                <c:pt idx="2005">
                  <c:v>10.025</c:v>
                </c:pt>
                <c:pt idx="2006">
                  <c:v>10.03</c:v>
                </c:pt>
                <c:pt idx="2007">
                  <c:v>10.035</c:v>
                </c:pt>
                <c:pt idx="2008">
                  <c:v>10.04</c:v>
                </c:pt>
                <c:pt idx="2009">
                  <c:v>10.045</c:v>
                </c:pt>
                <c:pt idx="2010">
                  <c:v>10.05</c:v>
                </c:pt>
                <c:pt idx="2011">
                  <c:v>10.055</c:v>
                </c:pt>
                <c:pt idx="2012">
                  <c:v>10.06</c:v>
                </c:pt>
                <c:pt idx="2013">
                  <c:v>10.065</c:v>
                </c:pt>
                <c:pt idx="2014">
                  <c:v>10.07</c:v>
                </c:pt>
                <c:pt idx="2015">
                  <c:v>10.075</c:v>
                </c:pt>
                <c:pt idx="2016">
                  <c:v>10.08</c:v>
                </c:pt>
                <c:pt idx="2017">
                  <c:v>10.085</c:v>
                </c:pt>
                <c:pt idx="2018">
                  <c:v>10.09</c:v>
                </c:pt>
                <c:pt idx="2019">
                  <c:v>10.095</c:v>
                </c:pt>
                <c:pt idx="2020">
                  <c:v>10.1</c:v>
                </c:pt>
                <c:pt idx="2021">
                  <c:v>10.105</c:v>
                </c:pt>
                <c:pt idx="2022">
                  <c:v>10.11</c:v>
                </c:pt>
                <c:pt idx="2023">
                  <c:v>10.115</c:v>
                </c:pt>
                <c:pt idx="2024">
                  <c:v>10.12</c:v>
                </c:pt>
                <c:pt idx="2025">
                  <c:v>10.125</c:v>
                </c:pt>
                <c:pt idx="2026">
                  <c:v>10.13</c:v>
                </c:pt>
                <c:pt idx="2027">
                  <c:v>10.135</c:v>
                </c:pt>
                <c:pt idx="2028">
                  <c:v>10.14</c:v>
                </c:pt>
                <c:pt idx="2029">
                  <c:v>10.145</c:v>
                </c:pt>
                <c:pt idx="2030">
                  <c:v>10.15</c:v>
                </c:pt>
                <c:pt idx="2031">
                  <c:v>10.155</c:v>
                </c:pt>
                <c:pt idx="2032">
                  <c:v>10.16</c:v>
                </c:pt>
                <c:pt idx="2033">
                  <c:v>10.165</c:v>
                </c:pt>
                <c:pt idx="2034">
                  <c:v>10.17</c:v>
                </c:pt>
                <c:pt idx="2035">
                  <c:v>10.175</c:v>
                </c:pt>
                <c:pt idx="2036">
                  <c:v>10.18</c:v>
                </c:pt>
                <c:pt idx="2037">
                  <c:v>10.185</c:v>
                </c:pt>
                <c:pt idx="2038">
                  <c:v>10.19</c:v>
                </c:pt>
                <c:pt idx="2039">
                  <c:v>10.195</c:v>
                </c:pt>
                <c:pt idx="2040">
                  <c:v>10.2</c:v>
                </c:pt>
                <c:pt idx="2041">
                  <c:v>10.205</c:v>
                </c:pt>
                <c:pt idx="2042">
                  <c:v>10.21</c:v>
                </c:pt>
                <c:pt idx="2043">
                  <c:v>10.215</c:v>
                </c:pt>
                <c:pt idx="2044">
                  <c:v>10.22</c:v>
                </c:pt>
                <c:pt idx="2045">
                  <c:v>10.225</c:v>
                </c:pt>
                <c:pt idx="2046">
                  <c:v>10.23</c:v>
                </c:pt>
                <c:pt idx="2047">
                  <c:v>10.235</c:v>
                </c:pt>
                <c:pt idx="2048">
                  <c:v>10.24</c:v>
                </c:pt>
                <c:pt idx="2049">
                  <c:v>10.245</c:v>
                </c:pt>
                <c:pt idx="2050">
                  <c:v>10.25</c:v>
                </c:pt>
                <c:pt idx="2051">
                  <c:v>10.255</c:v>
                </c:pt>
                <c:pt idx="2052">
                  <c:v>10.26</c:v>
                </c:pt>
                <c:pt idx="2053">
                  <c:v>10.265</c:v>
                </c:pt>
                <c:pt idx="2054">
                  <c:v>10.27</c:v>
                </c:pt>
                <c:pt idx="2055">
                  <c:v>10.275</c:v>
                </c:pt>
                <c:pt idx="2056">
                  <c:v>10.28</c:v>
                </c:pt>
                <c:pt idx="2057">
                  <c:v>10.285</c:v>
                </c:pt>
                <c:pt idx="2058">
                  <c:v>10.29</c:v>
                </c:pt>
                <c:pt idx="2059">
                  <c:v>10.295</c:v>
                </c:pt>
                <c:pt idx="2060">
                  <c:v>10.3</c:v>
                </c:pt>
                <c:pt idx="2061">
                  <c:v>10.305</c:v>
                </c:pt>
                <c:pt idx="2062">
                  <c:v>10.31</c:v>
                </c:pt>
                <c:pt idx="2063">
                  <c:v>10.315</c:v>
                </c:pt>
                <c:pt idx="2064">
                  <c:v>10.32</c:v>
                </c:pt>
                <c:pt idx="2065">
                  <c:v>10.325</c:v>
                </c:pt>
                <c:pt idx="2066">
                  <c:v>10.33</c:v>
                </c:pt>
                <c:pt idx="2067">
                  <c:v>10.335</c:v>
                </c:pt>
                <c:pt idx="2068">
                  <c:v>10.34</c:v>
                </c:pt>
                <c:pt idx="2069">
                  <c:v>10.345</c:v>
                </c:pt>
                <c:pt idx="2070">
                  <c:v>10.35</c:v>
                </c:pt>
                <c:pt idx="2071">
                  <c:v>10.355</c:v>
                </c:pt>
                <c:pt idx="2072">
                  <c:v>10.36</c:v>
                </c:pt>
                <c:pt idx="2073">
                  <c:v>10.365</c:v>
                </c:pt>
                <c:pt idx="2074">
                  <c:v>10.37</c:v>
                </c:pt>
                <c:pt idx="2075">
                  <c:v>10.375</c:v>
                </c:pt>
                <c:pt idx="2076">
                  <c:v>10.38</c:v>
                </c:pt>
                <c:pt idx="2077">
                  <c:v>10.385</c:v>
                </c:pt>
                <c:pt idx="2078">
                  <c:v>10.39</c:v>
                </c:pt>
                <c:pt idx="2079">
                  <c:v>10.395</c:v>
                </c:pt>
                <c:pt idx="2080">
                  <c:v>10.4</c:v>
                </c:pt>
                <c:pt idx="2081">
                  <c:v>10.405</c:v>
                </c:pt>
                <c:pt idx="2082">
                  <c:v>10.41</c:v>
                </c:pt>
                <c:pt idx="2083">
                  <c:v>10.415</c:v>
                </c:pt>
                <c:pt idx="2084">
                  <c:v>10.42</c:v>
                </c:pt>
                <c:pt idx="2085">
                  <c:v>10.425</c:v>
                </c:pt>
                <c:pt idx="2086">
                  <c:v>10.43</c:v>
                </c:pt>
                <c:pt idx="2087">
                  <c:v>10.435</c:v>
                </c:pt>
                <c:pt idx="2088">
                  <c:v>10.44</c:v>
                </c:pt>
                <c:pt idx="2089">
                  <c:v>10.445</c:v>
                </c:pt>
                <c:pt idx="2090">
                  <c:v>10.45</c:v>
                </c:pt>
                <c:pt idx="2091">
                  <c:v>10.455</c:v>
                </c:pt>
                <c:pt idx="2092">
                  <c:v>10.46</c:v>
                </c:pt>
                <c:pt idx="2093">
                  <c:v>10.465</c:v>
                </c:pt>
                <c:pt idx="2094">
                  <c:v>10.47</c:v>
                </c:pt>
                <c:pt idx="2095">
                  <c:v>10.475</c:v>
                </c:pt>
                <c:pt idx="2096">
                  <c:v>10.48</c:v>
                </c:pt>
                <c:pt idx="2097">
                  <c:v>10.485</c:v>
                </c:pt>
                <c:pt idx="2098">
                  <c:v>10.49</c:v>
                </c:pt>
                <c:pt idx="2099">
                  <c:v>10.495</c:v>
                </c:pt>
                <c:pt idx="2100">
                  <c:v>10.5</c:v>
                </c:pt>
                <c:pt idx="2101">
                  <c:v>10.505</c:v>
                </c:pt>
                <c:pt idx="2102">
                  <c:v>10.51</c:v>
                </c:pt>
                <c:pt idx="2103">
                  <c:v>10.515</c:v>
                </c:pt>
                <c:pt idx="2104">
                  <c:v>10.52</c:v>
                </c:pt>
                <c:pt idx="2105">
                  <c:v>10.525</c:v>
                </c:pt>
                <c:pt idx="2106">
                  <c:v>10.53</c:v>
                </c:pt>
                <c:pt idx="2107">
                  <c:v>10.535</c:v>
                </c:pt>
                <c:pt idx="2108">
                  <c:v>10.54</c:v>
                </c:pt>
                <c:pt idx="2109">
                  <c:v>10.545</c:v>
                </c:pt>
                <c:pt idx="2110">
                  <c:v>10.55</c:v>
                </c:pt>
                <c:pt idx="2111">
                  <c:v>10.555</c:v>
                </c:pt>
                <c:pt idx="2112">
                  <c:v>10.56</c:v>
                </c:pt>
                <c:pt idx="2113">
                  <c:v>10.565</c:v>
                </c:pt>
                <c:pt idx="2114">
                  <c:v>10.57</c:v>
                </c:pt>
                <c:pt idx="2115">
                  <c:v>10.575</c:v>
                </c:pt>
                <c:pt idx="2116">
                  <c:v>10.58</c:v>
                </c:pt>
                <c:pt idx="2117">
                  <c:v>10.585</c:v>
                </c:pt>
                <c:pt idx="2118">
                  <c:v>10.59</c:v>
                </c:pt>
                <c:pt idx="2119">
                  <c:v>10.595</c:v>
                </c:pt>
                <c:pt idx="2120">
                  <c:v>10.6</c:v>
                </c:pt>
                <c:pt idx="2121">
                  <c:v>10.605</c:v>
                </c:pt>
                <c:pt idx="2122">
                  <c:v>10.61</c:v>
                </c:pt>
                <c:pt idx="2123">
                  <c:v>10.615</c:v>
                </c:pt>
                <c:pt idx="2124">
                  <c:v>10.62</c:v>
                </c:pt>
                <c:pt idx="2125">
                  <c:v>10.625</c:v>
                </c:pt>
                <c:pt idx="2126">
                  <c:v>10.63</c:v>
                </c:pt>
                <c:pt idx="2127">
                  <c:v>10.635</c:v>
                </c:pt>
                <c:pt idx="2128">
                  <c:v>10.64</c:v>
                </c:pt>
                <c:pt idx="2129">
                  <c:v>10.645</c:v>
                </c:pt>
                <c:pt idx="2130">
                  <c:v>10.65</c:v>
                </c:pt>
                <c:pt idx="2131">
                  <c:v>10.655</c:v>
                </c:pt>
                <c:pt idx="2132">
                  <c:v>10.66</c:v>
                </c:pt>
                <c:pt idx="2133">
                  <c:v>10.665</c:v>
                </c:pt>
                <c:pt idx="2134">
                  <c:v>10.67</c:v>
                </c:pt>
                <c:pt idx="2135">
                  <c:v>10.675</c:v>
                </c:pt>
                <c:pt idx="2136">
                  <c:v>10.68</c:v>
                </c:pt>
                <c:pt idx="2137">
                  <c:v>10.685</c:v>
                </c:pt>
                <c:pt idx="2138">
                  <c:v>10.69</c:v>
                </c:pt>
                <c:pt idx="2139">
                  <c:v>10.695</c:v>
                </c:pt>
                <c:pt idx="2140">
                  <c:v>10.7</c:v>
                </c:pt>
                <c:pt idx="2141">
                  <c:v>10.705</c:v>
                </c:pt>
                <c:pt idx="2142">
                  <c:v>10.71</c:v>
                </c:pt>
                <c:pt idx="2143">
                  <c:v>10.715</c:v>
                </c:pt>
                <c:pt idx="2144">
                  <c:v>10.72</c:v>
                </c:pt>
                <c:pt idx="2145">
                  <c:v>10.725</c:v>
                </c:pt>
                <c:pt idx="2146">
                  <c:v>10.73</c:v>
                </c:pt>
                <c:pt idx="2147">
                  <c:v>10.735</c:v>
                </c:pt>
                <c:pt idx="2148">
                  <c:v>10.74</c:v>
                </c:pt>
                <c:pt idx="2149">
                  <c:v>10.745</c:v>
                </c:pt>
                <c:pt idx="2150">
                  <c:v>10.75</c:v>
                </c:pt>
                <c:pt idx="2151">
                  <c:v>10.755</c:v>
                </c:pt>
                <c:pt idx="2152">
                  <c:v>10.76</c:v>
                </c:pt>
                <c:pt idx="2153">
                  <c:v>10.765</c:v>
                </c:pt>
                <c:pt idx="2154">
                  <c:v>10.77</c:v>
                </c:pt>
                <c:pt idx="2155">
                  <c:v>10.775</c:v>
                </c:pt>
                <c:pt idx="2156">
                  <c:v>10.78</c:v>
                </c:pt>
                <c:pt idx="2157">
                  <c:v>10.785</c:v>
                </c:pt>
                <c:pt idx="2158">
                  <c:v>10.79</c:v>
                </c:pt>
                <c:pt idx="2159">
                  <c:v>10.795</c:v>
                </c:pt>
                <c:pt idx="2160">
                  <c:v>10.8</c:v>
                </c:pt>
                <c:pt idx="2161">
                  <c:v>10.805</c:v>
                </c:pt>
                <c:pt idx="2162">
                  <c:v>10.81</c:v>
                </c:pt>
                <c:pt idx="2163">
                  <c:v>10.815</c:v>
                </c:pt>
                <c:pt idx="2164">
                  <c:v>10.82</c:v>
                </c:pt>
                <c:pt idx="2165">
                  <c:v>10.825</c:v>
                </c:pt>
                <c:pt idx="2166">
                  <c:v>10.83</c:v>
                </c:pt>
                <c:pt idx="2167">
                  <c:v>10.835</c:v>
                </c:pt>
                <c:pt idx="2168">
                  <c:v>10.84</c:v>
                </c:pt>
                <c:pt idx="2169">
                  <c:v>10.845</c:v>
                </c:pt>
                <c:pt idx="2170">
                  <c:v>10.85</c:v>
                </c:pt>
                <c:pt idx="2171">
                  <c:v>10.855</c:v>
                </c:pt>
                <c:pt idx="2172">
                  <c:v>10.86</c:v>
                </c:pt>
                <c:pt idx="2173">
                  <c:v>10.865</c:v>
                </c:pt>
                <c:pt idx="2174">
                  <c:v>10.87</c:v>
                </c:pt>
                <c:pt idx="2175">
                  <c:v>10.875</c:v>
                </c:pt>
                <c:pt idx="2176">
                  <c:v>10.88</c:v>
                </c:pt>
                <c:pt idx="2177">
                  <c:v>10.885</c:v>
                </c:pt>
                <c:pt idx="2178">
                  <c:v>10.89</c:v>
                </c:pt>
                <c:pt idx="2179">
                  <c:v>10.895</c:v>
                </c:pt>
                <c:pt idx="2180">
                  <c:v>10.9</c:v>
                </c:pt>
                <c:pt idx="2181">
                  <c:v>10.905</c:v>
                </c:pt>
                <c:pt idx="2182">
                  <c:v>10.91</c:v>
                </c:pt>
                <c:pt idx="2183">
                  <c:v>10.915</c:v>
                </c:pt>
                <c:pt idx="2184">
                  <c:v>10.92</c:v>
                </c:pt>
                <c:pt idx="2185">
                  <c:v>10.925</c:v>
                </c:pt>
                <c:pt idx="2186">
                  <c:v>10.93</c:v>
                </c:pt>
                <c:pt idx="2187">
                  <c:v>10.935</c:v>
                </c:pt>
                <c:pt idx="2188">
                  <c:v>10.94</c:v>
                </c:pt>
                <c:pt idx="2189">
                  <c:v>10.945</c:v>
                </c:pt>
                <c:pt idx="2190">
                  <c:v>10.95</c:v>
                </c:pt>
                <c:pt idx="2191">
                  <c:v>10.955</c:v>
                </c:pt>
                <c:pt idx="2192">
                  <c:v>10.96</c:v>
                </c:pt>
                <c:pt idx="2193">
                  <c:v>10.965</c:v>
                </c:pt>
                <c:pt idx="2194">
                  <c:v>10.97</c:v>
                </c:pt>
                <c:pt idx="2195">
                  <c:v>10.975</c:v>
                </c:pt>
                <c:pt idx="2196">
                  <c:v>10.98</c:v>
                </c:pt>
                <c:pt idx="2197">
                  <c:v>10.985</c:v>
                </c:pt>
                <c:pt idx="2198">
                  <c:v>10.99</c:v>
                </c:pt>
                <c:pt idx="2199">
                  <c:v>10.995</c:v>
                </c:pt>
                <c:pt idx="2200">
                  <c:v>11</c:v>
                </c:pt>
                <c:pt idx="2201">
                  <c:v>11.005</c:v>
                </c:pt>
                <c:pt idx="2202">
                  <c:v>11.01</c:v>
                </c:pt>
                <c:pt idx="2203">
                  <c:v>11.015</c:v>
                </c:pt>
                <c:pt idx="2204">
                  <c:v>11.02</c:v>
                </c:pt>
                <c:pt idx="2205">
                  <c:v>11.025</c:v>
                </c:pt>
                <c:pt idx="2206">
                  <c:v>11.03</c:v>
                </c:pt>
                <c:pt idx="2207">
                  <c:v>11.035</c:v>
                </c:pt>
                <c:pt idx="2208">
                  <c:v>11.04</c:v>
                </c:pt>
                <c:pt idx="2209">
                  <c:v>11.045</c:v>
                </c:pt>
                <c:pt idx="2210">
                  <c:v>11.05</c:v>
                </c:pt>
                <c:pt idx="2211">
                  <c:v>11.055</c:v>
                </c:pt>
                <c:pt idx="2212">
                  <c:v>11.06</c:v>
                </c:pt>
                <c:pt idx="2213">
                  <c:v>11.065</c:v>
                </c:pt>
                <c:pt idx="2214">
                  <c:v>11.07</c:v>
                </c:pt>
                <c:pt idx="2215">
                  <c:v>11.075</c:v>
                </c:pt>
                <c:pt idx="2216">
                  <c:v>11.08</c:v>
                </c:pt>
                <c:pt idx="2217">
                  <c:v>11.085</c:v>
                </c:pt>
                <c:pt idx="2218">
                  <c:v>11.09</c:v>
                </c:pt>
                <c:pt idx="2219">
                  <c:v>11.095</c:v>
                </c:pt>
                <c:pt idx="2220">
                  <c:v>11.1</c:v>
                </c:pt>
                <c:pt idx="2221">
                  <c:v>11.105</c:v>
                </c:pt>
                <c:pt idx="2222">
                  <c:v>11.11</c:v>
                </c:pt>
                <c:pt idx="2223">
                  <c:v>11.115</c:v>
                </c:pt>
                <c:pt idx="2224">
                  <c:v>11.12</c:v>
                </c:pt>
                <c:pt idx="2225">
                  <c:v>11.125</c:v>
                </c:pt>
                <c:pt idx="2226">
                  <c:v>11.13</c:v>
                </c:pt>
                <c:pt idx="2227">
                  <c:v>11.135</c:v>
                </c:pt>
                <c:pt idx="2228">
                  <c:v>11.14</c:v>
                </c:pt>
                <c:pt idx="2229">
                  <c:v>11.145</c:v>
                </c:pt>
                <c:pt idx="2230">
                  <c:v>11.15</c:v>
                </c:pt>
                <c:pt idx="2231">
                  <c:v>11.155</c:v>
                </c:pt>
                <c:pt idx="2232">
                  <c:v>11.16</c:v>
                </c:pt>
                <c:pt idx="2233">
                  <c:v>11.165</c:v>
                </c:pt>
                <c:pt idx="2234">
                  <c:v>11.17</c:v>
                </c:pt>
                <c:pt idx="2235">
                  <c:v>11.175</c:v>
                </c:pt>
                <c:pt idx="2236">
                  <c:v>11.18</c:v>
                </c:pt>
                <c:pt idx="2237">
                  <c:v>11.185</c:v>
                </c:pt>
                <c:pt idx="2238">
                  <c:v>11.19</c:v>
                </c:pt>
                <c:pt idx="2239">
                  <c:v>11.195</c:v>
                </c:pt>
                <c:pt idx="2240">
                  <c:v>11.2</c:v>
                </c:pt>
                <c:pt idx="2241">
                  <c:v>11.205</c:v>
                </c:pt>
                <c:pt idx="2242">
                  <c:v>11.21</c:v>
                </c:pt>
                <c:pt idx="2243">
                  <c:v>11.215</c:v>
                </c:pt>
                <c:pt idx="2244">
                  <c:v>11.22</c:v>
                </c:pt>
                <c:pt idx="2245">
                  <c:v>11.225</c:v>
                </c:pt>
                <c:pt idx="2246">
                  <c:v>11.23</c:v>
                </c:pt>
                <c:pt idx="2247">
                  <c:v>11.235</c:v>
                </c:pt>
                <c:pt idx="2248">
                  <c:v>11.24</c:v>
                </c:pt>
                <c:pt idx="2249">
                  <c:v>11.245</c:v>
                </c:pt>
                <c:pt idx="2250">
                  <c:v>11.25</c:v>
                </c:pt>
                <c:pt idx="2251">
                  <c:v>11.255</c:v>
                </c:pt>
                <c:pt idx="2252">
                  <c:v>11.26</c:v>
                </c:pt>
                <c:pt idx="2253">
                  <c:v>11.265</c:v>
                </c:pt>
                <c:pt idx="2254">
                  <c:v>11.27</c:v>
                </c:pt>
                <c:pt idx="2255">
                  <c:v>11.275</c:v>
                </c:pt>
                <c:pt idx="2256">
                  <c:v>11.28</c:v>
                </c:pt>
                <c:pt idx="2257">
                  <c:v>11.285</c:v>
                </c:pt>
                <c:pt idx="2258">
                  <c:v>11.29</c:v>
                </c:pt>
                <c:pt idx="2259">
                  <c:v>11.295</c:v>
                </c:pt>
                <c:pt idx="2260">
                  <c:v>11.3</c:v>
                </c:pt>
                <c:pt idx="2261">
                  <c:v>11.305</c:v>
                </c:pt>
                <c:pt idx="2262">
                  <c:v>11.31</c:v>
                </c:pt>
                <c:pt idx="2263">
                  <c:v>11.315</c:v>
                </c:pt>
                <c:pt idx="2264">
                  <c:v>11.32</c:v>
                </c:pt>
                <c:pt idx="2265">
                  <c:v>11.325</c:v>
                </c:pt>
                <c:pt idx="2266">
                  <c:v>11.33</c:v>
                </c:pt>
                <c:pt idx="2267">
                  <c:v>11.335</c:v>
                </c:pt>
                <c:pt idx="2268">
                  <c:v>11.34</c:v>
                </c:pt>
                <c:pt idx="2269">
                  <c:v>11.345</c:v>
                </c:pt>
                <c:pt idx="2270">
                  <c:v>11.35</c:v>
                </c:pt>
                <c:pt idx="2271">
                  <c:v>11.355</c:v>
                </c:pt>
                <c:pt idx="2272">
                  <c:v>11.36</c:v>
                </c:pt>
                <c:pt idx="2273">
                  <c:v>11.365</c:v>
                </c:pt>
                <c:pt idx="2274">
                  <c:v>11.37</c:v>
                </c:pt>
                <c:pt idx="2275">
                  <c:v>11.375</c:v>
                </c:pt>
                <c:pt idx="2276">
                  <c:v>11.38</c:v>
                </c:pt>
                <c:pt idx="2277">
                  <c:v>11.385</c:v>
                </c:pt>
                <c:pt idx="2278">
                  <c:v>11.39</c:v>
                </c:pt>
                <c:pt idx="2279">
                  <c:v>11.395</c:v>
                </c:pt>
                <c:pt idx="2280">
                  <c:v>11.4</c:v>
                </c:pt>
                <c:pt idx="2281">
                  <c:v>11.405</c:v>
                </c:pt>
                <c:pt idx="2282">
                  <c:v>11.41</c:v>
                </c:pt>
                <c:pt idx="2283">
                  <c:v>11.415</c:v>
                </c:pt>
                <c:pt idx="2284">
                  <c:v>11.42</c:v>
                </c:pt>
                <c:pt idx="2285">
                  <c:v>11.425</c:v>
                </c:pt>
                <c:pt idx="2286">
                  <c:v>11.43</c:v>
                </c:pt>
                <c:pt idx="2287">
                  <c:v>11.435</c:v>
                </c:pt>
                <c:pt idx="2288">
                  <c:v>11.44</c:v>
                </c:pt>
                <c:pt idx="2289">
                  <c:v>11.445</c:v>
                </c:pt>
                <c:pt idx="2290">
                  <c:v>11.45</c:v>
                </c:pt>
                <c:pt idx="2291">
                  <c:v>11.455</c:v>
                </c:pt>
                <c:pt idx="2292">
                  <c:v>11.46</c:v>
                </c:pt>
                <c:pt idx="2293">
                  <c:v>11.465</c:v>
                </c:pt>
                <c:pt idx="2294">
                  <c:v>11.47</c:v>
                </c:pt>
                <c:pt idx="2295">
                  <c:v>11.475</c:v>
                </c:pt>
                <c:pt idx="2296">
                  <c:v>11.48</c:v>
                </c:pt>
                <c:pt idx="2297">
                  <c:v>11.485</c:v>
                </c:pt>
                <c:pt idx="2298">
                  <c:v>11.49</c:v>
                </c:pt>
                <c:pt idx="2299">
                  <c:v>11.495</c:v>
                </c:pt>
                <c:pt idx="2300">
                  <c:v>11.5</c:v>
                </c:pt>
                <c:pt idx="2301">
                  <c:v>11.505</c:v>
                </c:pt>
                <c:pt idx="2302">
                  <c:v>11.51</c:v>
                </c:pt>
                <c:pt idx="2303">
                  <c:v>11.515</c:v>
                </c:pt>
                <c:pt idx="2304">
                  <c:v>11.52</c:v>
                </c:pt>
                <c:pt idx="2305">
                  <c:v>11.525</c:v>
                </c:pt>
                <c:pt idx="2306">
                  <c:v>11.53</c:v>
                </c:pt>
                <c:pt idx="2307">
                  <c:v>11.535</c:v>
                </c:pt>
                <c:pt idx="2308">
                  <c:v>11.54</c:v>
                </c:pt>
                <c:pt idx="2309">
                  <c:v>11.545</c:v>
                </c:pt>
                <c:pt idx="2310">
                  <c:v>11.55</c:v>
                </c:pt>
                <c:pt idx="2311">
                  <c:v>11.555</c:v>
                </c:pt>
                <c:pt idx="2312">
                  <c:v>11.56</c:v>
                </c:pt>
                <c:pt idx="2313">
                  <c:v>11.565</c:v>
                </c:pt>
                <c:pt idx="2314">
                  <c:v>11.57</c:v>
                </c:pt>
                <c:pt idx="2315">
                  <c:v>11.575</c:v>
                </c:pt>
                <c:pt idx="2316">
                  <c:v>11.58</c:v>
                </c:pt>
                <c:pt idx="2317">
                  <c:v>11.585</c:v>
                </c:pt>
                <c:pt idx="2318">
                  <c:v>11.59</c:v>
                </c:pt>
                <c:pt idx="2319">
                  <c:v>11.595</c:v>
                </c:pt>
                <c:pt idx="2320">
                  <c:v>11.6</c:v>
                </c:pt>
                <c:pt idx="2321">
                  <c:v>11.605</c:v>
                </c:pt>
                <c:pt idx="2322">
                  <c:v>11.61</c:v>
                </c:pt>
                <c:pt idx="2323">
                  <c:v>11.615</c:v>
                </c:pt>
                <c:pt idx="2324">
                  <c:v>11.62</c:v>
                </c:pt>
                <c:pt idx="2325">
                  <c:v>11.625</c:v>
                </c:pt>
                <c:pt idx="2326">
                  <c:v>11.63</c:v>
                </c:pt>
                <c:pt idx="2327">
                  <c:v>11.635</c:v>
                </c:pt>
                <c:pt idx="2328">
                  <c:v>11.64</c:v>
                </c:pt>
                <c:pt idx="2329">
                  <c:v>11.645</c:v>
                </c:pt>
                <c:pt idx="2330">
                  <c:v>11.65</c:v>
                </c:pt>
                <c:pt idx="2331">
                  <c:v>11.655</c:v>
                </c:pt>
                <c:pt idx="2332">
                  <c:v>11.66</c:v>
                </c:pt>
                <c:pt idx="2333">
                  <c:v>11.665</c:v>
                </c:pt>
                <c:pt idx="2334">
                  <c:v>11.67</c:v>
                </c:pt>
                <c:pt idx="2335">
                  <c:v>11.675</c:v>
                </c:pt>
                <c:pt idx="2336">
                  <c:v>11.68</c:v>
                </c:pt>
                <c:pt idx="2337">
                  <c:v>11.685</c:v>
                </c:pt>
                <c:pt idx="2338">
                  <c:v>11.69</c:v>
                </c:pt>
                <c:pt idx="2339">
                  <c:v>11.695</c:v>
                </c:pt>
                <c:pt idx="2340">
                  <c:v>11.7</c:v>
                </c:pt>
                <c:pt idx="2341">
                  <c:v>11.705</c:v>
                </c:pt>
                <c:pt idx="2342">
                  <c:v>11.71</c:v>
                </c:pt>
                <c:pt idx="2343">
                  <c:v>11.715</c:v>
                </c:pt>
                <c:pt idx="2344">
                  <c:v>11.72</c:v>
                </c:pt>
                <c:pt idx="2345">
                  <c:v>11.725</c:v>
                </c:pt>
                <c:pt idx="2346">
                  <c:v>11.73</c:v>
                </c:pt>
                <c:pt idx="2347">
                  <c:v>11.735</c:v>
                </c:pt>
                <c:pt idx="2348">
                  <c:v>11.74</c:v>
                </c:pt>
                <c:pt idx="2349">
                  <c:v>11.745</c:v>
                </c:pt>
                <c:pt idx="2350">
                  <c:v>11.75</c:v>
                </c:pt>
                <c:pt idx="2351">
                  <c:v>11.755</c:v>
                </c:pt>
                <c:pt idx="2352">
                  <c:v>11.76</c:v>
                </c:pt>
                <c:pt idx="2353">
                  <c:v>11.765</c:v>
                </c:pt>
                <c:pt idx="2354">
                  <c:v>11.77</c:v>
                </c:pt>
                <c:pt idx="2355">
                  <c:v>11.775</c:v>
                </c:pt>
                <c:pt idx="2356">
                  <c:v>11.78</c:v>
                </c:pt>
                <c:pt idx="2357">
                  <c:v>11.785</c:v>
                </c:pt>
                <c:pt idx="2358">
                  <c:v>11.79</c:v>
                </c:pt>
                <c:pt idx="2359">
                  <c:v>11.795</c:v>
                </c:pt>
                <c:pt idx="2360">
                  <c:v>11.8</c:v>
                </c:pt>
                <c:pt idx="2361">
                  <c:v>11.805</c:v>
                </c:pt>
                <c:pt idx="2362">
                  <c:v>11.81</c:v>
                </c:pt>
                <c:pt idx="2363">
                  <c:v>11.815</c:v>
                </c:pt>
                <c:pt idx="2364">
                  <c:v>11.82</c:v>
                </c:pt>
                <c:pt idx="2365">
                  <c:v>11.825</c:v>
                </c:pt>
                <c:pt idx="2366">
                  <c:v>11.83</c:v>
                </c:pt>
                <c:pt idx="2367">
                  <c:v>11.835</c:v>
                </c:pt>
                <c:pt idx="2368">
                  <c:v>11.84</c:v>
                </c:pt>
                <c:pt idx="2369">
                  <c:v>11.845</c:v>
                </c:pt>
                <c:pt idx="2370">
                  <c:v>11.85</c:v>
                </c:pt>
                <c:pt idx="2371">
                  <c:v>11.855</c:v>
                </c:pt>
                <c:pt idx="2372">
                  <c:v>11.86</c:v>
                </c:pt>
                <c:pt idx="2373">
                  <c:v>11.865</c:v>
                </c:pt>
                <c:pt idx="2374">
                  <c:v>11.87</c:v>
                </c:pt>
                <c:pt idx="2375">
                  <c:v>11.875</c:v>
                </c:pt>
                <c:pt idx="2376">
                  <c:v>11.88</c:v>
                </c:pt>
                <c:pt idx="2377">
                  <c:v>11.885</c:v>
                </c:pt>
                <c:pt idx="2378">
                  <c:v>11.89</c:v>
                </c:pt>
                <c:pt idx="2379">
                  <c:v>11.895</c:v>
                </c:pt>
                <c:pt idx="2380">
                  <c:v>11.9</c:v>
                </c:pt>
                <c:pt idx="2381">
                  <c:v>11.905</c:v>
                </c:pt>
                <c:pt idx="2382">
                  <c:v>11.91</c:v>
                </c:pt>
                <c:pt idx="2383">
                  <c:v>11.915</c:v>
                </c:pt>
                <c:pt idx="2384">
                  <c:v>11.92</c:v>
                </c:pt>
                <c:pt idx="2385">
                  <c:v>11.925</c:v>
                </c:pt>
                <c:pt idx="2386">
                  <c:v>11.93</c:v>
                </c:pt>
                <c:pt idx="2387">
                  <c:v>11.935</c:v>
                </c:pt>
                <c:pt idx="2388">
                  <c:v>11.94</c:v>
                </c:pt>
                <c:pt idx="2389">
                  <c:v>11.945</c:v>
                </c:pt>
                <c:pt idx="2390">
                  <c:v>11.95</c:v>
                </c:pt>
                <c:pt idx="2391">
                  <c:v>11.955</c:v>
                </c:pt>
                <c:pt idx="2392">
                  <c:v>11.96</c:v>
                </c:pt>
                <c:pt idx="2393">
                  <c:v>11.965</c:v>
                </c:pt>
                <c:pt idx="2394">
                  <c:v>11.97</c:v>
                </c:pt>
                <c:pt idx="2395">
                  <c:v>11.975</c:v>
                </c:pt>
                <c:pt idx="2396">
                  <c:v>11.98</c:v>
                </c:pt>
                <c:pt idx="2397">
                  <c:v>11.985</c:v>
                </c:pt>
                <c:pt idx="2398">
                  <c:v>11.99</c:v>
                </c:pt>
                <c:pt idx="2399">
                  <c:v>11.995</c:v>
                </c:pt>
                <c:pt idx="2400">
                  <c:v>12</c:v>
                </c:pt>
                <c:pt idx="2401">
                  <c:v>12.005</c:v>
                </c:pt>
                <c:pt idx="2402">
                  <c:v>12.01</c:v>
                </c:pt>
                <c:pt idx="2403">
                  <c:v>12.015</c:v>
                </c:pt>
                <c:pt idx="2404">
                  <c:v>12.02</c:v>
                </c:pt>
                <c:pt idx="2405">
                  <c:v>12.025</c:v>
                </c:pt>
                <c:pt idx="2406">
                  <c:v>12.03</c:v>
                </c:pt>
                <c:pt idx="2407">
                  <c:v>12.035</c:v>
                </c:pt>
                <c:pt idx="2408">
                  <c:v>12.04</c:v>
                </c:pt>
                <c:pt idx="2409">
                  <c:v>12.045</c:v>
                </c:pt>
                <c:pt idx="2410">
                  <c:v>12.05</c:v>
                </c:pt>
                <c:pt idx="2411">
                  <c:v>12.055</c:v>
                </c:pt>
                <c:pt idx="2412">
                  <c:v>12.06</c:v>
                </c:pt>
                <c:pt idx="2413">
                  <c:v>12.065</c:v>
                </c:pt>
                <c:pt idx="2414">
                  <c:v>12.07</c:v>
                </c:pt>
                <c:pt idx="2415">
                  <c:v>12.075</c:v>
                </c:pt>
                <c:pt idx="2416">
                  <c:v>12.08</c:v>
                </c:pt>
                <c:pt idx="2417">
                  <c:v>12.085</c:v>
                </c:pt>
                <c:pt idx="2418">
                  <c:v>12.09</c:v>
                </c:pt>
                <c:pt idx="2419">
                  <c:v>12.095</c:v>
                </c:pt>
                <c:pt idx="2420">
                  <c:v>12.1</c:v>
                </c:pt>
                <c:pt idx="2421">
                  <c:v>12.105</c:v>
                </c:pt>
                <c:pt idx="2422">
                  <c:v>12.11</c:v>
                </c:pt>
                <c:pt idx="2423">
                  <c:v>12.115</c:v>
                </c:pt>
                <c:pt idx="2424">
                  <c:v>12.12</c:v>
                </c:pt>
                <c:pt idx="2425">
                  <c:v>12.125</c:v>
                </c:pt>
                <c:pt idx="2426">
                  <c:v>12.13</c:v>
                </c:pt>
                <c:pt idx="2427">
                  <c:v>12.135</c:v>
                </c:pt>
                <c:pt idx="2428">
                  <c:v>12.14</c:v>
                </c:pt>
                <c:pt idx="2429">
                  <c:v>12.145</c:v>
                </c:pt>
                <c:pt idx="2430">
                  <c:v>12.15</c:v>
                </c:pt>
                <c:pt idx="2431">
                  <c:v>12.155</c:v>
                </c:pt>
                <c:pt idx="2432">
                  <c:v>12.16</c:v>
                </c:pt>
                <c:pt idx="2433">
                  <c:v>12.165</c:v>
                </c:pt>
                <c:pt idx="2434">
                  <c:v>12.17</c:v>
                </c:pt>
                <c:pt idx="2435">
                  <c:v>12.175</c:v>
                </c:pt>
                <c:pt idx="2436">
                  <c:v>12.18</c:v>
                </c:pt>
                <c:pt idx="2437">
                  <c:v>12.185</c:v>
                </c:pt>
                <c:pt idx="2438">
                  <c:v>12.19</c:v>
                </c:pt>
                <c:pt idx="2439">
                  <c:v>12.195</c:v>
                </c:pt>
                <c:pt idx="2440">
                  <c:v>12.2</c:v>
                </c:pt>
                <c:pt idx="2441">
                  <c:v>12.205</c:v>
                </c:pt>
                <c:pt idx="2442">
                  <c:v>12.21</c:v>
                </c:pt>
                <c:pt idx="2443">
                  <c:v>12.215</c:v>
                </c:pt>
                <c:pt idx="2444">
                  <c:v>12.22</c:v>
                </c:pt>
                <c:pt idx="2445">
                  <c:v>12.225</c:v>
                </c:pt>
                <c:pt idx="2446">
                  <c:v>12.23</c:v>
                </c:pt>
                <c:pt idx="2447">
                  <c:v>12.235</c:v>
                </c:pt>
                <c:pt idx="2448">
                  <c:v>12.24</c:v>
                </c:pt>
                <c:pt idx="2449">
                  <c:v>12.245</c:v>
                </c:pt>
                <c:pt idx="2450">
                  <c:v>12.25</c:v>
                </c:pt>
                <c:pt idx="2451">
                  <c:v>12.255</c:v>
                </c:pt>
                <c:pt idx="2452">
                  <c:v>12.26</c:v>
                </c:pt>
                <c:pt idx="2453">
                  <c:v>12.265</c:v>
                </c:pt>
                <c:pt idx="2454">
                  <c:v>12.27</c:v>
                </c:pt>
                <c:pt idx="2455">
                  <c:v>12.275</c:v>
                </c:pt>
                <c:pt idx="2456">
                  <c:v>12.28</c:v>
                </c:pt>
                <c:pt idx="2457">
                  <c:v>12.285</c:v>
                </c:pt>
                <c:pt idx="2458">
                  <c:v>12.29</c:v>
                </c:pt>
                <c:pt idx="2459">
                  <c:v>12.295</c:v>
                </c:pt>
                <c:pt idx="2460">
                  <c:v>12.3</c:v>
                </c:pt>
                <c:pt idx="2461">
                  <c:v>12.305</c:v>
                </c:pt>
                <c:pt idx="2462">
                  <c:v>12.31</c:v>
                </c:pt>
                <c:pt idx="2463">
                  <c:v>12.315</c:v>
                </c:pt>
                <c:pt idx="2464">
                  <c:v>12.32</c:v>
                </c:pt>
                <c:pt idx="2465">
                  <c:v>12.325</c:v>
                </c:pt>
                <c:pt idx="2466">
                  <c:v>12.33</c:v>
                </c:pt>
                <c:pt idx="2467">
                  <c:v>12.335</c:v>
                </c:pt>
                <c:pt idx="2468">
                  <c:v>12.34</c:v>
                </c:pt>
                <c:pt idx="2469">
                  <c:v>12.345</c:v>
                </c:pt>
                <c:pt idx="2470">
                  <c:v>12.35</c:v>
                </c:pt>
                <c:pt idx="2471">
                  <c:v>12.355</c:v>
                </c:pt>
                <c:pt idx="2472">
                  <c:v>12.36</c:v>
                </c:pt>
                <c:pt idx="2473">
                  <c:v>12.365</c:v>
                </c:pt>
                <c:pt idx="2474">
                  <c:v>12.37</c:v>
                </c:pt>
                <c:pt idx="2475">
                  <c:v>12.375</c:v>
                </c:pt>
                <c:pt idx="2476">
                  <c:v>12.38</c:v>
                </c:pt>
                <c:pt idx="2477">
                  <c:v>12.385</c:v>
                </c:pt>
                <c:pt idx="2478">
                  <c:v>12.39</c:v>
                </c:pt>
                <c:pt idx="2479">
                  <c:v>12.395</c:v>
                </c:pt>
                <c:pt idx="2480">
                  <c:v>12.4</c:v>
                </c:pt>
                <c:pt idx="2481">
                  <c:v>12.405</c:v>
                </c:pt>
                <c:pt idx="2482">
                  <c:v>12.41</c:v>
                </c:pt>
                <c:pt idx="2483">
                  <c:v>12.415</c:v>
                </c:pt>
                <c:pt idx="2484">
                  <c:v>12.42</c:v>
                </c:pt>
                <c:pt idx="2485">
                  <c:v>12.425</c:v>
                </c:pt>
                <c:pt idx="2486">
                  <c:v>12.43</c:v>
                </c:pt>
                <c:pt idx="2487">
                  <c:v>12.435</c:v>
                </c:pt>
                <c:pt idx="2488">
                  <c:v>12.44</c:v>
                </c:pt>
                <c:pt idx="2489">
                  <c:v>12.445</c:v>
                </c:pt>
                <c:pt idx="2490">
                  <c:v>12.45</c:v>
                </c:pt>
                <c:pt idx="2491">
                  <c:v>12.455</c:v>
                </c:pt>
                <c:pt idx="2492">
                  <c:v>12.46</c:v>
                </c:pt>
                <c:pt idx="2493">
                  <c:v>12.465</c:v>
                </c:pt>
                <c:pt idx="2494">
                  <c:v>12.47</c:v>
                </c:pt>
                <c:pt idx="2495">
                  <c:v>12.475</c:v>
                </c:pt>
                <c:pt idx="2496">
                  <c:v>12.48</c:v>
                </c:pt>
                <c:pt idx="2497">
                  <c:v>12.485</c:v>
                </c:pt>
                <c:pt idx="2498">
                  <c:v>12.49</c:v>
                </c:pt>
                <c:pt idx="2499">
                  <c:v>12.495</c:v>
                </c:pt>
                <c:pt idx="2500">
                  <c:v>12.5</c:v>
                </c:pt>
                <c:pt idx="2501">
                  <c:v>12.505</c:v>
                </c:pt>
                <c:pt idx="2502">
                  <c:v>12.51</c:v>
                </c:pt>
                <c:pt idx="2503">
                  <c:v>12.515</c:v>
                </c:pt>
                <c:pt idx="2504">
                  <c:v>12.52</c:v>
                </c:pt>
                <c:pt idx="2505">
                  <c:v>12.525</c:v>
                </c:pt>
                <c:pt idx="2506">
                  <c:v>12.53</c:v>
                </c:pt>
                <c:pt idx="2507">
                  <c:v>12.535</c:v>
                </c:pt>
                <c:pt idx="2508">
                  <c:v>12.54</c:v>
                </c:pt>
                <c:pt idx="2509">
                  <c:v>12.545</c:v>
                </c:pt>
                <c:pt idx="2510">
                  <c:v>12.55</c:v>
                </c:pt>
                <c:pt idx="2511">
                  <c:v>12.555</c:v>
                </c:pt>
                <c:pt idx="2512">
                  <c:v>12.56</c:v>
                </c:pt>
                <c:pt idx="2513">
                  <c:v>12.565</c:v>
                </c:pt>
                <c:pt idx="2514">
                  <c:v>12.57</c:v>
                </c:pt>
                <c:pt idx="2515">
                  <c:v>12.575</c:v>
                </c:pt>
                <c:pt idx="2516">
                  <c:v>12.58</c:v>
                </c:pt>
                <c:pt idx="2517">
                  <c:v>12.585</c:v>
                </c:pt>
                <c:pt idx="2518">
                  <c:v>12.59</c:v>
                </c:pt>
                <c:pt idx="2519">
                  <c:v>12.595</c:v>
                </c:pt>
                <c:pt idx="2520">
                  <c:v>12.6</c:v>
                </c:pt>
                <c:pt idx="2521">
                  <c:v>12.605</c:v>
                </c:pt>
                <c:pt idx="2522">
                  <c:v>12.61</c:v>
                </c:pt>
                <c:pt idx="2523">
                  <c:v>12.615</c:v>
                </c:pt>
                <c:pt idx="2524">
                  <c:v>12.62</c:v>
                </c:pt>
                <c:pt idx="2525">
                  <c:v>12.625</c:v>
                </c:pt>
                <c:pt idx="2526">
                  <c:v>12.63</c:v>
                </c:pt>
                <c:pt idx="2527">
                  <c:v>12.635</c:v>
                </c:pt>
                <c:pt idx="2528">
                  <c:v>12.64</c:v>
                </c:pt>
                <c:pt idx="2529">
                  <c:v>12.645</c:v>
                </c:pt>
                <c:pt idx="2530">
                  <c:v>12.65</c:v>
                </c:pt>
                <c:pt idx="2531">
                  <c:v>12.655</c:v>
                </c:pt>
                <c:pt idx="2532">
                  <c:v>12.66</c:v>
                </c:pt>
                <c:pt idx="2533">
                  <c:v>12.665</c:v>
                </c:pt>
                <c:pt idx="2534">
                  <c:v>12.67</c:v>
                </c:pt>
                <c:pt idx="2535">
                  <c:v>12.675</c:v>
                </c:pt>
                <c:pt idx="2536">
                  <c:v>12.68</c:v>
                </c:pt>
                <c:pt idx="2537">
                  <c:v>12.685</c:v>
                </c:pt>
                <c:pt idx="2538">
                  <c:v>12.69</c:v>
                </c:pt>
                <c:pt idx="2539">
                  <c:v>12.695</c:v>
                </c:pt>
                <c:pt idx="2540">
                  <c:v>12.7</c:v>
                </c:pt>
                <c:pt idx="2541">
                  <c:v>12.705</c:v>
                </c:pt>
                <c:pt idx="2542">
                  <c:v>12.71</c:v>
                </c:pt>
                <c:pt idx="2543">
                  <c:v>12.715</c:v>
                </c:pt>
                <c:pt idx="2544">
                  <c:v>12.72</c:v>
                </c:pt>
                <c:pt idx="2545">
                  <c:v>12.725</c:v>
                </c:pt>
                <c:pt idx="2546">
                  <c:v>12.73</c:v>
                </c:pt>
                <c:pt idx="2547">
                  <c:v>12.735</c:v>
                </c:pt>
                <c:pt idx="2548">
                  <c:v>12.74</c:v>
                </c:pt>
                <c:pt idx="2549">
                  <c:v>12.745</c:v>
                </c:pt>
                <c:pt idx="2550">
                  <c:v>12.75</c:v>
                </c:pt>
                <c:pt idx="2551">
                  <c:v>12.755</c:v>
                </c:pt>
                <c:pt idx="2552">
                  <c:v>12.76</c:v>
                </c:pt>
                <c:pt idx="2553">
                  <c:v>12.765</c:v>
                </c:pt>
                <c:pt idx="2554">
                  <c:v>12.77</c:v>
                </c:pt>
                <c:pt idx="2555">
                  <c:v>12.775</c:v>
                </c:pt>
                <c:pt idx="2556">
                  <c:v>12.78</c:v>
                </c:pt>
                <c:pt idx="2557">
                  <c:v>12.785</c:v>
                </c:pt>
                <c:pt idx="2558">
                  <c:v>12.79</c:v>
                </c:pt>
                <c:pt idx="2559">
                  <c:v>12.795</c:v>
                </c:pt>
                <c:pt idx="2560">
                  <c:v>12.8</c:v>
                </c:pt>
                <c:pt idx="2561">
                  <c:v>12.805</c:v>
                </c:pt>
                <c:pt idx="2562">
                  <c:v>12.81</c:v>
                </c:pt>
                <c:pt idx="2563">
                  <c:v>12.815</c:v>
                </c:pt>
                <c:pt idx="2564">
                  <c:v>12.82</c:v>
                </c:pt>
                <c:pt idx="2565">
                  <c:v>12.825</c:v>
                </c:pt>
                <c:pt idx="2566">
                  <c:v>12.83</c:v>
                </c:pt>
                <c:pt idx="2567">
                  <c:v>12.835</c:v>
                </c:pt>
                <c:pt idx="2568">
                  <c:v>12.84</c:v>
                </c:pt>
                <c:pt idx="2569">
                  <c:v>12.845</c:v>
                </c:pt>
                <c:pt idx="2570">
                  <c:v>12.85</c:v>
                </c:pt>
                <c:pt idx="2571">
                  <c:v>12.855</c:v>
                </c:pt>
                <c:pt idx="2572">
                  <c:v>12.86</c:v>
                </c:pt>
                <c:pt idx="2573">
                  <c:v>12.865</c:v>
                </c:pt>
                <c:pt idx="2574">
                  <c:v>12.87</c:v>
                </c:pt>
                <c:pt idx="2575">
                  <c:v>12.875</c:v>
                </c:pt>
                <c:pt idx="2576">
                  <c:v>12.88</c:v>
                </c:pt>
                <c:pt idx="2577">
                  <c:v>12.885</c:v>
                </c:pt>
                <c:pt idx="2578">
                  <c:v>12.89</c:v>
                </c:pt>
                <c:pt idx="2579">
                  <c:v>12.895</c:v>
                </c:pt>
                <c:pt idx="2580">
                  <c:v>12.9</c:v>
                </c:pt>
                <c:pt idx="2581">
                  <c:v>12.905</c:v>
                </c:pt>
                <c:pt idx="2582">
                  <c:v>12.91</c:v>
                </c:pt>
                <c:pt idx="2583">
                  <c:v>12.915</c:v>
                </c:pt>
                <c:pt idx="2584">
                  <c:v>12.92</c:v>
                </c:pt>
                <c:pt idx="2585">
                  <c:v>12.925</c:v>
                </c:pt>
                <c:pt idx="2586">
                  <c:v>12.93</c:v>
                </c:pt>
                <c:pt idx="2587">
                  <c:v>12.935</c:v>
                </c:pt>
                <c:pt idx="2588">
                  <c:v>12.94</c:v>
                </c:pt>
                <c:pt idx="2589">
                  <c:v>12.945</c:v>
                </c:pt>
                <c:pt idx="2590">
                  <c:v>12.95</c:v>
                </c:pt>
                <c:pt idx="2591">
                  <c:v>12.955</c:v>
                </c:pt>
                <c:pt idx="2592">
                  <c:v>12.96</c:v>
                </c:pt>
                <c:pt idx="2593">
                  <c:v>12.965</c:v>
                </c:pt>
                <c:pt idx="2594">
                  <c:v>12.97</c:v>
                </c:pt>
                <c:pt idx="2595">
                  <c:v>12.975</c:v>
                </c:pt>
                <c:pt idx="2596">
                  <c:v>12.98</c:v>
                </c:pt>
                <c:pt idx="2597">
                  <c:v>12.985</c:v>
                </c:pt>
                <c:pt idx="2598">
                  <c:v>12.99</c:v>
                </c:pt>
                <c:pt idx="2599">
                  <c:v>12.995</c:v>
                </c:pt>
                <c:pt idx="2600">
                  <c:v>13</c:v>
                </c:pt>
                <c:pt idx="2601">
                  <c:v>13.005</c:v>
                </c:pt>
                <c:pt idx="2602">
                  <c:v>13.01</c:v>
                </c:pt>
                <c:pt idx="2603">
                  <c:v>13.015</c:v>
                </c:pt>
                <c:pt idx="2604">
                  <c:v>13.02</c:v>
                </c:pt>
                <c:pt idx="2605">
                  <c:v>13.025</c:v>
                </c:pt>
                <c:pt idx="2606">
                  <c:v>13.03</c:v>
                </c:pt>
                <c:pt idx="2607">
                  <c:v>13.035</c:v>
                </c:pt>
                <c:pt idx="2608">
                  <c:v>13.04</c:v>
                </c:pt>
                <c:pt idx="2609">
                  <c:v>13.045</c:v>
                </c:pt>
                <c:pt idx="2610">
                  <c:v>13.05</c:v>
                </c:pt>
                <c:pt idx="2611">
                  <c:v>13.055</c:v>
                </c:pt>
                <c:pt idx="2612">
                  <c:v>13.06</c:v>
                </c:pt>
                <c:pt idx="2613">
                  <c:v>13.065</c:v>
                </c:pt>
                <c:pt idx="2614">
                  <c:v>13.07</c:v>
                </c:pt>
                <c:pt idx="2615">
                  <c:v>13.075</c:v>
                </c:pt>
                <c:pt idx="2616">
                  <c:v>13.08</c:v>
                </c:pt>
                <c:pt idx="2617">
                  <c:v>13.085</c:v>
                </c:pt>
                <c:pt idx="2618">
                  <c:v>13.09</c:v>
                </c:pt>
                <c:pt idx="2619">
                  <c:v>13.095</c:v>
                </c:pt>
                <c:pt idx="2620">
                  <c:v>13.1</c:v>
                </c:pt>
                <c:pt idx="2621">
                  <c:v>13.105</c:v>
                </c:pt>
                <c:pt idx="2622">
                  <c:v>13.11</c:v>
                </c:pt>
                <c:pt idx="2623">
                  <c:v>13.115</c:v>
                </c:pt>
                <c:pt idx="2624">
                  <c:v>13.12</c:v>
                </c:pt>
                <c:pt idx="2625">
                  <c:v>13.125</c:v>
                </c:pt>
                <c:pt idx="2626">
                  <c:v>13.13</c:v>
                </c:pt>
                <c:pt idx="2627">
                  <c:v>13.135</c:v>
                </c:pt>
                <c:pt idx="2628">
                  <c:v>13.14</c:v>
                </c:pt>
                <c:pt idx="2629">
                  <c:v>13.145</c:v>
                </c:pt>
                <c:pt idx="2630">
                  <c:v>13.15</c:v>
                </c:pt>
                <c:pt idx="2631">
                  <c:v>13.155</c:v>
                </c:pt>
                <c:pt idx="2632">
                  <c:v>13.16</c:v>
                </c:pt>
                <c:pt idx="2633">
                  <c:v>13.165</c:v>
                </c:pt>
                <c:pt idx="2634">
                  <c:v>13.17</c:v>
                </c:pt>
                <c:pt idx="2635">
                  <c:v>13.175</c:v>
                </c:pt>
                <c:pt idx="2636">
                  <c:v>13.18</c:v>
                </c:pt>
                <c:pt idx="2637">
                  <c:v>13.185</c:v>
                </c:pt>
                <c:pt idx="2638">
                  <c:v>13.19</c:v>
                </c:pt>
                <c:pt idx="2639">
                  <c:v>13.195</c:v>
                </c:pt>
                <c:pt idx="2640">
                  <c:v>13.2</c:v>
                </c:pt>
                <c:pt idx="2641">
                  <c:v>13.205</c:v>
                </c:pt>
                <c:pt idx="2642">
                  <c:v>13.21</c:v>
                </c:pt>
                <c:pt idx="2643">
                  <c:v>13.215</c:v>
                </c:pt>
                <c:pt idx="2644">
                  <c:v>13.22</c:v>
                </c:pt>
                <c:pt idx="2645">
                  <c:v>13.225</c:v>
                </c:pt>
                <c:pt idx="2646">
                  <c:v>13.23</c:v>
                </c:pt>
                <c:pt idx="2647">
                  <c:v>13.235</c:v>
                </c:pt>
                <c:pt idx="2648">
                  <c:v>13.24</c:v>
                </c:pt>
                <c:pt idx="2649">
                  <c:v>13.245</c:v>
                </c:pt>
                <c:pt idx="2650">
                  <c:v>13.25</c:v>
                </c:pt>
                <c:pt idx="2651">
                  <c:v>13.255</c:v>
                </c:pt>
                <c:pt idx="2652">
                  <c:v>13.26</c:v>
                </c:pt>
                <c:pt idx="2653">
                  <c:v>13.265</c:v>
                </c:pt>
                <c:pt idx="2654">
                  <c:v>13.27</c:v>
                </c:pt>
                <c:pt idx="2655">
                  <c:v>13.275</c:v>
                </c:pt>
                <c:pt idx="2656">
                  <c:v>13.28</c:v>
                </c:pt>
                <c:pt idx="2657">
                  <c:v>13.285</c:v>
                </c:pt>
                <c:pt idx="2658">
                  <c:v>13.29</c:v>
                </c:pt>
                <c:pt idx="2659">
                  <c:v>13.295</c:v>
                </c:pt>
                <c:pt idx="2660">
                  <c:v>13.3</c:v>
                </c:pt>
                <c:pt idx="2661">
                  <c:v>13.305</c:v>
                </c:pt>
                <c:pt idx="2662">
                  <c:v>13.31</c:v>
                </c:pt>
                <c:pt idx="2663">
                  <c:v>13.315</c:v>
                </c:pt>
                <c:pt idx="2664">
                  <c:v>13.32</c:v>
                </c:pt>
                <c:pt idx="2665">
                  <c:v>13.325</c:v>
                </c:pt>
                <c:pt idx="2666">
                  <c:v>13.33</c:v>
                </c:pt>
                <c:pt idx="2667">
                  <c:v>13.335</c:v>
                </c:pt>
                <c:pt idx="2668">
                  <c:v>13.34</c:v>
                </c:pt>
                <c:pt idx="2669">
                  <c:v>13.345</c:v>
                </c:pt>
                <c:pt idx="2670">
                  <c:v>13.35</c:v>
                </c:pt>
                <c:pt idx="2671">
                  <c:v>13.355</c:v>
                </c:pt>
                <c:pt idx="2672">
                  <c:v>13.36</c:v>
                </c:pt>
                <c:pt idx="2673">
                  <c:v>13.365</c:v>
                </c:pt>
                <c:pt idx="2674">
                  <c:v>13.37</c:v>
                </c:pt>
                <c:pt idx="2675">
                  <c:v>13.375</c:v>
                </c:pt>
                <c:pt idx="2676">
                  <c:v>13.38</c:v>
                </c:pt>
                <c:pt idx="2677">
                  <c:v>13.385</c:v>
                </c:pt>
                <c:pt idx="2678">
                  <c:v>13.39</c:v>
                </c:pt>
                <c:pt idx="2679">
                  <c:v>13.395</c:v>
                </c:pt>
                <c:pt idx="2680">
                  <c:v>13.4</c:v>
                </c:pt>
                <c:pt idx="2681">
                  <c:v>13.405</c:v>
                </c:pt>
                <c:pt idx="2682">
                  <c:v>13.41</c:v>
                </c:pt>
                <c:pt idx="2683">
                  <c:v>13.415</c:v>
                </c:pt>
                <c:pt idx="2684">
                  <c:v>13.42</c:v>
                </c:pt>
                <c:pt idx="2685">
                  <c:v>13.425</c:v>
                </c:pt>
                <c:pt idx="2686">
                  <c:v>13.43</c:v>
                </c:pt>
                <c:pt idx="2687">
                  <c:v>13.435</c:v>
                </c:pt>
                <c:pt idx="2688">
                  <c:v>13.44</c:v>
                </c:pt>
                <c:pt idx="2689">
                  <c:v>13.445</c:v>
                </c:pt>
                <c:pt idx="2690">
                  <c:v>13.45</c:v>
                </c:pt>
                <c:pt idx="2691">
                  <c:v>13.455</c:v>
                </c:pt>
                <c:pt idx="2692">
                  <c:v>13.46</c:v>
                </c:pt>
                <c:pt idx="2693">
                  <c:v>13.465</c:v>
                </c:pt>
                <c:pt idx="2694">
                  <c:v>13.47</c:v>
                </c:pt>
                <c:pt idx="2695">
                  <c:v>13.475</c:v>
                </c:pt>
                <c:pt idx="2696">
                  <c:v>13.48</c:v>
                </c:pt>
                <c:pt idx="2697">
                  <c:v>13.485</c:v>
                </c:pt>
                <c:pt idx="2698">
                  <c:v>13.49</c:v>
                </c:pt>
                <c:pt idx="2699">
                  <c:v>13.495</c:v>
                </c:pt>
                <c:pt idx="2700">
                  <c:v>13.5</c:v>
                </c:pt>
                <c:pt idx="2701">
                  <c:v>13.505</c:v>
                </c:pt>
                <c:pt idx="2702">
                  <c:v>13.51</c:v>
                </c:pt>
                <c:pt idx="2703">
                  <c:v>13.515</c:v>
                </c:pt>
                <c:pt idx="2704">
                  <c:v>13.52</c:v>
                </c:pt>
                <c:pt idx="2705">
                  <c:v>13.525</c:v>
                </c:pt>
                <c:pt idx="2706">
                  <c:v>13.53</c:v>
                </c:pt>
                <c:pt idx="2707">
                  <c:v>13.535</c:v>
                </c:pt>
                <c:pt idx="2708">
                  <c:v>13.54</c:v>
                </c:pt>
                <c:pt idx="2709">
                  <c:v>13.545</c:v>
                </c:pt>
                <c:pt idx="2710">
                  <c:v>13.55</c:v>
                </c:pt>
                <c:pt idx="2711">
                  <c:v>13.555</c:v>
                </c:pt>
                <c:pt idx="2712">
                  <c:v>13.56</c:v>
                </c:pt>
                <c:pt idx="2713">
                  <c:v>13.565</c:v>
                </c:pt>
                <c:pt idx="2714">
                  <c:v>13.57</c:v>
                </c:pt>
                <c:pt idx="2715">
                  <c:v>13.575</c:v>
                </c:pt>
                <c:pt idx="2716">
                  <c:v>13.58</c:v>
                </c:pt>
                <c:pt idx="2717">
                  <c:v>13.585</c:v>
                </c:pt>
                <c:pt idx="2718">
                  <c:v>13.59</c:v>
                </c:pt>
                <c:pt idx="2719">
                  <c:v>13.595</c:v>
                </c:pt>
                <c:pt idx="2720">
                  <c:v>13.6</c:v>
                </c:pt>
                <c:pt idx="2721">
                  <c:v>13.605</c:v>
                </c:pt>
                <c:pt idx="2722">
                  <c:v>13.61</c:v>
                </c:pt>
                <c:pt idx="2723">
                  <c:v>13.615</c:v>
                </c:pt>
                <c:pt idx="2724">
                  <c:v>13.62</c:v>
                </c:pt>
                <c:pt idx="2725">
                  <c:v>13.625</c:v>
                </c:pt>
                <c:pt idx="2726">
                  <c:v>13.63</c:v>
                </c:pt>
                <c:pt idx="2727">
                  <c:v>13.635</c:v>
                </c:pt>
                <c:pt idx="2728">
                  <c:v>13.64</c:v>
                </c:pt>
                <c:pt idx="2729">
                  <c:v>13.645</c:v>
                </c:pt>
                <c:pt idx="2730">
                  <c:v>13.65</c:v>
                </c:pt>
                <c:pt idx="2731">
                  <c:v>13.655</c:v>
                </c:pt>
                <c:pt idx="2732">
                  <c:v>13.66</c:v>
                </c:pt>
                <c:pt idx="2733">
                  <c:v>13.665</c:v>
                </c:pt>
                <c:pt idx="2734">
                  <c:v>13.67</c:v>
                </c:pt>
                <c:pt idx="2735">
                  <c:v>13.675</c:v>
                </c:pt>
                <c:pt idx="2736">
                  <c:v>13.68</c:v>
                </c:pt>
                <c:pt idx="2737">
                  <c:v>13.685</c:v>
                </c:pt>
                <c:pt idx="2738">
                  <c:v>13.69</c:v>
                </c:pt>
                <c:pt idx="2739">
                  <c:v>13.695</c:v>
                </c:pt>
                <c:pt idx="2740">
                  <c:v>13.7</c:v>
                </c:pt>
                <c:pt idx="2741">
                  <c:v>13.705</c:v>
                </c:pt>
                <c:pt idx="2742">
                  <c:v>13.71</c:v>
                </c:pt>
                <c:pt idx="2743">
                  <c:v>13.715</c:v>
                </c:pt>
                <c:pt idx="2744">
                  <c:v>13.72</c:v>
                </c:pt>
                <c:pt idx="2745">
                  <c:v>13.725</c:v>
                </c:pt>
                <c:pt idx="2746">
                  <c:v>13.73</c:v>
                </c:pt>
                <c:pt idx="2747">
                  <c:v>13.735</c:v>
                </c:pt>
                <c:pt idx="2748">
                  <c:v>13.74</c:v>
                </c:pt>
                <c:pt idx="2749">
                  <c:v>13.745</c:v>
                </c:pt>
                <c:pt idx="2750">
                  <c:v>13.75</c:v>
                </c:pt>
                <c:pt idx="2751">
                  <c:v>13.755</c:v>
                </c:pt>
                <c:pt idx="2752">
                  <c:v>13.76</c:v>
                </c:pt>
                <c:pt idx="2753">
                  <c:v>13.765</c:v>
                </c:pt>
                <c:pt idx="2754">
                  <c:v>13.77</c:v>
                </c:pt>
                <c:pt idx="2755">
                  <c:v>13.775</c:v>
                </c:pt>
                <c:pt idx="2756">
                  <c:v>13.78</c:v>
                </c:pt>
                <c:pt idx="2757">
                  <c:v>13.785</c:v>
                </c:pt>
                <c:pt idx="2758">
                  <c:v>13.79</c:v>
                </c:pt>
                <c:pt idx="2759">
                  <c:v>13.795</c:v>
                </c:pt>
                <c:pt idx="2760">
                  <c:v>13.8</c:v>
                </c:pt>
                <c:pt idx="2761">
                  <c:v>13.805</c:v>
                </c:pt>
                <c:pt idx="2762">
                  <c:v>13.81</c:v>
                </c:pt>
                <c:pt idx="2763">
                  <c:v>13.815</c:v>
                </c:pt>
                <c:pt idx="2764">
                  <c:v>13.82</c:v>
                </c:pt>
                <c:pt idx="2765">
                  <c:v>13.825</c:v>
                </c:pt>
                <c:pt idx="2766">
                  <c:v>13.83</c:v>
                </c:pt>
                <c:pt idx="2767">
                  <c:v>13.835</c:v>
                </c:pt>
                <c:pt idx="2768">
                  <c:v>13.84</c:v>
                </c:pt>
                <c:pt idx="2769">
                  <c:v>13.845</c:v>
                </c:pt>
                <c:pt idx="2770">
                  <c:v>13.85</c:v>
                </c:pt>
                <c:pt idx="2771">
                  <c:v>13.855</c:v>
                </c:pt>
                <c:pt idx="2772">
                  <c:v>13.86</c:v>
                </c:pt>
                <c:pt idx="2773">
                  <c:v>13.865</c:v>
                </c:pt>
                <c:pt idx="2774">
                  <c:v>13.87</c:v>
                </c:pt>
                <c:pt idx="2775">
                  <c:v>13.875</c:v>
                </c:pt>
                <c:pt idx="2776">
                  <c:v>13.88</c:v>
                </c:pt>
                <c:pt idx="2777">
                  <c:v>13.885</c:v>
                </c:pt>
                <c:pt idx="2778">
                  <c:v>13.89</c:v>
                </c:pt>
                <c:pt idx="2779">
                  <c:v>13.895</c:v>
                </c:pt>
                <c:pt idx="2780">
                  <c:v>13.9</c:v>
                </c:pt>
                <c:pt idx="2781">
                  <c:v>13.905</c:v>
                </c:pt>
                <c:pt idx="2782">
                  <c:v>13.91</c:v>
                </c:pt>
                <c:pt idx="2783">
                  <c:v>13.915</c:v>
                </c:pt>
                <c:pt idx="2784">
                  <c:v>13.92</c:v>
                </c:pt>
                <c:pt idx="2785">
                  <c:v>13.925</c:v>
                </c:pt>
                <c:pt idx="2786">
                  <c:v>13.93</c:v>
                </c:pt>
                <c:pt idx="2787">
                  <c:v>13.935</c:v>
                </c:pt>
                <c:pt idx="2788">
                  <c:v>13.94</c:v>
                </c:pt>
                <c:pt idx="2789">
                  <c:v>13.945</c:v>
                </c:pt>
                <c:pt idx="2790">
                  <c:v>13.95</c:v>
                </c:pt>
                <c:pt idx="2791">
                  <c:v>13.955</c:v>
                </c:pt>
                <c:pt idx="2792">
                  <c:v>13.96</c:v>
                </c:pt>
                <c:pt idx="2793">
                  <c:v>13.965</c:v>
                </c:pt>
                <c:pt idx="2794">
                  <c:v>13.97</c:v>
                </c:pt>
                <c:pt idx="2795">
                  <c:v>13.975</c:v>
                </c:pt>
                <c:pt idx="2796">
                  <c:v>13.98</c:v>
                </c:pt>
                <c:pt idx="2797">
                  <c:v>13.985</c:v>
                </c:pt>
                <c:pt idx="2798">
                  <c:v>13.99</c:v>
                </c:pt>
                <c:pt idx="2799">
                  <c:v>13.995</c:v>
                </c:pt>
                <c:pt idx="2800">
                  <c:v>14</c:v>
                </c:pt>
                <c:pt idx="2801">
                  <c:v>14.005</c:v>
                </c:pt>
                <c:pt idx="2802">
                  <c:v>14.01</c:v>
                </c:pt>
                <c:pt idx="2803">
                  <c:v>14.015</c:v>
                </c:pt>
                <c:pt idx="2804">
                  <c:v>14.02</c:v>
                </c:pt>
                <c:pt idx="2805">
                  <c:v>14.025</c:v>
                </c:pt>
                <c:pt idx="2806">
                  <c:v>14.03</c:v>
                </c:pt>
                <c:pt idx="2807">
                  <c:v>14.035</c:v>
                </c:pt>
                <c:pt idx="2808">
                  <c:v>14.04</c:v>
                </c:pt>
                <c:pt idx="2809">
                  <c:v>14.045</c:v>
                </c:pt>
                <c:pt idx="2810">
                  <c:v>14.05</c:v>
                </c:pt>
                <c:pt idx="2811">
                  <c:v>14.055</c:v>
                </c:pt>
                <c:pt idx="2812">
                  <c:v>14.06</c:v>
                </c:pt>
                <c:pt idx="2813">
                  <c:v>14.065</c:v>
                </c:pt>
                <c:pt idx="2814">
                  <c:v>14.07</c:v>
                </c:pt>
                <c:pt idx="2815">
                  <c:v>14.075</c:v>
                </c:pt>
                <c:pt idx="2816">
                  <c:v>14.08</c:v>
                </c:pt>
                <c:pt idx="2817">
                  <c:v>14.085</c:v>
                </c:pt>
                <c:pt idx="2818">
                  <c:v>14.09</c:v>
                </c:pt>
                <c:pt idx="2819">
                  <c:v>14.095</c:v>
                </c:pt>
                <c:pt idx="2820">
                  <c:v>14.1</c:v>
                </c:pt>
                <c:pt idx="2821">
                  <c:v>14.105</c:v>
                </c:pt>
                <c:pt idx="2822">
                  <c:v>14.11</c:v>
                </c:pt>
                <c:pt idx="2823">
                  <c:v>14.115</c:v>
                </c:pt>
                <c:pt idx="2824">
                  <c:v>14.12</c:v>
                </c:pt>
                <c:pt idx="2825">
                  <c:v>14.125</c:v>
                </c:pt>
                <c:pt idx="2826">
                  <c:v>14.13</c:v>
                </c:pt>
                <c:pt idx="2827">
                  <c:v>14.135</c:v>
                </c:pt>
                <c:pt idx="2828">
                  <c:v>14.14</c:v>
                </c:pt>
                <c:pt idx="2829">
                  <c:v>14.145</c:v>
                </c:pt>
                <c:pt idx="2830">
                  <c:v>14.15</c:v>
                </c:pt>
                <c:pt idx="2831">
                  <c:v>14.155</c:v>
                </c:pt>
                <c:pt idx="2832">
                  <c:v>14.16</c:v>
                </c:pt>
                <c:pt idx="2833">
                  <c:v>14.165</c:v>
                </c:pt>
                <c:pt idx="2834">
                  <c:v>14.17</c:v>
                </c:pt>
                <c:pt idx="2835">
                  <c:v>14.175</c:v>
                </c:pt>
                <c:pt idx="2836">
                  <c:v>14.18</c:v>
                </c:pt>
                <c:pt idx="2837">
                  <c:v>14.185</c:v>
                </c:pt>
                <c:pt idx="2838">
                  <c:v>14.19</c:v>
                </c:pt>
                <c:pt idx="2839">
                  <c:v>14.195</c:v>
                </c:pt>
                <c:pt idx="2840">
                  <c:v>14.2</c:v>
                </c:pt>
                <c:pt idx="2841">
                  <c:v>14.205</c:v>
                </c:pt>
                <c:pt idx="2842">
                  <c:v>14.21</c:v>
                </c:pt>
                <c:pt idx="2843">
                  <c:v>14.215</c:v>
                </c:pt>
                <c:pt idx="2844">
                  <c:v>14.22</c:v>
                </c:pt>
                <c:pt idx="2845">
                  <c:v>14.225</c:v>
                </c:pt>
                <c:pt idx="2846">
                  <c:v>14.23</c:v>
                </c:pt>
                <c:pt idx="2847">
                  <c:v>14.235</c:v>
                </c:pt>
                <c:pt idx="2848">
                  <c:v>14.24</c:v>
                </c:pt>
                <c:pt idx="2849">
                  <c:v>14.245</c:v>
                </c:pt>
                <c:pt idx="2850">
                  <c:v>14.25</c:v>
                </c:pt>
                <c:pt idx="2851">
                  <c:v>14.255</c:v>
                </c:pt>
                <c:pt idx="2852">
                  <c:v>14.26</c:v>
                </c:pt>
                <c:pt idx="2853">
                  <c:v>14.265</c:v>
                </c:pt>
                <c:pt idx="2854">
                  <c:v>14.27</c:v>
                </c:pt>
                <c:pt idx="2855">
                  <c:v>14.275</c:v>
                </c:pt>
                <c:pt idx="2856">
                  <c:v>14.28</c:v>
                </c:pt>
                <c:pt idx="2857">
                  <c:v>14.285</c:v>
                </c:pt>
                <c:pt idx="2858">
                  <c:v>14.29</c:v>
                </c:pt>
                <c:pt idx="2859">
                  <c:v>14.295</c:v>
                </c:pt>
                <c:pt idx="2860">
                  <c:v>14.3</c:v>
                </c:pt>
                <c:pt idx="2861">
                  <c:v>14.305</c:v>
                </c:pt>
                <c:pt idx="2862">
                  <c:v>14.31</c:v>
                </c:pt>
                <c:pt idx="2863">
                  <c:v>14.315</c:v>
                </c:pt>
                <c:pt idx="2864">
                  <c:v>14.32</c:v>
                </c:pt>
                <c:pt idx="2865">
                  <c:v>14.325</c:v>
                </c:pt>
                <c:pt idx="2866">
                  <c:v>14.33</c:v>
                </c:pt>
                <c:pt idx="2867">
                  <c:v>14.335</c:v>
                </c:pt>
                <c:pt idx="2868">
                  <c:v>14.34</c:v>
                </c:pt>
                <c:pt idx="2869">
                  <c:v>14.345</c:v>
                </c:pt>
                <c:pt idx="2870">
                  <c:v>14.35</c:v>
                </c:pt>
                <c:pt idx="2871">
                  <c:v>14.355</c:v>
                </c:pt>
                <c:pt idx="2872">
                  <c:v>14.36</c:v>
                </c:pt>
                <c:pt idx="2873">
                  <c:v>14.365</c:v>
                </c:pt>
                <c:pt idx="2874">
                  <c:v>14.37</c:v>
                </c:pt>
                <c:pt idx="2875">
                  <c:v>14.375</c:v>
                </c:pt>
                <c:pt idx="2876">
                  <c:v>14.38</c:v>
                </c:pt>
                <c:pt idx="2877">
                  <c:v>14.385</c:v>
                </c:pt>
                <c:pt idx="2878">
                  <c:v>14.39</c:v>
                </c:pt>
                <c:pt idx="2879">
                  <c:v>14.395</c:v>
                </c:pt>
                <c:pt idx="2880">
                  <c:v>14.4</c:v>
                </c:pt>
                <c:pt idx="2881">
                  <c:v>14.405</c:v>
                </c:pt>
                <c:pt idx="2882">
                  <c:v>14.41</c:v>
                </c:pt>
                <c:pt idx="2883">
                  <c:v>14.415</c:v>
                </c:pt>
                <c:pt idx="2884">
                  <c:v>14.42</c:v>
                </c:pt>
                <c:pt idx="2885">
                  <c:v>14.425</c:v>
                </c:pt>
                <c:pt idx="2886">
                  <c:v>14.43</c:v>
                </c:pt>
                <c:pt idx="2887">
                  <c:v>14.435</c:v>
                </c:pt>
                <c:pt idx="2888">
                  <c:v>14.44</c:v>
                </c:pt>
                <c:pt idx="2889">
                  <c:v>14.445</c:v>
                </c:pt>
                <c:pt idx="2890">
                  <c:v>14.45</c:v>
                </c:pt>
                <c:pt idx="2891">
                  <c:v>14.455</c:v>
                </c:pt>
                <c:pt idx="2892">
                  <c:v>14.46</c:v>
                </c:pt>
                <c:pt idx="2893">
                  <c:v>14.465</c:v>
                </c:pt>
                <c:pt idx="2894">
                  <c:v>14.47</c:v>
                </c:pt>
                <c:pt idx="2895">
                  <c:v>14.475</c:v>
                </c:pt>
                <c:pt idx="2896">
                  <c:v>14.48</c:v>
                </c:pt>
                <c:pt idx="2897">
                  <c:v>14.485</c:v>
                </c:pt>
                <c:pt idx="2898">
                  <c:v>14.49</c:v>
                </c:pt>
                <c:pt idx="2899">
                  <c:v>14.495</c:v>
                </c:pt>
                <c:pt idx="2900">
                  <c:v>14.5</c:v>
                </c:pt>
                <c:pt idx="2901">
                  <c:v>14.505</c:v>
                </c:pt>
                <c:pt idx="2902">
                  <c:v>14.51</c:v>
                </c:pt>
                <c:pt idx="2903">
                  <c:v>14.515</c:v>
                </c:pt>
                <c:pt idx="2904">
                  <c:v>14.52</c:v>
                </c:pt>
                <c:pt idx="2905">
                  <c:v>14.525</c:v>
                </c:pt>
                <c:pt idx="2906">
                  <c:v>14.53</c:v>
                </c:pt>
                <c:pt idx="2907">
                  <c:v>14.535</c:v>
                </c:pt>
                <c:pt idx="2908">
                  <c:v>14.54</c:v>
                </c:pt>
                <c:pt idx="2909">
                  <c:v>14.545</c:v>
                </c:pt>
                <c:pt idx="2910">
                  <c:v>14.55</c:v>
                </c:pt>
                <c:pt idx="2911">
                  <c:v>14.555</c:v>
                </c:pt>
                <c:pt idx="2912">
                  <c:v>14.56</c:v>
                </c:pt>
                <c:pt idx="2913">
                  <c:v>14.565</c:v>
                </c:pt>
                <c:pt idx="2914">
                  <c:v>14.57</c:v>
                </c:pt>
                <c:pt idx="2915">
                  <c:v>14.575</c:v>
                </c:pt>
                <c:pt idx="2916">
                  <c:v>14.58</c:v>
                </c:pt>
                <c:pt idx="2917">
                  <c:v>14.585</c:v>
                </c:pt>
                <c:pt idx="2918">
                  <c:v>14.59</c:v>
                </c:pt>
                <c:pt idx="2919">
                  <c:v>14.595</c:v>
                </c:pt>
                <c:pt idx="2920">
                  <c:v>14.6</c:v>
                </c:pt>
                <c:pt idx="2921">
                  <c:v>14.605</c:v>
                </c:pt>
                <c:pt idx="2922">
                  <c:v>14.61</c:v>
                </c:pt>
                <c:pt idx="2923">
                  <c:v>14.615</c:v>
                </c:pt>
                <c:pt idx="2924">
                  <c:v>14.62</c:v>
                </c:pt>
                <c:pt idx="2925">
                  <c:v>14.625</c:v>
                </c:pt>
                <c:pt idx="2926">
                  <c:v>14.63</c:v>
                </c:pt>
                <c:pt idx="2927">
                  <c:v>14.635</c:v>
                </c:pt>
                <c:pt idx="2928">
                  <c:v>14.64</c:v>
                </c:pt>
                <c:pt idx="2929">
                  <c:v>14.645</c:v>
                </c:pt>
                <c:pt idx="2930">
                  <c:v>14.65</c:v>
                </c:pt>
                <c:pt idx="2931">
                  <c:v>14.655</c:v>
                </c:pt>
                <c:pt idx="2932">
                  <c:v>14.66</c:v>
                </c:pt>
                <c:pt idx="2933">
                  <c:v>14.665</c:v>
                </c:pt>
                <c:pt idx="2934">
                  <c:v>14.67</c:v>
                </c:pt>
                <c:pt idx="2935">
                  <c:v>14.675</c:v>
                </c:pt>
                <c:pt idx="2936">
                  <c:v>14.68</c:v>
                </c:pt>
                <c:pt idx="2937">
                  <c:v>14.685</c:v>
                </c:pt>
                <c:pt idx="2938">
                  <c:v>14.69</c:v>
                </c:pt>
                <c:pt idx="2939">
                  <c:v>14.695</c:v>
                </c:pt>
                <c:pt idx="2940">
                  <c:v>14.7</c:v>
                </c:pt>
                <c:pt idx="2941">
                  <c:v>14.705</c:v>
                </c:pt>
                <c:pt idx="2942">
                  <c:v>14.71</c:v>
                </c:pt>
                <c:pt idx="2943">
                  <c:v>14.715</c:v>
                </c:pt>
                <c:pt idx="2944">
                  <c:v>14.72</c:v>
                </c:pt>
                <c:pt idx="2945">
                  <c:v>14.725</c:v>
                </c:pt>
                <c:pt idx="2946">
                  <c:v>14.73</c:v>
                </c:pt>
                <c:pt idx="2947">
                  <c:v>14.735</c:v>
                </c:pt>
                <c:pt idx="2948">
                  <c:v>14.74</c:v>
                </c:pt>
                <c:pt idx="2949">
                  <c:v>14.745</c:v>
                </c:pt>
                <c:pt idx="2950">
                  <c:v>14.75</c:v>
                </c:pt>
                <c:pt idx="2951">
                  <c:v>14.755</c:v>
                </c:pt>
                <c:pt idx="2952">
                  <c:v>14.76</c:v>
                </c:pt>
                <c:pt idx="2953">
                  <c:v>14.765</c:v>
                </c:pt>
                <c:pt idx="2954">
                  <c:v>14.77</c:v>
                </c:pt>
                <c:pt idx="2955">
                  <c:v>14.775</c:v>
                </c:pt>
                <c:pt idx="2956">
                  <c:v>14.78</c:v>
                </c:pt>
                <c:pt idx="2957">
                  <c:v>14.785</c:v>
                </c:pt>
                <c:pt idx="2958">
                  <c:v>14.79</c:v>
                </c:pt>
                <c:pt idx="2959">
                  <c:v>14.795</c:v>
                </c:pt>
                <c:pt idx="2960">
                  <c:v>14.8</c:v>
                </c:pt>
                <c:pt idx="2961">
                  <c:v>14.805</c:v>
                </c:pt>
                <c:pt idx="2962">
                  <c:v>14.81</c:v>
                </c:pt>
                <c:pt idx="2963">
                  <c:v>14.815</c:v>
                </c:pt>
                <c:pt idx="2964">
                  <c:v>14.82</c:v>
                </c:pt>
                <c:pt idx="2965">
                  <c:v>14.825</c:v>
                </c:pt>
                <c:pt idx="2966">
                  <c:v>14.83</c:v>
                </c:pt>
                <c:pt idx="2967">
                  <c:v>14.835</c:v>
                </c:pt>
                <c:pt idx="2968">
                  <c:v>14.84</c:v>
                </c:pt>
                <c:pt idx="2969">
                  <c:v>14.845</c:v>
                </c:pt>
                <c:pt idx="2970">
                  <c:v>14.85</c:v>
                </c:pt>
                <c:pt idx="2971">
                  <c:v>14.855</c:v>
                </c:pt>
                <c:pt idx="2972">
                  <c:v>14.86</c:v>
                </c:pt>
                <c:pt idx="2973">
                  <c:v>14.865</c:v>
                </c:pt>
                <c:pt idx="2974">
                  <c:v>14.87</c:v>
                </c:pt>
                <c:pt idx="2975">
                  <c:v>14.875</c:v>
                </c:pt>
                <c:pt idx="2976">
                  <c:v>14.88</c:v>
                </c:pt>
                <c:pt idx="2977">
                  <c:v>14.885</c:v>
                </c:pt>
                <c:pt idx="2978">
                  <c:v>14.89</c:v>
                </c:pt>
                <c:pt idx="2979">
                  <c:v>14.895</c:v>
                </c:pt>
                <c:pt idx="2980">
                  <c:v>14.9</c:v>
                </c:pt>
                <c:pt idx="2981">
                  <c:v>14.905</c:v>
                </c:pt>
                <c:pt idx="2982">
                  <c:v>14.91</c:v>
                </c:pt>
                <c:pt idx="2983">
                  <c:v>14.915</c:v>
                </c:pt>
                <c:pt idx="2984">
                  <c:v>14.92</c:v>
                </c:pt>
                <c:pt idx="2985">
                  <c:v>14.925</c:v>
                </c:pt>
                <c:pt idx="2986">
                  <c:v>14.93</c:v>
                </c:pt>
                <c:pt idx="2987">
                  <c:v>14.935</c:v>
                </c:pt>
                <c:pt idx="2988">
                  <c:v>14.94</c:v>
                </c:pt>
                <c:pt idx="2989">
                  <c:v>14.945</c:v>
                </c:pt>
                <c:pt idx="2990">
                  <c:v>14.95</c:v>
                </c:pt>
                <c:pt idx="2991">
                  <c:v>14.955</c:v>
                </c:pt>
                <c:pt idx="2992">
                  <c:v>14.96</c:v>
                </c:pt>
                <c:pt idx="2993">
                  <c:v>14.965</c:v>
                </c:pt>
                <c:pt idx="2994">
                  <c:v>14.97</c:v>
                </c:pt>
                <c:pt idx="2995">
                  <c:v>14.975</c:v>
                </c:pt>
                <c:pt idx="2996">
                  <c:v>14.98</c:v>
                </c:pt>
                <c:pt idx="2997">
                  <c:v>14.985</c:v>
                </c:pt>
                <c:pt idx="2998">
                  <c:v>14.99</c:v>
                </c:pt>
                <c:pt idx="2999">
                  <c:v>14.995</c:v>
                </c:pt>
                <c:pt idx="3000">
                  <c:v>15</c:v>
                </c:pt>
                <c:pt idx="3001">
                  <c:v>15.005</c:v>
                </c:pt>
                <c:pt idx="3002">
                  <c:v>15.01</c:v>
                </c:pt>
                <c:pt idx="3003">
                  <c:v>15.015</c:v>
                </c:pt>
                <c:pt idx="3004">
                  <c:v>15.02</c:v>
                </c:pt>
                <c:pt idx="3005">
                  <c:v>15.025</c:v>
                </c:pt>
                <c:pt idx="3006">
                  <c:v>15.03</c:v>
                </c:pt>
                <c:pt idx="3007">
                  <c:v>15.035</c:v>
                </c:pt>
                <c:pt idx="3008">
                  <c:v>15.04</c:v>
                </c:pt>
                <c:pt idx="3009">
                  <c:v>15.045</c:v>
                </c:pt>
                <c:pt idx="3010">
                  <c:v>15.05</c:v>
                </c:pt>
                <c:pt idx="3011">
                  <c:v>15.055</c:v>
                </c:pt>
                <c:pt idx="3012">
                  <c:v>15.06</c:v>
                </c:pt>
                <c:pt idx="3013">
                  <c:v>15.065</c:v>
                </c:pt>
                <c:pt idx="3014">
                  <c:v>15.07</c:v>
                </c:pt>
                <c:pt idx="3015">
                  <c:v>15.075</c:v>
                </c:pt>
                <c:pt idx="3016">
                  <c:v>15.08</c:v>
                </c:pt>
                <c:pt idx="3017">
                  <c:v>15.085</c:v>
                </c:pt>
                <c:pt idx="3018">
                  <c:v>15.09</c:v>
                </c:pt>
                <c:pt idx="3019">
                  <c:v>15.095</c:v>
                </c:pt>
                <c:pt idx="3020">
                  <c:v>15.1</c:v>
                </c:pt>
                <c:pt idx="3021">
                  <c:v>15.105</c:v>
                </c:pt>
                <c:pt idx="3022">
                  <c:v>15.11</c:v>
                </c:pt>
                <c:pt idx="3023">
                  <c:v>15.115</c:v>
                </c:pt>
                <c:pt idx="3024">
                  <c:v>15.12</c:v>
                </c:pt>
                <c:pt idx="3025">
                  <c:v>15.125</c:v>
                </c:pt>
                <c:pt idx="3026">
                  <c:v>15.13</c:v>
                </c:pt>
                <c:pt idx="3027">
                  <c:v>15.135</c:v>
                </c:pt>
                <c:pt idx="3028">
                  <c:v>15.14</c:v>
                </c:pt>
                <c:pt idx="3029">
                  <c:v>15.145</c:v>
                </c:pt>
                <c:pt idx="3030">
                  <c:v>15.15</c:v>
                </c:pt>
                <c:pt idx="3031">
                  <c:v>15.155</c:v>
                </c:pt>
                <c:pt idx="3032">
                  <c:v>15.16</c:v>
                </c:pt>
                <c:pt idx="3033">
                  <c:v>15.165</c:v>
                </c:pt>
                <c:pt idx="3034">
                  <c:v>15.17</c:v>
                </c:pt>
                <c:pt idx="3035">
                  <c:v>15.175</c:v>
                </c:pt>
                <c:pt idx="3036">
                  <c:v>15.18</c:v>
                </c:pt>
                <c:pt idx="3037">
                  <c:v>15.185</c:v>
                </c:pt>
                <c:pt idx="3038">
                  <c:v>15.19</c:v>
                </c:pt>
                <c:pt idx="3039">
                  <c:v>15.195</c:v>
                </c:pt>
                <c:pt idx="3040">
                  <c:v>15.2</c:v>
                </c:pt>
                <c:pt idx="3041">
                  <c:v>15.205</c:v>
                </c:pt>
                <c:pt idx="3042">
                  <c:v>15.21</c:v>
                </c:pt>
                <c:pt idx="3043">
                  <c:v>15.215</c:v>
                </c:pt>
                <c:pt idx="3044">
                  <c:v>15.22</c:v>
                </c:pt>
                <c:pt idx="3045">
                  <c:v>15.225</c:v>
                </c:pt>
                <c:pt idx="3046">
                  <c:v>15.23</c:v>
                </c:pt>
                <c:pt idx="3047">
                  <c:v>15.235</c:v>
                </c:pt>
                <c:pt idx="3048">
                  <c:v>15.24</c:v>
                </c:pt>
                <c:pt idx="3049">
                  <c:v>15.245</c:v>
                </c:pt>
                <c:pt idx="3050">
                  <c:v>15.25</c:v>
                </c:pt>
                <c:pt idx="3051">
                  <c:v>15.255</c:v>
                </c:pt>
                <c:pt idx="3052">
                  <c:v>15.26</c:v>
                </c:pt>
                <c:pt idx="3053">
                  <c:v>15.265</c:v>
                </c:pt>
                <c:pt idx="3054">
                  <c:v>15.27</c:v>
                </c:pt>
                <c:pt idx="3055">
                  <c:v>15.275</c:v>
                </c:pt>
                <c:pt idx="3056">
                  <c:v>15.28</c:v>
                </c:pt>
                <c:pt idx="3057">
                  <c:v>15.285</c:v>
                </c:pt>
                <c:pt idx="3058">
                  <c:v>15.29</c:v>
                </c:pt>
                <c:pt idx="3059">
                  <c:v>15.295</c:v>
                </c:pt>
                <c:pt idx="3060">
                  <c:v>15.3</c:v>
                </c:pt>
                <c:pt idx="3061">
                  <c:v>15.305</c:v>
                </c:pt>
                <c:pt idx="3062">
                  <c:v>15.31</c:v>
                </c:pt>
                <c:pt idx="3063">
                  <c:v>15.315</c:v>
                </c:pt>
                <c:pt idx="3064">
                  <c:v>15.32</c:v>
                </c:pt>
                <c:pt idx="3065">
                  <c:v>15.325</c:v>
                </c:pt>
                <c:pt idx="3066">
                  <c:v>15.33</c:v>
                </c:pt>
                <c:pt idx="3067">
                  <c:v>15.335</c:v>
                </c:pt>
                <c:pt idx="3068">
                  <c:v>15.34</c:v>
                </c:pt>
                <c:pt idx="3069">
                  <c:v>15.345</c:v>
                </c:pt>
                <c:pt idx="3070">
                  <c:v>15.35</c:v>
                </c:pt>
                <c:pt idx="3071">
                  <c:v>15.355</c:v>
                </c:pt>
                <c:pt idx="3072">
                  <c:v>15.36</c:v>
                </c:pt>
                <c:pt idx="3073">
                  <c:v>15.365</c:v>
                </c:pt>
                <c:pt idx="3074">
                  <c:v>15.37</c:v>
                </c:pt>
                <c:pt idx="3075">
                  <c:v>15.375</c:v>
                </c:pt>
                <c:pt idx="3076">
                  <c:v>15.38</c:v>
                </c:pt>
                <c:pt idx="3077">
                  <c:v>15.385</c:v>
                </c:pt>
                <c:pt idx="3078">
                  <c:v>15.39</c:v>
                </c:pt>
                <c:pt idx="3079">
                  <c:v>15.395</c:v>
                </c:pt>
                <c:pt idx="3080">
                  <c:v>15.4</c:v>
                </c:pt>
                <c:pt idx="3081">
                  <c:v>15.405</c:v>
                </c:pt>
                <c:pt idx="3082">
                  <c:v>15.41</c:v>
                </c:pt>
                <c:pt idx="3083">
                  <c:v>15.415</c:v>
                </c:pt>
                <c:pt idx="3084">
                  <c:v>15.42</c:v>
                </c:pt>
                <c:pt idx="3085">
                  <c:v>15.425</c:v>
                </c:pt>
                <c:pt idx="3086">
                  <c:v>15.43</c:v>
                </c:pt>
                <c:pt idx="3087">
                  <c:v>15.435</c:v>
                </c:pt>
                <c:pt idx="3088">
                  <c:v>15.44</c:v>
                </c:pt>
                <c:pt idx="3089">
                  <c:v>15.445</c:v>
                </c:pt>
                <c:pt idx="3090">
                  <c:v>15.45</c:v>
                </c:pt>
                <c:pt idx="3091">
                  <c:v>15.455</c:v>
                </c:pt>
                <c:pt idx="3092">
                  <c:v>15.46</c:v>
                </c:pt>
                <c:pt idx="3093">
                  <c:v>15.465</c:v>
                </c:pt>
                <c:pt idx="3094">
                  <c:v>15.47</c:v>
                </c:pt>
                <c:pt idx="3095">
                  <c:v>15.475</c:v>
                </c:pt>
                <c:pt idx="3096">
                  <c:v>15.48</c:v>
                </c:pt>
                <c:pt idx="3097">
                  <c:v>15.485</c:v>
                </c:pt>
                <c:pt idx="3098">
                  <c:v>15.49</c:v>
                </c:pt>
                <c:pt idx="3099">
                  <c:v>15.495</c:v>
                </c:pt>
                <c:pt idx="3100">
                  <c:v>15.5</c:v>
                </c:pt>
                <c:pt idx="3101">
                  <c:v>15.505</c:v>
                </c:pt>
                <c:pt idx="3102">
                  <c:v>15.51</c:v>
                </c:pt>
                <c:pt idx="3103">
                  <c:v>15.515</c:v>
                </c:pt>
                <c:pt idx="3104">
                  <c:v>15.52</c:v>
                </c:pt>
                <c:pt idx="3105">
                  <c:v>15.525</c:v>
                </c:pt>
                <c:pt idx="3106">
                  <c:v>15.53</c:v>
                </c:pt>
                <c:pt idx="3107">
                  <c:v>15.535</c:v>
                </c:pt>
                <c:pt idx="3108">
                  <c:v>15.54</c:v>
                </c:pt>
                <c:pt idx="3109">
                  <c:v>15.545</c:v>
                </c:pt>
                <c:pt idx="3110">
                  <c:v>15.55</c:v>
                </c:pt>
                <c:pt idx="3111">
                  <c:v>15.555</c:v>
                </c:pt>
                <c:pt idx="3112">
                  <c:v>15.56</c:v>
                </c:pt>
                <c:pt idx="3113">
                  <c:v>15.565</c:v>
                </c:pt>
                <c:pt idx="3114">
                  <c:v>15.57</c:v>
                </c:pt>
                <c:pt idx="3115">
                  <c:v>15.575</c:v>
                </c:pt>
                <c:pt idx="3116">
                  <c:v>15.58</c:v>
                </c:pt>
                <c:pt idx="3117">
                  <c:v>15.585</c:v>
                </c:pt>
                <c:pt idx="3118">
                  <c:v>15.59</c:v>
                </c:pt>
                <c:pt idx="3119">
                  <c:v>15.595</c:v>
                </c:pt>
                <c:pt idx="3120">
                  <c:v>15.6</c:v>
                </c:pt>
                <c:pt idx="3121">
                  <c:v>15.605</c:v>
                </c:pt>
                <c:pt idx="3122">
                  <c:v>15.61</c:v>
                </c:pt>
                <c:pt idx="3123">
                  <c:v>15.615</c:v>
                </c:pt>
                <c:pt idx="3124">
                  <c:v>15.62</c:v>
                </c:pt>
                <c:pt idx="3125">
                  <c:v>15.625</c:v>
                </c:pt>
                <c:pt idx="3126">
                  <c:v>15.63</c:v>
                </c:pt>
                <c:pt idx="3127">
                  <c:v>15.635</c:v>
                </c:pt>
                <c:pt idx="3128">
                  <c:v>15.64</c:v>
                </c:pt>
                <c:pt idx="3129">
                  <c:v>15.645</c:v>
                </c:pt>
                <c:pt idx="3130">
                  <c:v>15.65</c:v>
                </c:pt>
                <c:pt idx="3131">
                  <c:v>15.655</c:v>
                </c:pt>
                <c:pt idx="3132">
                  <c:v>15.66</c:v>
                </c:pt>
                <c:pt idx="3133">
                  <c:v>15.665</c:v>
                </c:pt>
                <c:pt idx="3134">
                  <c:v>15.67</c:v>
                </c:pt>
                <c:pt idx="3135">
                  <c:v>15.675</c:v>
                </c:pt>
                <c:pt idx="3136">
                  <c:v>15.68</c:v>
                </c:pt>
                <c:pt idx="3137">
                  <c:v>15.685</c:v>
                </c:pt>
                <c:pt idx="3138">
                  <c:v>15.69</c:v>
                </c:pt>
                <c:pt idx="3139">
                  <c:v>15.695</c:v>
                </c:pt>
                <c:pt idx="3140">
                  <c:v>15.7</c:v>
                </c:pt>
                <c:pt idx="3141">
                  <c:v>15.705</c:v>
                </c:pt>
                <c:pt idx="3142">
                  <c:v>15.71</c:v>
                </c:pt>
                <c:pt idx="3143">
                  <c:v>15.715</c:v>
                </c:pt>
                <c:pt idx="3144">
                  <c:v>15.72</c:v>
                </c:pt>
                <c:pt idx="3145">
                  <c:v>15.725</c:v>
                </c:pt>
                <c:pt idx="3146">
                  <c:v>15.73</c:v>
                </c:pt>
                <c:pt idx="3147">
                  <c:v>15.735</c:v>
                </c:pt>
                <c:pt idx="3148">
                  <c:v>15.74</c:v>
                </c:pt>
                <c:pt idx="3149">
                  <c:v>15.745</c:v>
                </c:pt>
                <c:pt idx="3150">
                  <c:v>15.75</c:v>
                </c:pt>
                <c:pt idx="3151">
                  <c:v>15.755</c:v>
                </c:pt>
                <c:pt idx="3152">
                  <c:v>15.76</c:v>
                </c:pt>
                <c:pt idx="3153">
                  <c:v>15.765</c:v>
                </c:pt>
                <c:pt idx="3154">
                  <c:v>15.77</c:v>
                </c:pt>
                <c:pt idx="3155">
                  <c:v>15.775</c:v>
                </c:pt>
                <c:pt idx="3156">
                  <c:v>15.78</c:v>
                </c:pt>
                <c:pt idx="3157">
                  <c:v>15.785</c:v>
                </c:pt>
                <c:pt idx="3158">
                  <c:v>15.79</c:v>
                </c:pt>
                <c:pt idx="3159">
                  <c:v>15.795</c:v>
                </c:pt>
                <c:pt idx="3160">
                  <c:v>15.8</c:v>
                </c:pt>
                <c:pt idx="3161">
                  <c:v>15.805</c:v>
                </c:pt>
                <c:pt idx="3162">
                  <c:v>15.81</c:v>
                </c:pt>
                <c:pt idx="3163">
                  <c:v>15.815</c:v>
                </c:pt>
                <c:pt idx="3164">
                  <c:v>15.82</c:v>
                </c:pt>
                <c:pt idx="3165">
                  <c:v>15.825</c:v>
                </c:pt>
                <c:pt idx="3166">
                  <c:v>15.83</c:v>
                </c:pt>
                <c:pt idx="3167">
                  <c:v>15.835</c:v>
                </c:pt>
                <c:pt idx="3168">
                  <c:v>15.84</c:v>
                </c:pt>
                <c:pt idx="3169">
                  <c:v>15.845</c:v>
                </c:pt>
                <c:pt idx="3170">
                  <c:v>15.85</c:v>
                </c:pt>
                <c:pt idx="3171">
                  <c:v>15.855</c:v>
                </c:pt>
                <c:pt idx="3172">
                  <c:v>15.86</c:v>
                </c:pt>
                <c:pt idx="3173">
                  <c:v>15.865</c:v>
                </c:pt>
                <c:pt idx="3174">
                  <c:v>15.87</c:v>
                </c:pt>
                <c:pt idx="3175">
                  <c:v>15.875</c:v>
                </c:pt>
                <c:pt idx="3176">
                  <c:v>15.88</c:v>
                </c:pt>
                <c:pt idx="3177">
                  <c:v>15.885</c:v>
                </c:pt>
                <c:pt idx="3178">
                  <c:v>15.89</c:v>
                </c:pt>
                <c:pt idx="3179">
                  <c:v>15.895</c:v>
                </c:pt>
                <c:pt idx="3180">
                  <c:v>15.9</c:v>
                </c:pt>
                <c:pt idx="3181">
                  <c:v>15.905</c:v>
                </c:pt>
                <c:pt idx="3182">
                  <c:v>15.91</c:v>
                </c:pt>
                <c:pt idx="3183">
                  <c:v>15.915</c:v>
                </c:pt>
                <c:pt idx="3184">
                  <c:v>15.92</c:v>
                </c:pt>
                <c:pt idx="3185">
                  <c:v>15.925</c:v>
                </c:pt>
                <c:pt idx="3186">
                  <c:v>15.93</c:v>
                </c:pt>
                <c:pt idx="3187">
                  <c:v>15.935</c:v>
                </c:pt>
                <c:pt idx="3188">
                  <c:v>15.94</c:v>
                </c:pt>
                <c:pt idx="3189">
                  <c:v>15.945</c:v>
                </c:pt>
                <c:pt idx="3190">
                  <c:v>15.95</c:v>
                </c:pt>
                <c:pt idx="3191">
                  <c:v>15.955</c:v>
                </c:pt>
                <c:pt idx="3192">
                  <c:v>15.96</c:v>
                </c:pt>
                <c:pt idx="3193">
                  <c:v>15.965</c:v>
                </c:pt>
                <c:pt idx="3194">
                  <c:v>15.97</c:v>
                </c:pt>
                <c:pt idx="3195">
                  <c:v>15.975</c:v>
                </c:pt>
                <c:pt idx="3196">
                  <c:v>15.98</c:v>
                </c:pt>
                <c:pt idx="3197">
                  <c:v>15.985</c:v>
                </c:pt>
                <c:pt idx="3198">
                  <c:v>15.99</c:v>
                </c:pt>
                <c:pt idx="3199">
                  <c:v>15.995</c:v>
                </c:pt>
                <c:pt idx="3200">
                  <c:v>16</c:v>
                </c:pt>
                <c:pt idx="3201">
                  <c:v>16.005</c:v>
                </c:pt>
                <c:pt idx="3202">
                  <c:v>16.01</c:v>
                </c:pt>
                <c:pt idx="3203">
                  <c:v>16.015</c:v>
                </c:pt>
                <c:pt idx="3204">
                  <c:v>16.02</c:v>
                </c:pt>
                <c:pt idx="3205">
                  <c:v>16.025</c:v>
                </c:pt>
                <c:pt idx="3206">
                  <c:v>16.03</c:v>
                </c:pt>
                <c:pt idx="3207">
                  <c:v>16.035</c:v>
                </c:pt>
                <c:pt idx="3208">
                  <c:v>16.04</c:v>
                </c:pt>
                <c:pt idx="3209">
                  <c:v>16.045</c:v>
                </c:pt>
                <c:pt idx="3210">
                  <c:v>16.05</c:v>
                </c:pt>
                <c:pt idx="3211">
                  <c:v>16.055</c:v>
                </c:pt>
                <c:pt idx="3212">
                  <c:v>16.06</c:v>
                </c:pt>
                <c:pt idx="3213">
                  <c:v>16.065</c:v>
                </c:pt>
                <c:pt idx="3214">
                  <c:v>16.07</c:v>
                </c:pt>
                <c:pt idx="3215">
                  <c:v>16.075</c:v>
                </c:pt>
                <c:pt idx="3216">
                  <c:v>16.08</c:v>
                </c:pt>
                <c:pt idx="3217">
                  <c:v>16.085</c:v>
                </c:pt>
                <c:pt idx="3218">
                  <c:v>16.09</c:v>
                </c:pt>
                <c:pt idx="3219">
                  <c:v>16.095</c:v>
                </c:pt>
                <c:pt idx="3220">
                  <c:v>16.1</c:v>
                </c:pt>
                <c:pt idx="3221">
                  <c:v>16.105</c:v>
                </c:pt>
                <c:pt idx="3222">
                  <c:v>16.11</c:v>
                </c:pt>
                <c:pt idx="3223">
                  <c:v>16.115</c:v>
                </c:pt>
                <c:pt idx="3224">
                  <c:v>16.12</c:v>
                </c:pt>
                <c:pt idx="3225">
                  <c:v>16.125</c:v>
                </c:pt>
                <c:pt idx="3226">
                  <c:v>16.13</c:v>
                </c:pt>
                <c:pt idx="3227">
                  <c:v>16.135</c:v>
                </c:pt>
                <c:pt idx="3228">
                  <c:v>16.14</c:v>
                </c:pt>
                <c:pt idx="3229">
                  <c:v>16.145</c:v>
                </c:pt>
                <c:pt idx="3230">
                  <c:v>16.15</c:v>
                </c:pt>
                <c:pt idx="3231">
                  <c:v>16.155</c:v>
                </c:pt>
                <c:pt idx="3232">
                  <c:v>16.16</c:v>
                </c:pt>
                <c:pt idx="3233">
                  <c:v>16.165</c:v>
                </c:pt>
                <c:pt idx="3234">
                  <c:v>16.17</c:v>
                </c:pt>
                <c:pt idx="3235">
                  <c:v>16.175</c:v>
                </c:pt>
                <c:pt idx="3236">
                  <c:v>16.18</c:v>
                </c:pt>
                <c:pt idx="3237">
                  <c:v>16.185</c:v>
                </c:pt>
                <c:pt idx="3238">
                  <c:v>16.19</c:v>
                </c:pt>
                <c:pt idx="3239">
                  <c:v>16.195</c:v>
                </c:pt>
                <c:pt idx="3240">
                  <c:v>16.2</c:v>
                </c:pt>
                <c:pt idx="3241">
                  <c:v>16.205</c:v>
                </c:pt>
                <c:pt idx="3242">
                  <c:v>16.21</c:v>
                </c:pt>
                <c:pt idx="3243">
                  <c:v>16.215</c:v>
                </c:pt>
                <c:pt idx="3244">
                  <c:v>16.22</c:v>
                </c:pt>
                <c:pt idx="3245">
                  <c:v>16.225</c:v>
                </c:pt>
                <c:pt idx="3246">
                  <c:v>16.23</c:v>
                </c:pt>
                <c:pt idx="3247">
                  <c:v>16.235</c:v>
                </c:pt>
                <c:pt idx="3248">
                  <c:v>16.24</c:v>
                </c:pt>
                <c:pt idx="3249">
                  <c:v>16.245</c:v>
                </c:pt>
                <c:pt idx="3250">
                  <c:v>16.25</c:v>
                </c:pt>
                <c:pt idx="3251">
                  <c:v>16.255</c:v>
                </c:pt>
                <c:pt idx="3252">
                  <c:v>16.26</c:v>
                </c:pt>
                <c:pt idx="3253">
                  <c:v>16.265</c:v>
                </c:pt>
                <c:pt idx="3254">
                  <c:v>16.27</c:v>
                </c:pt>
                <c:pt idx="3255">
                  <c:v>16.275</c:v>
                </c:pt>
                <c:pt idx="3256">
                  <c:v>16.28</c:v>
                </c:pt>
                <c:pt idx="3257">
                  <c:v>16.285</c:v>
                </c:pt>
                <c:pt idx="3258">
                  <c:v>16.29</c:v>
                </c:pt>
                <c:pt idx="3259">
                  <c:v>16.295</c:v>
                </c:pt>
                <c:pt idx="3260">
                  <c:v>16.3</c:v>
                </c:pt>
                <c:pt idx="3261">
                  <c:v>16.305</c:v>
                </c:pt>
                <c:pt idx="3262">
                  <c:v>16.31</c:v>
                </c:pt>
                <c:pt idx="3263">
                  <c:v>16.315</c:v>
                </c:pt>
                <c:pt idx="3264">
                  <c:v>16.32</c:v>
                </c:pt>
                <c:pt idx="3265">
                  <c:v>16.325</c:v>
                </c:pt>
                <c:pt idx="3266">
                  <c:v>16.33</c:v>
                </c:pt>
                <c:pt idx="3267">
                  <c:v>16.335</c:v>
                </c:pt>
                <c:pt idx="3268">
                  <c:v>16.34</c:v>
                </c:pt>
                <c:pt idx="3269">
                  <c:v>16.345</c:v>
                </c:pt>
                <c:pt idx="3270">
                  <c:v>16.35</c:v>
                </c:pt>
                <c:pt idx="3271">
                  <c:v>16.355</c:v>
                </c:pt>
                <c:pt idx="3272">
                  <c:v>16.36</c:v>
                </c:pt>
                <c:pt idx="3273">
                  <c:v>16.365</c:v>
                </c:pt>
                <c:pt idx="3274">
                  <c:v>16.37</c:v>
                </c:pt>
                <c:pt idx="3275">
                  <c:v>16.375</c:v>
                </c:pt>
                <c:pt idx="3276">
                  <c:v>16.38</c:v>
                </c:pt>
                <c:pt idx="3277">
                  <c:v>16.385</c:v>
                </c:pt>
                <c:pt idx="3278">
                  <c:v>16.39</c:v>
                </c:pt>
                <c:pt idx="3279">
                  <c:v>16.395</c:v>
                </c:pt>
                <c:pt idx="3280">
                  <c:v>16.4</c:v>
                </c:pt>
                <c:pt idx="3281">
                  <c:v>16.405</c:v>
                </c:pt>
                <c:pt idx="3282">
                  <c:v>16.41</c:v>
                </c:pt>
                <c:pt idx="3283">
                  <c:v>16.415</c:v>
                </c:pt>
                <c:pt idx="3284">
                  <c:v>16.42</c:v>
                </c:pt>
                <c:pt idx="3285">
                  <c:v>16.425</c:v>
                </c:pt>
                <c:pt idx="3286">
                  <c:v>16.43</c:v>
                </c:pt>
                <c:pt idx="3287">
                  <c:v>16.435</c:v>
                </c:pt>
                <c:pt idx="3288">
                  <c:v>16.44</c:v>
                </c:pt>
                <c:pt idx="3289">
                  <c:v>16.445</c:v>
                </c:pt>
                <c:pt idx="3290">
                  <c:v>16.45</c:v>
                </c:pt>
                <c:pt idx="3291">
                  <c:v>16.455</c:v>
                </c:pt>
                <c:pt idx="3292">
                  <c:v>16.46</c:v>
                </c:pt>
                <c:pt idx="3293">
                  <c:v>16.465</c:v>
                </c:pt>
                <c:pt idx="3294">
                  <c:v>16.47</c:v>
                </c:pt>
                <c:pt idx="3295">
                  <c:v>16.475</c:v>
                </c:pt>
                <c:pt idx="3296">
                  <c:v>16.48</c:v>
                </c:pt>
                <c:pt idx="3297">
                  <c:v>16.485</c:v>
                </c:pt>
                <c:pt idx="3298">
                  <c:v>16.49</c:v>
                </c:pt>
                <c:pt idx="3299">
                  <c:v>16.495</c:v>
                </c:pt>
                <c:pt idx="3300">
                  <c:v>16.5</c:v>
                </c:pt>
                <c:pt idx="3301">
                  <c:v>16.505</c:v>
                </c:pt>
                <c:pt idx="3302">
                  <c:v>16.51</c:v>
                </c:pt>
                <c:pt idx="3303">
                  <c:v>16.515</c:v>
                </c:pt>
                <c:pt idx="3304">
                  <c:v>16.52</c:v>
                </c:pt>
                <c:pt idx="3305">
                  <c:v>16.525</c:v>
                </c:pt>
                <c:pt idx="3306">
                  <c:v>16.53</c:v>
                </c:pt>
                <c:pt idx="3307">
                  <c:v>16.535</c:v>
                </c:pt>
                <c:pt idx="3308">
                  <c:v>16.54</c:v>
                </c:pt>
                <c:pt idx="3309">
                  <c:v>16.545</c:v>
                </c:pt>
                <c:pt idx="3310">
                  <c:v>16.55</c:v>
                </c:pt>
                <c:pt idx="3311">
                  <c:v>16.555</c:v>
                </c:pt>
                <c:pt idx="3312">
                  <c:v>16.56</c:v>
                </c:pt>
                <c:pt idx="3313">
                  <c:v>16.565</c:v>
                </c:pt>
                <c:pt idx="3314">
                  <c:v>16.57</c:v>
                </c:pt>
                <c:pt idx="3315">
                  <c:v>16.575</c:v>
                </c:pt>
                <c:pt idx="3316">
                  <c:v>16.58</c:v>
                </c:pt>
                <c:pt idx="3317">
                  <c:v>16.585</c:v>
                </c:pt>
                <c:pt idx="3318">
                  <c:v>16.59</c:v>
                </c:pt>
                <c:pt idx="3319">
                  <c:v>16.595</c:v>
                </c:pt>
                <c:pt idx="3320">
                  <c:v>16.6</c:v>
                </c:pt>
                <c:pt idx="3321">
                  <c:v>16.605</c:v>
                </c:pt>
                <c:pt idx="3322">
                  <c:v>16.61</c:v>
                </c:pt>
                <c:pt idx="3323">
                  <c:v>16.615</c:v>
                </c:pt>
                <c:pt idx="3324">
                  <c:v>16.62</c:v>
                </c:pt>
                <c:pt idx="3325">
                  <c:v>16.625</c:v>
                </c:pt>
                <c:pt idx="3326">
                  <c:v>16.63</c:v>
                </c:pt>
                <c:pt idx="3327">
                  <c:v>16.635</c:v>
                </c:pt>
                <c:pt idx="3328">
                  <c:v>16.64</c:v>
                </c:pt>
                <c:pt idx="3329">
                  <c:v>16.645</c:v>
                </c:pt>
                <c:pt idx="3330">
                  <c:v>16.65</c:v>
                </c:pt>
                <c:pt idx="3331">
                  <c:v>16.655</c:v>
                </c:pt>
                <c:pt idx="3332">
                  <c:v>16.66</c:v>
                </c:pt>
                <c:pt idx="3333">
                  <c:v>16.665</c:v>
                </c:pt>
                <c:pt idx="3334">
                  <c:v>16.67</c:v>
                </c:pt>
                <c:pt idx="3335">
                  <c:v>16.675</c:v>
                </c:pt>
                <c:pt idx="3336">
                  <c:v>16.68</c:v>
                </c:pt>
                <c:pt idx="3337">
                  <c:v>16.685</c:v>
                </c:pt>
                <c:pt idx="3338">
                  <c:v>16.69</c:v>
                </c:pt>
                <c:pt idx="3339">
                  <c:v>16.695</c:v>
                </c:pt>
                <c:pt idx="3340">
                  <c:v>16.7</c:v>
                </c:pt>
                <c:pt idx="3341">
                  <c:v>16.705</c:v>
                </c:pt>
                <c:pt idx="3342">
                  <c:v>16.71</c:v>
                </c:pt>
                <c:pt idx="3343">
                  <c:v>16.715</c:v>
                </c:pt>
                <c:pt idx="3344">
                  <c:v>16.72</c:v>
                </c:pt>
                <c:pt idx="3345">
                  <c:v>16.725</c:v>
                </c:pt>
                <c:pt idx="3346">
                  <c:v>16.73</c:v>
                </c:pt>
                <c:pt idx="3347">
                  <c:v>16.735</c:v>
                </c:pt>
                <c:pt idx="3348">
                  <c:v>16.74</c:v>
                </c:pt>
                <c:pt idx="3349">
                  <c:v>16.745</c:v>
                </c:pt>
                <c:pt idx="3350">
                  <c:v>16.75</c:v>
                </c:pt>
                <c:pt idx="3351">
                  <c:v>16.755</c:v>
                </c:pt>
                <c:pt idx="3352">
                  <c:v>16.76</c:v>
                </c:pt>
                <c:pt idx="3353">
                  <c:v>16.765</c:v>
                </c:pt>
                <c:pt idx="3354">
                  <c:v>16.77</c:v>
                </c:pt>
                <c:pt idx="3355">
                  <c:v>16.775</c:v>
                </c:pt>
                <c:pt idx="3356">
                  <c:v>16.78</c:v>
                </c:pt>
                <c:pt idx="3357">
                  <c:v>16.785</c:v>
                </c:pt>
                <c:pt idx="3358">
                  <c:v>16.79</c:v>
                </c:pt>
                <c:pt idx="3359">
                  <c:v>16.795</c:v>
                </c:pt>
                <c:pt idx="3360">
                  <c:v>16.8</c:v>
                </c:pt>
                <c:pt idx="3361">
                  <c:v>16.805</c:v>
                </c:pt>
                <c:pt idx="3362">
                  <c:v>16.81</c:v>
                </c:pt>
                <c:pt idx="3363">
                  <c:v>16.815</c:v>
                </c:pt>
                <c:pt idx="3364">
                  <c:v>16.82</c:v>
                </c:pt>
                <c:pt idx="3365">
                  <c:v>16.825</c:v>
                </c:pt>
                <c:pt idx="3366">
                  <c:v>16.83</c:v>
                </c:pt>
                <c:pt idx="3367">
                  <c:v>16.835</c:v>
                </c:pt>
                <c:pt idx="3368">
                  <c:v>16.84</c:v>
                </c:pt>
                <c:pt idx="3369">
                  <c:v>16.845</c:v>
                </c:pt>
                <c:pt idx="3370">
                  <c:v>16.85</c:v>
                </c:pt>
                <c:pt idx="3371">
                  <c:v>16.855</c:v>
                </c:pt>
                <c:pt idx="3372">
                  <c:v>16.86</c:v>
                </c:pt>
                <c:pt idx="3373">
                  <c:v>16.865</c:v>
                </c:pt>
                <c:pt idx="3374">
                  <c:v>16.87</c:v>
                </c:pt>
                <c:pt idx="3375">
                  <c:v>16.875</c:v>
                </c:pt>
                <c:pt idx="3376">
                  <c:v>16.88</c:v>
                </c:pt>
                <c:pt idx="3377">
                  <c:v>16.885</c:v>
                </c:pt>
                <c:pt idx="3378">
                  <c:v>16.89</c:v>
                </c:pt>
                <c:pt idx="3379">
                  <c:v>16.895</c:v>
                </c:pt>
                <c:pt idx="3380">
                  <c:v>16.9</c:v>
                </c:pt>
                <c:pt idx="3381">
                  <c:v>16.905</c:v>
                </c:pt>
                <c:pt idx="3382">
                  <c:v>16.91</c:v>
                </c:pt>
                <c:pt idx="3383">
                  <c:v>16.915</c:v>
                </c:pt>
                <c:pt idx="3384">
                  <c:v>16.92</c:v>
                </c:pt>
                <c:pt idx="3385">
                  <c:v>16.925</c:v>
                </c:pt>
                <c:pt idx="3386">
                  <c:v>16.93</c:v>
                </c:pt>
                <c:pt idx="3387">
                  <c:v>16.935</c:v>
                </c:pt>
                <c:pt idx="3388">
                  <c:v>16.94</c:v>
                </c:pt>
                <c:pt idx="3389">
                  <c:v>16.945</c:v>
                </c:pt>
                <c:pt idx="3390">
                  <c:v>16.95</c:v>
                </c:pt>
                <c:pt idx="3391">
                  <c:v>16.955</c:v>
                </c:pt>
                <c:pt idx="3392">
                  <c:v>16.96</c:v>
                </c:pt>
                <c:pt idx="3393">
                  <c:v>16.965</c:v>
                </c:pt>
                <c:pt idx="3394">
                  <c:v>16.97</c:v>
                </c:pt>
                <c:pt idx="3395">
                  <c:v>16.975</c:v>
                </c:pt>
                <c:pt idx="3396">
                  <c:v>16.98</c:v>
                </c:pt>
                <c:pt idx="3397">
                  <c:v>16.985</c:v>
                </c:pt>
                <c:pt idx="3398">
                  <c:v>16.99</c:v>
                </c:pt>
                <c:pt idx="3399">
                  <c:v>16.995</c:v>
                </c:pt>
                <c:pt idx="3400">
                  <c:v>17</c:v>
                </c:pt>
                <c:pt idx="3401">
                  <c:v>17.005</c:v>
                </c:pt>
                <c:pt idx="3402">
                  <c:v>17.01</c:v>
                </c:pt>
                <c:pt idx="3403">
                  <c:v>17.015</c:v>
                </c:pt>
                <c:pt idx="3404">
                  <c:v>17.02</c:v>
                </c:pt>
                <c:pt idx="3405">
                  <c:v>17.025</c:v>
                </c:pt>
                <c:pt idx="3406">
                  <c:v>17.03</c:v>
                </c:pt>
                <c:pt idx="3407">
                  <c:v>17.035</c:v>
                </c:pt>
                <c:pt idx="3408">
                  <c:v>17.04</c:v>
                </c:pt>
                <c:pt idx="3409">
                  <c:v>17.045</c:v>
                </c:pt>
                <c:pt idx="3410">
                  <c:v>17.05</c:v>
                </c:pt>
                <c:pt idx="3411">
                  <c:v>17.055</c:v>
                </c:pt>
                <c:pt idx="3412">
                  <c:v>17.06</c:v>
                </c:pt>
                <c:pt idx="3413">
                  <c:v>17.065</c:v>
                </c:pt>
                <c:pt idx="3414">
                  <c:v>17.07</c:v>
                </c:pt>
                <c:pt idx="3415">
                  <c:v>17.075</c:v>
                </c:pt>
                <c:pt idx="3416">
                  <c:v>17.08</c:v>
                </c:pt>
                <c:pt idx="3417">
                  <c:v>17.085</c:v>
                </c:pt>
                <c:pt idx="3418">
                  <c:v>17.09</c:v>
                </c:pt>
                <c:pt idx="3419">
                  <c:v>17.095</c:v>
                </c:pt>
                <c:pt idx="3420">
                  <c:v>17.1</c:v>
                </c:pt>
                <c:pt idx="3421">
                  <c:v>17.105</c:v>
                </c:pt>
                <c:pt idx="3422">
                  <c:v>17.11</c:v>
                </c:pt>
                <c:pt idx="3423">
                  <c:v>17.115</c:v>
                </c:pt>
                <c:pt idx="3424">
                  <c:v>17.12</c:v>
                </c:pt>
                <c:pt idx="3425">
                  <c:v>17.125</c:v>
                </c:pt>
                <c:pt idx="3426">
                  <c:v>17.13</c:v>
                </c:pt>
                <c:pt idx="3427">
                  <c:v>17.135</c:v>
                </c:pt>
                <c:pt idx="3428">
                  <c:v>17.14</c:v>
                </c:pt>
                <c:pt idx="3429">
                  <c:v>17.145</c:v>
                </c:pt>
                <c:pt idx="3430">
                  <c:v>17.15</c:v>
                </c:pt>
                <c:pt idx="3431">
                  <c:v>17.155</c:v>
                </c:pt>
                <c:pt idx="3432">
                  <c:v>17.16</c:v>
                </c:pt>
                <c:pt idx="3433">
                  <c:v>17.165</c:v>
                </c:pt>
                <c:pt idx="3434">
                  <c:v>17.17</c:v>
                </c:pt>
                <c:pt idx="3435">
                  <c:v>17.175</c:v>
                </c:pt>
                <c:pt idx="3436">
                  <c:v>17.18</c:v>
                </c:pt>
                <c:pt idx="3437">
                  <c:v>17.185</c:v>
                </c:pt>
                <c:pt idx="3438">
                  <c:v>17.19</c:v>
                </c:pt>
                <c:pt idx="3439">
                  <c:v>17.195</c:v>
                </c:pt>
                <c:pt idx="3440">
                  <c:v>17.2</c:v>
                </c:pt>
                <c:pt idx="3441">
                  <c:v>17.205</c:v>
                </c:pt>
                <c:pt idx="3442">
                  <c:v>17.21</c:v>
                </c:pt>
                <c:pt idx="3443">
                  <c:v>17.215</c:v>
                </c:pt>
                <c:pt idx="3444">
                  <c:v>17.22</c:v>
                </c:pt>
                <c:pt idx="3445">
                  <c:v>17.225</c:v>
                </c:pt>
                <c:pt idx="3446">
                  <c:v>17.23</c:v>
                </c:pt>
                <c:pt idx="3447">
                  <c:v>17.235</c:v>
                </c:pt>
                <c:pt idx="3448">
                  <c:v>17.24</c:v>
                </c:pt>
                <c:pt idx="3449">
                  <c:v>17.245</c:v>
                </c:pt>
                <c:pt idx="3450">
                  <c:v>17.25</c:v>
                </c:pt>
                <c:pt idx="3451">
                  <c:v>17.255</c:v>
                </c:pt>
                <c:pt idx="3452">
                  <c:v>17.26</c:v>
                </c:pt>
                <c:pt idx="3453">
                  <c:v>17.265</c:v>
                </c:pt>
                <c:pt idx="3454">
                  <c:v>17.27</c:v>
                </c:pt>
                <c:pt idx="3455">
                  <c:v>17.275</c:v>
                </c:pt>
                <c:pt idx="3456">
                  <c:v>17.28</c:v>
                </c:pt>
                <c:pt idx="3457">
                  <c:v>17.285</c:v>
                </c:pt>
                <c:pt idx="3458">
                  <c:v>17.29</c:v>
                </c:pt>
                <c:pt idx="3459">
                  <c:v>17.295</c:v>
                </c:pt>
                <c:pt idx="3460">
                  <c:v>17.3</c:v>
                </c:pt>
                <c:pt idx="3461">
                  <c:v>17.305</c:v>
                </c:pt>
                <c:pt idx="3462">
                  <c:v>17.31</c:v>
                </c:pt>
                <c:pt idx="3463">
                  <c:v>17.315</c:v>
                </c:pt>
                <c:pt idx="3464">
                  <c:v>17.32</c:v>
                </c:pt>
                <c:pt idx="3465">
                  <c:v>17.325</c:v>
                </c:pt>
                <c:pt idx="3466">
                  <c:v>17.33</c:v>
                </c:pt>
                <c:pt idx="3467">
                  <c:v>17.335</c:v>
                </c:pt>
                <c:pt idx="3468">
                  <c:v>17.34</c:v>
                </c:pt>
                <c:pt idx="3469">
                  <c:v>17.345</c:v>
                </c:pt>
                <c:pt idx="3470">
                  <c:v>17.35</c:v>
                </c:pt>
                <c:pt idx="3471">
                  <c:v>17.355</c:v>
                </c:pt>
                <c:pt idx="3472">
                  <c:v>17.36</c:v>
                </c:pt>
                <c:pt idx="3473">
                  <c:v>17.365</c:v>
                </c:pt>
                <c:pt idx="3474">
                  <c:v>17.37</c:v>
                </c:pt>
                <c:pt idx="3475">
                  <c:v>17.375</c:v>
                </c:pt>
                <c:pt idx="3476">
                  <c:v>17.38</c:v>
                </c:pt>
                <c:pt idx="3477">
                  <c:v>17.385</c:v>
                </c:pt>
                <c:pt idx="3478">
                  <c:v>17.39</c:v>
                </c:pt>
                <c:pt idx="3479">
                  <c:v>17.395</c:v>
                </c:pt>
                <c:pt idx="3480">
                  <c:v>17.4</c:v>
                </c:pt>
                <c:pt idx="3481">
                  <c:v>17.405</c:v>
                </c:pt>
                <c:pt idx="3482">
                  <c:v>17.41</c:v>
                </c:pt>
                <c:pt idx="3483">
                  <c:v>17.415</c:v>
                </c:pt>
                <c:pt idx="3484">
                  <c:v>17.42</c:v>
                </c:pt>
                <c:pt idx="3485">
                  <c:v>17.425</c:v>
                </c:pt>
                <c:pt idx="3486">
                  <c:v>17.43</c:v>
                </c:pt>
                <c:pt idx="3487">
                  <c:v>17.435</c:v>
                </c:pt>
                <c:pt idx="3488">
                  <c:v>17.44</c:v>
                </c:pt>
                <c:pt idx="3489">
                  <c:v>17.445</c:v>
                </c:pt>
                <c:pt idx="3490">
                  <c:v>17.45</c:v>
                </c:pt>
                <c:pt idx="3491">
                  <c:v>17.455</c:v>
                </c:pt>
                <c:pt idx="3492">
                  <c:v>17.46</c:v>
                </c:pt>
                <c:pt idx="3493">
                  <c:v>17.465</c:v>
                </c:pt>
                <c:pt idx="3494">
                  <c:v>17.47</c:v>
                </c:pt>
                <c:pt idx="3495">
                  <c:v>17.475</c:v>
                </c:pt>
                <c:pt idx="3496">
                  <c:v>17.48</c:v>
                </c:pt>
                <c:pt idx="3497">
                  <c:v>17.485</c:v>
                </c:pt>
                <c:pt idx="3498">
                  <c:v>17.49</c:v>
                </c:pt>
                <c:pt idx="3499">
                  <c:v>17.495</c:v>
                </c:pt>
                <c:pt idx="3500">
                  <c:v>17.5</c:v>
                </c:pt>
                <c:pt idx="3501">
                  <c:v>17.505</c:v>
                </c:pt>
                <c:pt idx="3502">
                  <c:v>17.51</c:v>
                </c:pt>
                <c:pt idx="3503">
                  <c:v>17.515</c:v>
                </c:pt>
                <c:pt idx="3504">
                  <c:v>17.52</c:v>
                </c:pt>
                <c:pt idx="3505">
                  <c:v>17.525</c:v>
                </c:pt>
                <c:pt idx="3506">
                  <c:v>17.53</c:v>
                </c:pt>
                <c:pt idx="3507">
                  <c:v>17.535</c:v>
                </c:pt>
                <c:pt idx="3508">
                  <c:v>17.54</c:v>
                </c:pt>
                <c:pt idx="3509">
                  <c:v>17.545</c:v>
                </c:pt>
                <c:pt idx="3510">
                  <c:v>17.55</c:v>
                </c:pt>
                <c:pt idx="3511">
                  <c:v>17.555</c:v>
                </c:pt>
                <c:pt idx="3512">
                  <c:v>17.56</c:v>
                </c:pt>
                <c:pt idx="3513">
                  <c:v>17.565</c:v>
                </c:pt>
                <c:pt idx="3514">
                  <c:v>17.57</c:v>
                </c:pt>
                <c:pt idx="3515">
                  <c:v>17.575</c:v>
                </c:pt>
                <c:pt idx="3516">
                  <c:v>17.58</c:v>
                </c:pt>
                <c:pt idx="3517">
                  <c:v>17.585</c:v>
                </c:pt>
                <c:pt idx="3518">
                  <c:v>17.59</c:v>
                </c:pt>
                <c:pt idx="3519">
                  <c:v>17.595</c:v>
                </c:pt>
                <c:pt idx="3520">
                  <c:v>17.6</c:v>
                </c:pt>
                <c:pt idx="3521">
                  <c:v>17.605</c:v>
                </c:pt>
                <c:pt idx="3522">
                  <c:v>17.61</c:v>
                </c:pt>
                <c:pt idx="3523">
                  <c:v>17.615</c:v>
                </c:pt>
                <c:pt idx="3524">
                  <c:v>17.62</c:v>
                </c:pt>
                <c:pt idx="3525">
                  <c:v>17.625</c:v>
                </c:pt>
                <c:pt idx="3526">
                  <c:v>17.63</c:v>
                </c:pt>
                <c:pt idx="3527">
                  <c:v>17.635</c:v>
                </c:pt>
                <c:pt idx="3528">
                  <c:v>17.64</c:v>
                </c:pt>
                <c:pt idx="3529">
                  <c:v>17.645</c:v>
                </c:pt>
                <c:pt idx="3530">
                  <c:v>17.65</c:v>
                </c:pt>
                <c:pt idx="3531">
                  <c:v>17.655</c:v>
                </c:pt>
                <c:pt idx="3532">
                  <c:v>17.66</c:v>
                </c:pt>
                <c:pt idx="3533">
                  <c:v>17.665</c:v>
                </c:pt>
                <c:pt idx="3534">
                  <c:v>17.67</c:v>
                </c:pt>
                <c:pt idx="3535">
                  <c:v>17.675</c:v>
                </c:pt>
                <c:pt idx="3536">
                  <c:v>17.68</c:v>
                </c:pt>
                <c:pt idx="3537">
                  <c:v>17.685</c:v>
                </c:pt>
                <c:pt idx="3538">
                  <c:v>17.69</c:v>
                </c:pt>
                <c:pt idx="3539">
                  <c:v>17.695</c:v>
                </c:pt>
                <c:pt idx="3540">
                  <c:v>17.7</c:v>
                </c:pt>
                <c:pt idx="3541">
                  <c:v>17.705</c:v>
                </c:pt>
                <c:pt idx="3542">
                  <c:v>17.71</c:v>
                </c:pt>
                <c:pt idx="3543">
                  <c:v>17.715</c:v>
                </c:pt>
                <c:pt idx="3544">
                  <c:v>17.72</c:v>
                </c:pt>
                <c:pt idx="3545">
                  <c:v>17.725</c:v>
                </c:pt>
                <c:pt idx="3546">
                  <c:v>17.73</c:v>
                </c:pt>
                <c:pt idx="3547">
                  <c:v>17.735</c:v>
                </c:pt>
                <c:pt idx="3548">
                  <c:v>17.74</c:v>
                </c:pt>
                <c:pt idx="3549">
                  <c:v>17.745</c:v>
                </c:pt>
                <c:pt idx="3550">
                  <c:v>17.75</c:v>
                </c:pt>
                <c:pt idx="3551">
                  <c:v>17.755</c:v>
                </c:pt>
                <c:pt idx="3552">
                  <c:v>17.76</c:v>
                </c:pt>
                <c:pt idx="3553">
                  <c:v>17.765</c:v>
                </c:pt>
                <c:pt idx="3554">
                  <c:v>17.77</c:v>
                </c:pt>
                <c:pt idx="3555">
                  <c:v>17.775</c:v>
                </c:pt>
                <c:pt idx="3556">
                  <c:v>17.78</c:v>
                </c:pt>
                <c:pt idx="3557">
                  <c:v>17.785</c:v>
                </c:pt>
                <c:pt idx="3558">
                  <c:v>17.79</c:v>
                </c:pt>
                <c:pt idx="3559">
                  <c:v>17.795</c:v>
                </c:pt>
                <c:pt idx="3560">
                  <c:v>17.8</c:v>
                </c:pt>
                <c:pt idx="3561">
                  <c:v>17.805</c:v>
                </c:pt>
                <c:pt idx="3562">
                  <c:v>17.81</c:v>
                </c:pt>
                <c:pt idx="3563">
                  <c:v>17.815</c:v>
                </c:pt>
                <c:pt idx="3564">
                  <c:v>17.82</c:v>
                </c:pt>
                <c:pt idx="3565">
                  <c:v>17.825</c:v>
                </c:pt>
                <c:pt idx="3566">
                  <c:v>17.83</c:v>
                </c:pt>
                <c:pt idx="3567">
                  <c:v>17.835</c:v>
                </c:pt>
                <c:pt idx="3568">
                  <c:v>17.84</c:v>
                </c:pt>
                <c:pt idx="3569">
                  <c:v>17.845</c:v>
                </c:pt>
                <c:pt idx="3570">
                  <c:v>17.85</c:v>
                </c:pt>
                <c:pt idx="3571">
                  <c:v>17.855</c:v>
                </c:pt>
                <c:pt idx="3572">
                  <c:v>17.86</c:v>
                </c:pt>
                <c:pt idx="3573">
                  <c:v>17.865</c:v>
                </c:pt>
                <c:pt idx="3574">
                  <c:v>17.87</c:v>
                </c:pt>
                <c:pt idx="3575">
                  <c:v>17.875</c:v>
                </c:pt>
                <c:pt idx="3576">
                  <c:v>17.88</c:v>
                </c:pt>
                <c:pt idx="3577">
                  <c:v>17.885</c:v>
                </c:pt>
                <c:pt idx="3578">
                  <c:v>17.89</c:v>
                </c:pt>
                <c:pt idx="3579">
                  <c:v>17.895</c:v>
                </c:pt>
                <c:pt idx="3580">
                  <c:v>17.9</c:v>
                </c:pt>
                <c:pt idx="3581">
                  <c:v>17.905</c:v>
                </c:pt>
                <c:pt idx="3582">
                  <c:v>17.91</c:v>
                </c:pt>
                <c:pt idx="3583">
                  <c:v>17.915</c:v>
                </c:pt>
                <c:pt idx="3584">
                  <c:v>17.92</c:v>
                </c:pt>
                <c:pt idx="3585">
                  <c:v>17.925</c:v>
                </c:pt>
                <c:pt idx="3586">
                  <c:v>17.93</c:v>
                </c:pt>
                <c:pt idx="3587">
                  <c:v>17.935</c:v>
                </c:pt>
                <c:pt idx="3588">
                  <c:v>17.94</c:v>
                </c:pt>
                <c:pt idx="3589">
                  <c:v>17.945</c:v>
                </c:pt>
                <c:pt idx="3590">
                  <c:v>17.95</c:v>
                </c:pt>
                <c:pt idx="3591">
                  <c:v>17.955</c:v>
                </c:pt>
                <c:pt idx="3592">
                  <c:v>17.96</c:v>
                </c:pt>
                <c:pt idx="3593">
                  <c:v>17.965</c:v>
                </c:pt>
                <c:pt idx="3594">
                  <c:v>17.97</c:v>
                </c:pt>
                <c:pt idx="3595">
                  <c:v>17.975</c:v>
                </c:pt>
                <c:pt idx="3596">
                  <c:v>17.98</c:v>
                </c:pt>
                <c:pt idx="3597">
                  <c:v>17.985</c:v>
                </c:pt>
                <c:pt idx="3598">
                  <c:v>17.99</c:v>
                </c:pt>
                <c:pt idx="3599">
                  <c:v>17.995</c:v>
                </c:pt>
                <c:pt idx="3600">
                  <c:v>18</c:v>
                </c:pt>
                <c:pt idx="3601">
                  <c:v>18.005</c:v>
                </c:pt>
                <c:pt idx="3602">
                  <c:v>18.01</c:v>
                </c:pt>
                <c:pt idx="3603">
                  <c:v>18.015</c:v>
                </c:pt>
                <c:pt idx="3604">
                  <c:v>18.02</c:v>
                </c:pt>
                <c:pt idx="3605">
                  <c:v>18.025</c:v>
                </c:pt>
                <c:pt idx="3606">
                  <c:v>18.03</c:v>
                </c:pt>
                <c:pt idx="3607">
                  <c:v>18.035</c:v>
                </c:pt>
                <c:pt idx="3608">
                  <c:v>18.04</c:v>
                </c:pt>
                <c:pt idx="3609">
                  <c:v>18.045</c:v>
                </c:pt>
                <c:pt idx="3610">
                  <c:v>18.05</c:v>
                </c:pt>
                <c:pt idx="3611">
                  <c:v>18.055</c:v>
                </c:pt>
                <c:pt idx="3612">
                  <c:v>18.06</c:v>
                </c:pt>
                <c:pt idx="3613">
                  <c:v>18.065</c:v>
                </c:pt>
                <c:pt idx="3614">
                  <c:v>18.07</c:v>
                </c:pt>
                <c:pt idx="3615">
                  <c:v>18.075</c:v>
                </c:pt>
                <c:pt idx="3616">
                  <c:v>18.08</c:v>
                </c:pt>
                <c:pt idx="3617">
                  <c:v>18.085</c:v>
                </c:pt>
                <c:pt idx="3618">
                  <c:v>18.09</c:v>
                </c:pt>
                <c:pt idx="3619">
                  <c:v>18.095</c:v>
                </c:pt>
                <c:pt idx="3620">
                  <c:v>18.1</c:v>
                </c:pt>
                <c:pt idx="3621">
                  <c:v>18.105</c:v>
                </c:pt>
                <c:pt idx="3622">
                  <c:v>18.11</c:v>
                </c:pt>
                <c:pt idx="3623">
                  <c:v>18.115</c:v>
                </c:pt>
                <c:pt idx="3624">
                  <c:v>18.12</c:v>
                </c:pt>
                <c:pt idx="3625">
                  <c:v>18.125</c:v>
                </c:pt>
                <c:pt idx="3626">
                  <c:v>18.13</c:v>
                </c:pt>
                <c:pt idx="3627">
                  <c:v>18.135</c:v>
                </c:pt>
                <c:pt idx="3628">
                  <c:v>18.14</c:v>
                </c:pt>
                <c:pt idx="3629">
                  <c:v>18.145</c:v>
                </c:pt>
                <c:pt idx="3630">
                  <c:v>18.15</c:v>
                </c:pt>
                <c:pt idx="3631">
                  <c:v>18.155</c:v>
                </c:pt>
                <c:pt idx="3632">
                  <c:v>18.16</c:v>
                </c:pt>
                <c:pt idx="3633">
                  <c:v>18.165</c:v>
                </c:pt>
                <c:pt idx="3634">
                  <c:v>18.17</c:v>
                </c:pt>
                <c:pt idx="3635">
                  <c:v>18.175</c:v>
                </c:pt>
                <c:pt idx="3636">
                  <c:v>18.18</c:v>
                </c:pt>
                <c:pt idx="3637">
                  <c:v>18.185</c:v>
                </c:pt>
                <c:pt idx="3638">
                  <c:v>18.19</c:v>
                </c:pt>
                <c:pt idx="3639">
                  <c:v>18.195</c:v>
                </c:pt>
                <c:pt idx="3640">
                  <c:v>18.2</c:v>
                </c:pt>
                <c:pt idx="3641">
                  <c:v>18.205</c:v>
                </c:pt>
                <c:pt idx="3642">
                  <c:v>18.21</c:v>
                </c:pt>
                <c:pt idx="3643">
                  <c:v>18.215</c:v>
                </c:pt>
                <c:pt idx="3644">
                  <c:v>18.22</c:v>
                </c:pt>
                <c:pt idx="3645">
                  <c:v>18.225</c:v>
                </c:pt>
                <c:pt idx="3646">
                  <c:v>18.23</c:v>
                </c:pt>
                <c:pt idx="3647">
                  <c:v>18.235</c:v>
                </c:pt>
                <c:pt idx="3648">
                  <c:v>18.24</c:v>
                </c:pt>
                <c:pt idx="3649">
                  <c:v>18.245</c:v>
                </c:pt>
                <c:pt idx="3650">
                  <c:v>18.25</c:v>
                </c:pt>
                <c:pt idx="3651">
                  <c:v>18.255</c:v>
                </c:pt>
                <c:pt idx="3652">
                  <c:v>18.26</c:v>
                </c:pt>
                <c:pt idx="3653">
                  <c:v>18.265</c:v>
                </c:pt>
                <c:pt idx="3654">
                  <c:v>18.27</c:v>
                </c:pt>
                <c:pt idx="3655">
                  <c:v>18.275</c:v>
                </c:pt>
                <c:pt idx="3656">
                  <c:v>18.28</c:v>
                </c:pt>
                <c:pt idx="3657">
                  <c:v>18.285</c:v>
                </c:pt>
                <c:pt idx="3658">
                  <c:v>18.29</c:v>
                </c:pt>
                <c:pt idx="3659">
                  <c:v>18.295</c:v>
                </c:pt>
                <c:pt idx="3660">
                  <c:v>18.3</c:v>
                </c:pt>
                <c:pt idx="3661">
                  <c:v>18.305</c:v>
                </c:pt>
                <c:pt idx="3662">
                  <c:v>18.31</c:v>
                </c:pt>
                <c:pt idx="3663">
                  <c:v>18.315</c:v>
                </c:pt>
                <c:pt idx="3664">
                  <c:v>18.32</c:v>
                </c:pt>
                <c:pt idx="3665">
                  <c:v>18.325</c:v>
                </c:pt>
                <c:pt idx="3666">
                  <c:v>18.33</c:v>
                </c:pt>
                <c:pt idx="3667">
                  <c:v>18.335</c:v>
                </c:pt>
                <c:pt idx="3668">
                  <c:v>18.34</c:v>
                </c:pt>
                <c:pt idx="3669">
                  <c:v>18.345</c:v>
                </c:pt>
                <c:pt idx="3670">
                  <c:v>18.35</c:v>
                </c:pt>
                <c:pt idx="3671">
                  <c:v>18.355</c:v>
                </c:pt>
                <c:pt idx="3672">
                  <c:v>18.36</c:v>
                </c:pt>
                <c:pt idx="3673">
                  <c:v>18.365</c:v>
                </c:pt>
                <c:pt idx="3674">
                  <c:v>18.37</c:v>
                </c:pt>
                <c:pt idx="3675">
                  <c:v>18.375</c:v>
                </c:pt>
                <c:pt idx="3676">
                  <c:v>18.38</c:v>
                </c:pt>
                <c:pt idx="3677">
                  <c:v>18.385</c:v>
                </c:pt>
                <c:pt idx="3678">
                  <c:v>18.39</c:v>
                </c:pt>
                <c:pt idx="3679">
                  <c:v>18.395</c:v>
                </c:pt>
                <c:pt idx="3680">
                  <c:v>18.4</c:v>
                </c:pt>
                <c:pt idx="3681">
                  <c:v>18.405</c:v>
                </c:pt>
                <c:pt idx="3682">
                  <c:v>18.41</c:v>
                </c:pt>
                <c:pt idx="3683">
                  <c:v>18.415</c:v>
                </c:pt>
                <c:pt idx="3684">
                  <c:v>18.42</c:v>
                </c:pt>
                <c:pt idx="3685">
                  <c:v>18.425</c:v>
                </c:pt>
                <c:pt idx="3686">
                  <c:v>18.43</c:v>
                </c:pt>
                <c:pt idx="3687">
                  <c:v>18.435</c:v>
                </c:pt>
                <c:pt idx="3688">
                  <c:v>18.44</c:v>
                </c:pt>
                <c:pt idx="3689">
                  <c:v>18.445</c:v>
                </c:pt>
                <c:pt idx="3690">
                  <c:v>18.45</c:v>
                </c:pt>
                <c:pt idx="3691">
                  <c:v>18.455</c:v>
                </c:pt>
                <c:pt idx="3692">
                  <c:v>18.46</c:v>
                </c:pt>
                <c:pt idx="3693">
                  <c:v>18.465</c:v>
                </c:pt>
                <c:pt idx="3694">
                  <c:v>18.47</c:v>
                </c:pt>
                <c:pt idx="3695">
                  <c:v>18.475</c:v>
                </c:pt>
                <c:pt idx="3696">
                  <c:v>18.48</c:v>
                </c:pt>
                <c:pt idx="3697">
                  <c:v>18.485</c:v>
                </c:pt>
                <c:pt idx="3698">
                  <c:v>18.49</c:v>
                </c:pt>
                <c:pt idx="3699">
                  <c:v>18.495</c:v>
                </c:pt>
                <c:pt idx="3700">
                  <c:v>18.5</c:v>
                </c:pt>
                <c:pt idx="3701">
                  <c:v>18.505</c:v>
                </c:pt>
                <c:pt idx="3702">
                  <c:v>18.51</c:v>
                </c:pt>
                <c:pt idx="3703">
                  <c:v>18.515</c:v>
                </c:pt>
                <c:pt idx="3704">
                  <c:v>18.52</c:v>
                </c:pt>
                <c:pt idx="3705">
                  <c:v>18.525</c:v>
                </c:pt>
                <c:pt idx="3706">
                  <c:v>18.53</c:v>
                </c:pt>
                <c:pt idx="3707">
                  <c:v>18.535</c:v>
                </c:pt>
                <c:pt idx="3708">
                  <c:v>18.54</c:v>
                </c:pt>
                <c:pt idx="3709">
                  <c:v>18.545</c:v>
                </c:pt>
                <c:pt idx="3710">
                  <c:v>18.55</c:v>
                </c:pt>
                <c:pt idx="3711">
                  <c:v>18.555</c:v>
                </c:pt>
                <c:pt idx="3712">
                  <c:v>18.56</c:v>
                </c:pt>
                <c:pt idx="3713">
                  <c:v>18.565</c:v>
                </c:pt>
                <c:pt idx="3714">
                  <c:v>18.57</c:v>
                </c:pt>
                <c:pt idx="3715">
                  <c:v>18.575</c:v>
                </c:pt>
                <c:pt idx="3716">
                  <c:v>18.58</c:v>
                </c:pt>
                <c:pt idx="3717">
                  <c:v>18.585</c:v>
                </c:pt>
                <c:pt idx="3718">
                  <c:v>18.59</c:v>
                </c:pt>
                <c:pt idx="3719">
                  <c:v>18.595</c:v>
                </c:pt>
                <c:pt idx="3720">
                  <c:v>18.6</c:v>
                </c:pt>
                <c:pt idx="3721">
                  <c:v>18.605</c:v>
                </c:pt>
                <c:pt idx="3722">
                  <c:v>18.61</c:v>
                </c:pt>
                <c:pt idx="3723">
                  <c:v>18.615</c:v>
                </c:pt>
                <c:pt idx="3724">
                  <c:v>18.62</c:v>
                </c:pt>
                <c:pt idx="3725">
                  <c:v>18.625</c:v>
                </c:pt>
                <c:pt idx="3726">
                  <c:v>18.63</c:v>
                </c:pt>
                <c:pt idx="3727">
                  <c:v>18.635</c:v>
                </c:pt>
                <c:pt idx="3728">
                  <c:v>18.64</c:v>
                </c:pt>
                <c:pt idx="3729">
                  <c:v>18.645</c:v>
                </c:pt>
                <c:pt idx="3730">
                  <c:v>18.65</c:v>
                </c:pt>
                <c:pt idx="3731">
                  <c:v>18.655</c:v>
                </c:pt>
                <c:pt idx="3732">
                  <c:v>18.66</c:v>
                </c:pt>
                <c:pt idx="3733">
                  <c:v>18.665</c:v>
                </c:pt>
                <c:pt idx="3734">
                  <c:v>18.67</c:v>
                </c:pt>
                <c:pt idx="3735">
                  <c:v>18.675</c:v>
                </c:pt>
                <c:pt idx="3736">
                  <c:v>18.68</c:v>
                </c:pt>
                <c:pt idx="3737">
                  <c:v>18.685</c:v>
                </c:pt>
                <c:pt idx="3738">
                  <c:v>18.69</c:v>
                </c:pt>
                <c:pt idx="3739">
                  <c:v>18.695</c:v>
                </c:pt>
                <c:pt idx="3740">
                  <c:v>18.7</c:v>
                </c:pt>
                <c:pt idx="3741">
                  <c:v>18.705</c:v>
                </c:pt>
                <c:pt idx="3742">
                  <c:v>18.71</c:v>
                </c:pt>
                <c:pt idx="3743">
                  <c:v>18.715</c:v>
                </c:pt>
                <c:pt idx="3744">
                  <c:v>18.72</c:v>
                </c:pt>
                <c:pt idx="3745">
                  <c:v>18.725</c:v>
                </c:pt>
                <c:pt idx="3746">
                  <c:v>18.73</c:v>
                </c:pt>
                <c:pt idx="3747">
                  <c:v>18.735</c:v>
                </c:pt>
                <c:pt idx="3748">
                  <c:v>18.74</c:v>
                </c:pt>
                <c:pt idx="3749">
                  <c:v>18.745</c:v>
                </c:pt>
                <c:pt idx="3750">
                  <c:v>18.75</c:v>
                </c:pt>
                <c:pt idx="3751">
                  <c:v>18.755</c:v>
                </c:pt>
                <c:pt idx="3752">
                  <c:v>18.76</c:v>
                </c:pt>
                <c:pt idx="3753">
                  <c:v>18.765</c:v>
                </c:pt>
                <c:pt idx="3754">
                  <c:v>18.77</c:v>
                </c:pt>
                <c:pt idx="3755">
                  <c:v>18.775</c:v>
                </c:pt>
                <c:pt idx="3756">
                  <c:v>18.78</c:v>
                </c:pt>
                <c:pt idx="3757">
                  <c:v>18.785</c:v>
                </c:pt>
                <c:pt idx="3758">
                  <c:v>18.79</c:v>
                </c:pt>
                <c:pt idx="3759">
                  <c:v>18.795</c:v>
                </c:pt>
                <c:pt idx="3760">
                  <c:v>18.8</c:v>
                </c:pt>
                <c:pt idx="3761">
                  <c:v>18.805</c:v>
                </c:pt>
                <c:pt idx="3762">
                  <c:v>18.81</c:v>
                </c:pt>
                <c:pt idx="3763">
                  <c:v>18.815</c:v>
                </c:pt>
                <c:pt idx="3764">
                  <c:v>18.82</c:v>
                </c:pt>
                <c:pt idx="3765">
                  <c:v>18.825</c:v>
                </c:pt>
                <c:pt idx="3766">
                  <c:v>18.83</c:v>
                </c:pt>
                <c:pt idx="3767">
                  <c:v>18.835</c:v>
                </c:pt>
                <c:pt idx="3768">
                  <c:v>18.84</c:v>
                </c:pt>
                <c:pt idx="3769">
                  <c:v>18.845</c:v>
                </c:pt>
                <c:pt idx="3770">
                  <c:v>18.85</c:v>
                </c:pt>
                <c:pt idx="3771">
                  <c:v>18.855</c:v>
                </c:pt>
                <c:pt idx="3772">
                  <c:v>18.86</c:v>
                </c:pt>
                <c:pt idx="3773">
                  <c:v>18.865</c:v>
                </c:pt>
                <c:pt idx="3774">
                  <c:v>18.87</c:v>
                </c:pt>
                <c:pt idx="3775">
                  <c:v>18.875</c:v>
                </c:pt>
                <c:pt idx="3776">
                  <c:v>18.88</c:v>
                </c:pt>
                <c:pt idx="3777">
                  <c:v>18.885</c:v>
                </c:pt>
                <c:pt idx="3778">
                  <c:v>18.89</c:v>
                </c:pt>
                <c:pt idx="3779">
                  <c:v>18.895</c:v>
                </c:pt>
                <c:pt idx="3780">
                  <c:v>18.9</c:v>
                </c:pt>
                <c:pt idx="3781">
                  <c:v>18.905</c:v>
                </c:pt>
                <c:pt idx="3782">
                  <c:v>18.91</c:v>
                </c:pt>
                <c:pt idx="3783">
                  <c:v>18.915</c:v>
                </c:pt>
                <c:pt idx="3784">
                  <c:v>18.92</c:v>
                </c:pt>
                <c:pt idx="3785">
                  <c:v>18.925</c:v>
                </c:pt>
                <c:pt idx="3786">
                  <c:v>18.93</c:v>
                </c:pt>
                <c:pt idx="3787">
                  <c:v>18.935</c:v>
                </c:pt>
                <c:pt idx="3788">
                  <c:v>18.94</c:v>
                </c:pt>
                <c:pt idx="3789">
                  <c:v>18.945</c:v>
                </c:pt>
                <c:pt idx="3790">
                  <c:v>18.95</c:v>
                </c:pt>
                <c:pt idx="3791">
                  <c:v>18.955</c:v>
                </c:pt>
                <c:pt idx="3792">
                  <c:v>18.96</c:v>
                </c:pt>
                <c:pt idx="3793">
                  <c:v>18.965</c:v>
                </c:pt>
                <c:pt idx="3794">
                  <c:v>18.97</c:v>
                </c:pt>
                <c:pt idx="3795">
                  <c:v>18.975</c:v>
                </c:pt>
                <c:pt idx="3796">
                  <c:v>18.98</c:v>
                </c:pt>
                <c:pt idx="3797">
                  <c:v>18.985</c:v>
                </c:pt>
                <c:pt idx="3798">
                  <c:v>18.99</c:v>
                </c:pt>
                <c:pt idx="3799">
                  <c:v>18.995</c:v>
                </c:pt>
                <c:pt idx="3800">
                  <c:v>19</c:v>
                </c:pt>
                <c:pt idx="3801">
                  <c:v>19.005</c:v>
                </c:pt>
                <c:pt idx="3802">
                  <c:v>19.01</c:v>
                </c:pt>
                <c:pt idx="3803">
                  <c:v>19.015</c:v>
                </c:pt>
                <c:pt idx="3804">
                  <c:v>19.02</c:v>
                </c:pt>
                <c:pt idx="3805">
                  <c:v>19.025</c:v>
                </c:pt>
                <c:pt idx="3806">
                  <c:v>19.03</c:v>
                </c:pt>
                <c:pt idx="3807">
                  <c:v>19.035</c:v>
                </c:pt>
                <c:pt idx="3808">
                  <c:v>19.04</c:v>
                </c:pt>
                <c:pt idx="3809">
                  <c:v>19.045</c:v>
                </c:pt>
                <c:pt idx="3810">
                  <c:v>19.05</c:v>
                </c:pt>
                <c:pt idx="3811">
                  <c:v>19.055</c:v>
                </c:pt>
                <c:pt idx="3812">
                  <c:v>19.06</c:v>
                </c:pt>
                <c:pt idx="3813">
                  <c:v>19.065</c:v>
                </c:pt>
                <c:pt idx="3814">
                  <c:v>19.07</c:v>
                </c:pt>
                <c:pt idx="3815">
                  <c:v>19.075</c:v>
                </c:pt>
                <c:pt idx="3816">
                  <c:v>19.08</c:v>
                </c:pt>
                <c:pt idx="3817">
                  <c:v>19.085</c:v>
                </c:pt>
                <c:pt idx="3818">
                  <c:v>19.09</c:v>
                </c:pt>
                <c:pt idx="3819">
                  <c:v>19.095</c:v>
                </c:pt>
                <c:pt idx="3820">
                  <c:v>19.1</c:v>
                </c:pt>
                <c:pt idx="3821">
                  <c:v>19.105</c:v>
                </c:pt>
                <c:pt idx="3822">
                  <c:v>19.11</c:v>
                </c:pt>
                <c:pt idx="3823">
                  <c:v>19.115</c:v>
                </c:pt>
                <c:pt idx="3824">
                  <c:v>19.12</c:v>
                </c:pt>
                <c:pt idx="3825">
                  <c:v>19.125</c:v>
                </c:pt>
                <c:pt idx="3826">
                  <c:v>19.13</c:v>
                </c:pt>
                <c:pt idx="3827">
                  <c:v>19.135</c:v>
                </c:pt>
                <c:pt idx="3828">
                  <c:v>19.14</c:v>
                </c:pt>
                <c:pt idx="3829">
                  <c:v>19.145</c:v>
                </c:pt>
                <c:pt idx="3830">
                  <c:v>19.15</c:v>
                </c:pt>
                <c:pt idx="3831">
                  <c:v>19.155</c:v>
                </c:pt>
                <c:pt idx="3832">
                  <c:v>19.16</c:v>
                </c:pt>
                <c:pt idx="3833">
                  <c:v>19.165</c:v>
                </c:pt>
                <c:pt idx="3834">
                  <c:v>19.17</c:v>
                </c:pt>
                <c:pt idx="3835">
                  <c:v>19.175</c:v>
                </c:pt>
                <c:pt idx="3836">
                  <c:v>19.18</c:v>
                </c:pt>
                <c:pt idx="3837">
                  <c:v>19.185</c:v>
                </c:pt>
                <c:pt idx="3838">
                  <c:v>19.19</c:v>
                </c:pt>
                <c:pt idx="3839">
                  <c:v>19.195</c:v>
                </c:pt>
                <c:pt idx="3840">
                  <c:v>19.2</c:v>
                </c:pt>
                <c:pt idx="3841">
                  <c:v>19.205</c:v>
                </c:pt>
                <c:pt idx="3842">
                  <c:v>19.21</c:v>
                </c:pt>
                <c:pt idx="3843">
                  <c:v>19.215</c:v>
                </c:pt>
                <c:pt idx="3844">
                  <c:v>19.22</c:v>
                </c:pt>
                <c:pt idx="3845">
                  <c:v>19.225</c:v>
                </c:pt>
                <c:pt idx="3846">
                  <c:v>19.23</c:v>
                </c:pt>
                <c:pt idx="3847">
                  <c:v>19.235</c:v>
                </c:pt>
                <c:pt idx="3848">
                  <c:v>19.24</c:v>
                </c:pt>
                <c:pt idx="3849">
                  <c:v>19.245</c:v>
                </c:pt>
                <c:pt idx="3850">
                  <c:v>19.25</c:v>
                </c:pt>
                <c:pt idx="3851">
                  <c:v>19.255</c:v>
                </c:pt>
                <c:pt idx="3852">
                  <c:v>19.26</c:v>
                </c:pt>
                <c:pt idx="3853">
                  <c:v>19.265</c:v>
                </c:pt>
                <c:pt idx="3854">
                  <c:v>19.27</c:v>
                </c:pt>
                <c:pt idx="3855">
                  <c:v>19.275</c:v>
                </c:pt>
                <c:pt idx="3856">
                  <c:v>19.28</c:v>
                </c:pt>
                <c:pt idx="3857">
                  <c:v>19.285</c:v>
                </c:pt>
                <c:pt idx="3858">
                  <c:v>19.29</c:v>
                </c:pt>
                <c:pt idx="3859">
                  <c:v>19.295</c:v>
                </c:pt>
                <c:pt idx="3860">
                  <c:v>19.3</c:v>
                </c:pt>
                <c:pt idx="3861">
                  <c:v>19.305</c:v>
                </c:pt>
                <c:pt idx="3862">
                  <c:v>19.31</c:v>
                </c:pt>
                <c:pt idx="3863">
                  <c:v>19.315</c:v>
                </c:pt>
                <c:pt idx="3864">
                  <c:v>19.32</c:v>
                </c:pt>
                <c:pt idx="3865">
                  <c:v>19.325</c:v>
                </c:pt>
                <c:pt idx="3866">
                  <c:v>19.33</c:v>
                </c:pt>
                <c:pt idx="3867">
                  <c:v>19.335</c:v>
                </c:pt>
                <c:pt idx="3868">
                  <c:v>19.34</c:v>
                </c:pt>
                <c:pt idx="3869">
                  <c:v>19.345</c:v>
                </c:pt>
                <c:pt idx="3870">
                  <c:v>19.35</c:v>
                </c:pt>
                <c:pt idx="3871">
                  <c:v>19.355</c:v>
                </c:pt>
                <c:pt idx="3872">
                  <c:v>19.36</c:v>
                </c:pt>
                <c:pt idx="3873">
                  <c:v>19.365</c:v>
                </c:pt>
                <c:pt idx="3874">
                  <c:v>19.37</c:v>
                </c:pt>
                <c:pt idx="3875">
                  <c:v>19.375</c:v>
                </c:pt>
                <c:pt idx="3876">
                  <c:v>19.38</c:v>
                </c:pt>
                <c:pt idx="3877">
                  <c:v>19.385</c:v>
                </c:pt>
                <c:pt idx="3878">
                  <c:v>19.39</c:v>
                </c:pt>
                <c:pt idx="3879">
                  <c:v>19.395</c:v>
                </c:pt>
                <c:pt idx="3880">
                  <c:v>19.4</c:v>
                </c:pt>
                <c:pt idx="3881">
                  <c:v>19.405</c:v>
                </c:pt>
                <c:pt idx="3882">
                  <c:v>19.41</c:v>
                </c:pt>
                <c:pt idx="3883">
                  <c:v>19.415</c:v>
                </c:pt>
                <c:pt idx="3884">
                  <c:v>19.42</c:v>
                </c:pt>
                <c:pt idx="3885">
                  <c:v>19.425</c:v>
                </c:pt>
                <c:pt idx="3886">
                  <c:v>19.43</c:v>
                </c:pt>
                <c:pt idx="3887">
                  <c:v>19.435</c:v>
                </c:pt>
                <c:pt idx="3888">
                  <c:v>19.44</c:v>
                </c:pt>
                <c:pt idx="3889">
                  <c:v>19.445</c:v>
                </c:pt>
                <c:pt idx="3890">
                  <c:v>19.45</c:v>
                </c:pt>
                <c:pt idx="3891">
                  <c:v>19.455</c:v>
                </c:pt>
                <c:pt idx="3892">
                  <c:v>19.46</c:v>
                </c:pt>
                <c:pt idx="3893">
                  <c:v>19.465</c:v>
                </c:pt>
                <c:pt idx="3894">
                  <c:v>19.47</c:v>
                </c:pt>
                <c:pt idx="3895">
                  <c:v>19.475</c:v>
                </c:pt>
                <c:pt idx="3896">
                  <c:v>19.48</c:v>
                </c:pt>
                <c:pt idx="3897">
                  <c:v>19.485</c:v>
                </c:pt>
                <c:pt idx="3898">
                  <c:v>19.49</c:v>
                </c:pt>
                <c:pt idx="3899">
                  <c:v>19.495</c:v>
                </c:pt>
                <c:pt idx="3900">
                  <c:v>19.5</c:v>
                </c:pt>
                <c:pt idx="3901">
                  <c:v>19.505</c:v>
                </c:pt>
                <c:pt idx="3902">
                  <c:v>19.51</c:v>
                </c:pt>
                <c:pt idx="3903">
                  <c:v>19.515</c:v>
                </c:pt>
                <c:pt idx="3904">
                  <c:v>19.52</c:v>
                </c:pt>
                <c:pt idx="3905">
                  <c:v>19.525</c:v>
                </c:pt>
                <c:pt idx="3906">
                  <c:v>19.53</c:v>
                </c:pt>
                <c:pt idx="3907">
                  <c:v>19.535</c:v>
                </c:pt>
                <c:pt idx="3908">
                  <c:v>19.54</c:v>
                </c:pt>
                <c:pt idx="3909">
                  <c:v>19.545</c:v>
                </c:pt>
                <c:pt idx="3910">
                  <c:v>19.55</c:v>
                </c:pt>
                <c:pt idx="3911">
                  <c:v>19.555</c:v>
                </c:pt>
                <c:pt idx="3912">
                  <c:v>19.56</c:v>
                </c:pt>
                <c:pt idx="3913">
                  <c:v>19.565</c:v>
                </c:pt>
                <c:pt idx="3914">
                  <c:v>19.57</c:v>
                </c:pt>
                <c:pt idx="3915">
                  <c:v>19.575</c:v>
                </c:pt>
                <c:pt idx="3916">
                  <c:v>19.58</c:v>
                </c:pt>
                <c:pt idx="3917">
                  <c:v>19.585</c:v>
                </c:pt>
                <c:pt idx="3918">
                  <c:v>19.59</c:v>
                </c:pt>
                <c:pt idx="3919">
                  <c:v>19.595</c:v>
                </c:pt>
                <c:pt idx="3920">
                  <c:v>19.6</c:v>
                </c:pt>
                <c:pt idx="3921">
                  <c:v>19.605</c:v>
                </c:pt>
                <c:pt idx="3922">
                  <c:v>19.61</c:v>
                </c:pt>
                <c:pt idx="3923">
                  <c:v>19.615</c:v>
                </c:pt>
                <c:pt idx="3924">
                  <c:v>19.62</c:v>
                </c:pt>
                <c:pt idx="3925">
                  <c:v>19.625</c:v>
                </c:pt>
                <c:pt idx="3926">
                  <c:v>19.63</c:v>
                </c:pt>
                <c:pt idx="3927">
                  <c:v>19.635</c:v>
                </c:pt>
                <c:pt idx="3928">
                  <c:v>19.64</c:v>
                </c:pt>
                <c:pt idx="3929">
                  <c:v>19.645</c:v>
                </c:pt>
                <c:pt idx="3930">
                  <c:v>19.65</c:v>
                </c:pt>
                <c:pt idx="3931">
                  <c:v>19.655</c:v>
                </c:pt>
                <c:pt idx="3932">
                  <c:v>19.66</c:v>
                </c:pt>
                <c:pt idx="3933">
                  <c:v>19.665</c:v>
                </c:pt>
                <c:pt idx="3934">
                  <c:v>19.67</c:v>
                </c:pt>
                <c:pt idx="3935">
                  <c:v>19.675</c:v>
                </c:pt>
                <c:pt idx="3936">
                  <c:v>19.68</c:v>
                </c:pt>
                <c:pt idx="3937">
                  <c:v>19.685</c:v>
                </c:pt>
                <c:pt idx="3938">
                  <c:v>19.69</c:v>
                </c:pt>
                <c:pt idx="3939">
                  <c:v>19.695</c:v>
                </c:pt>
                <c:pt idx="3940">
                  <c:v>19.7</c:v>
                </c:pt>
                <c:pt idx="3941">
                  <c:v>19.705</c:v>
                </c:pt>
                <c:pt idx="3942">
                  <c:v>19.71</c:v>
                </c:pt>
                <c:pt idx="3943">
                  <c:v>19.715</c:v>
                </c:pt>
                <c:pt idx="3944">
                  <c:v>19.72</c:v>
                </c:pt>
                <c:pt idx="3945">
                  <c:v>19.725</c:v>
                </c:pt>
                <c:pt idx="3946">
                  <c:v>19.73</c:v>
                </c:pt>
                <c:pt idx="3947">
                  <c:v>19.735</c:v>
                </c:pt>
                <c:pt idx="3948">
                  <c:v>19.74</c:v>
                </c:pt>
                <c:pt idx="3949">
                  <c:v>19.745</c:v>
                </c:pt>
                <c:pt idx="3950">
                  <c:v>19.75</c:v>
                </c:pt>
                <c:pt idx="3951">
                  <c:v>19.755</c:v>
                </c:pt>
                <c:pt idx="3952">
                  <c:v>19.76</c:v>
                </c:pt>
                <c:pt idx="3953">
                  <c:v>19.765</c:v>
                </c:pt>
                <c:pt idx="3954">
                  <c:v>19.77</c:v>
                </c:pt>
                <c:pt idx="3955">
                  <c:v>19.775</c:v>
                </c:pt>
                <c:pt idx="3956">
                  <c:v>19.78</c:v>
                </c:pt>
                <c:pt idx="3957">
                  <c:v>19.785</c:v>
                </c:pt>
                <c:pt idx="3958">
                  <c:v>19.79</c:v>
                </c:pt>
                <c:pt idx="3959">
                  <c:v>19.795</c:v>
                </c:pt>
                <c:pt idx="3960">
                  <c:v>19.8</c:v>
                </c:pt>
                <c:pt idx="3961">
                  <c:v>19.805</c:v>
                </c:pt>
                <c:pt idx="3962">
                  <c:v>19.81</c:v>
                </c:pt>
                <c:pt idx="3963">
                  <c:v>19.815</c:v>
                </c:pt>
                <c:pt idx="3964">
                  <c:v>19.82</c:v>
                </c:pt>
                <c:pt idx="3965">
                  <c:v>19.825</c:v>
                </c:pt>
                <c:pt idx="3966">
                  <c:v>19.83</c:v>
                </c:pt>
                <c:pt idx="3967">
                  <c:v>19.835</c:v>
                </c:pt>
                <c:pt idx="3968">
                  <c:v>19.84</c:v>
                </c:pt>
                <c:pt idx="3969">
                  <c:v>19.845</c:v>
                </c:pt>
                <c:pt idx="3970">
                  <c:v>19.85</c:v>
                </c:pt>
                <c:pt idx="3971">
                  <c:v>19.855</c:v>
                </c:pt>
                <c:pt idx="3972">
                  <c:v>19.86</c:v>
                </c:pt>
                <c:pt idx="3973">
                  <c:v>19.865</c:v>
                </c:pt>
                <c:pt idx="3974">
                  <c:v>19.87</c:v>
                </c:pt>
                <c:pt idx="3975">
                  <c:v>19.875</c:v>
                </c:pt>
                <c:pt idx="3976">
                  <c:v>19.88</c:v>
                </c:pt>
                <c:pt idx="3977">
                  <c:v>19.885</c:v>
                </c:pt>
                <c:pt idx="3978">
                  <c:v>19.89</c:v>
                </c:pt>
                <c:pt idx="3979">
                  <c:v>19.895</c:v>
                </c:pt>
                <c:pt idx="3980">
                  <c:v>19.9</c:v>
                </c:pt>
                <c:pt idx="3981">
                  <c:v>19.905</c:v>
                </c:pt>
                <c:pt idx="3982">
                  <c:v>19.91</c:v>
                </c:pt>
                <c:pt idx="3983">
                  <c:v>19.915</c:v>
                </c:pt>
                <c:pt idx="3984">
                  <c:v>19.92</c:v>
                </c:pt>
                <c:pt idx="3985">
                  <c:v>19.925</c:v>
                </c:pt>
                <c:pt idx="3986">
                  <c:v>19.93</c:v>
                </c:pt>
                <c:pt idx="3987">
                  <c:v>19.935</c:v>
                </c:pt>
                <c:pt idx="3988">
                  <c:v>19.94</c:v>
                </c:pt>
                <c:pt idx="3989">
                  <c:v>19.945</c:v>
                </c:pt>
                <c:pt idx="3990">
                  <c:v>19.95</c:v>
                </c:pt>
                <c:pt idx="3991">
                  <c:v>19.955</c:v>
                </c:pt>
                <c:pt idx="3992">
                  <c:v>19.96</c:v>
                </c:pt>
                <c:pt idx="3993">
                  <c:v>19.965</c:v>
                </c:pt>
                <c:pt idx="3994">
                  <c:v>19.97</c:v>
                </c:pt>
                <c:pt idx="3995">
                  <c:v>19.975</c:v>
                </c:pt>
                <c:pt idx="3996">
                  <c:v>19.98</c:v>
                </c:pt>
                <c:pt idx="3997">
                  <c:v>19.985</c:v>
                </c:pt>
                <c:pt idx="3998">
                  <c:v>19.99</c:v>
                </c:pt>
                <c:pt idx="3999">
                  <c:v>19.995</c:v>
                </c:pt>
                <c:pt idx="4000">
                  <c:v>20</c:v>
                </c:pt>
                <c:pt idx="4001">
                  <c:v>20.005</c:v>
                </c:pt>
                <c:pt idx="4002">
                  <c:v>20.01</c:v>
                </c:pt>
                <c:pt idx="4003">
                  <c:v>20.015</c:v>
                </c:pt>
                <c:pt idx="4004">
                  <c:v>20.02</c:v>
                </c:pt>
                <c:pt idx="4005">
                  <c:v>20.025</c:v>
                </c:pt>
                <c:pt idx="4006">
                  <c:v>20.03</c:v>
                </c:pt>
                <c:pt idx="4007">
                  <c:v>20.035</c:v>
                </c:pt>
                <c:pt idx="4008">
                  <c:v>20.04</c:v>
                </c:pt>
                <c:pt idx="4009">
                  <c:v>20.045</c:v>
                </c:pt>
                <c:pt idx="4010">
                  <c:v>20.05</c:v>
                </c:pt>
                <c:pt idx="4011">
                  <c:v>20.055</c:v>
                </c:pt>
                <c:pt idx="4012">
                  <c:v>20.06</c:v>
                </c:pt>
                <c:pt idx="4013">
                  <c:v>20.065</c:v>
                </c:pt>
                <c:pt idx="4014">
                  <c:v>20.07</c:v>
                </c:pt>
                <c:pt idx="4015">
                  <c:v>20.075</c:v>
                </c:pt>
                <c:pt idx="4016">
                  <c:v>20.08</c:v>
                </c:pt>
                <c:pt idx="4017">
                  <c:v>20.085</c:v>
                </c:pt>
                <c:pt idx="4018">
                  <c:v>20.09</c:v>
                </c:pt>
                <c:pt idx="4019">
                  <c:v>20.095</c:v>
                </c:pt>
                <c:pt idx="4020">
                  <c:v>20.1</c:v>
                </c:pt>
                <c:pt idx="4021">
                  <c:v>20.105</c:v>
                </c:pt>
                <c:pt idx="4022">
                  <c:v>20.11</c:v>
                </c:pt>
                <c:pt idx="4023">
                  <c:v>20.115</c:v>
                </c:pt>
                <c:pt idx="4024">
                  <c:v>20.12</c:v>
                </c:pt>
                <c:pt idx="4025">
                  <c:v>20.125</c:v>
                </c:pt>
                <c:pt idx="4026">
                  <c:v>20.13</c:v>
                </c:pt>
                <c:pt idx="4027">
                  <c:v>20.135</c:v>
                </c:pt>
                <c:pt idx="4028">
                  <c:v>20.14</c:v>
                </c:pt>
                <c:pt idx="4029">
                  <c:v>20.145</c:v>
                </c:pt>
                <c:pt idx="4030">
                  <c:v>20.15</c:v>
                </c:pt>
                <c:pt idx="4031">
                  <c:v>20.155</c:v>
                </c:pt>
                <c:pt idx="4032">
                  <c:v>20.16</c:v>
                </c:pt>
                <c:pt idx="4033">
                  <c:v>20.165</c:v>
                </c:pt>
                <c:pt idx="4034">
                  <c:v>20.17</c:v>
                </c:pt>
                <c:pt idx="4035">
                  <c:v>20.175</c:v>
                </c:pt>
                <c:pt idx="4036">
                  <c:v>20.18</c:v>
                </c:pt>
                <c:pt idx="4037">
                  <c:v>20.185</c:v>
                </c:pt>
                <c:pt idx="4038">
                  <c:v>20.19</c:v>
                </c:pt>
                <c:pt idx="4039">
                  <c:v>20.195</c:v>
                </c:pt>
                <c:pt idx="4040">
                  <c:v>20.2</c:v>
                </c:pt>
                <c:pt idx="4041">
                  <c:v>20.205</c:v>
                </c:pt>
                <c:pt idx="4042">
                  <c:v>20.21</c:v>
                </c:pt>
                <c:pt idx="4043">
                  <c:v>20.215</c:v>
                </c:pt>
                <c:pt idx="4044">
                  <c:v>20.22</c:v>
                </c:pt>
                <c:pt idx="4045">
                  <c:v>20.225</c:v>
                </c:pt>
                <c:pt idx="4046">
                  <c:v>20.23</c:v>
                </c:pt>
                <c:pt idx="4047">
                  <c:v>20.235</c:v>
                </c:pt>
                <c:pt idx="4048">
                  <c:v>20.24</c:v>
                </c:pt>
                <c:pt idx="4049">
                  <c:v>20.245</c:v>
                </c:pt>
                <c:pt idx="4050">
                  <c:v>20.25</c:v>
                </c:pt>
                <c:pt idx="4051">
                  <c:v>20.255</c:v>
                </c:pt>
                <c:pt idx="4052">
                  <c:v>20.26</c:v>
                </c:pt>
                <c:pt idx="4053">
                  <c:v>20.265</c:v>
                </c:pt>
                <c:pt idx="4054">
                  <c:v>20.27</c:v>
                </c:pt>
                <c:pt idx="4055">
                  <c:v>20.275</c:v>
                </c:pt>
                <c:pt idx="4056">
                  <c:v>20.28</c:v>
                </c:pt>
                <c:pt idx="4057">
                  <c:v>20.285</c:v>
                </c:pt>
                <c:pt idx="4058">
                  <c:v>20.29</c:v>
                </c:pt>
                <c:pt idx="4059">
                  <c:v>20.295</c:v>
                </c:pt>
                <c:pt idx="4060">
                  <c:v>20.3</c:v>
                </c:pt>
                <c:pt idx="4061">
                  <c:v>20.305</c:v>
                </c:pt>
                <c:pt idx="4062">
                  <c:v>20.31</c:v>
                </c:pt>
                <c:pt idx="4063">
                  <c:v>20.315</c:v>
                </c:pt>
                <c:pt idx="4064">
                  <c:v>20.32</c:v>
                </c:pt>
                <c:pt idx="4065">
                  <c:v>20.325</c:v>
                </c:pt>
                <c:pt idx="4066">
                  <c:v>20.33</c:v>
                </c:pt>
                <c:pt idx="4067">
                  <c:v>20.335</c:v>
                </c:pt>
                <c:pt idx="4068">
                  <c:v>20.34</c:v>
                </c:pt>
                <c:pt idx="4069">
                  <c:v>20.345</c:v>
                </c:pt>
                <c:pt idx="4070">
                  <c:v>20.35</c:v>
                </c:pt>
                <c:pt idx="4071">
                  <c:v>20.355</c:v>
                </c:pt>
                <c:pt idx="4072">
                  <c:v>20.36</c:v>
                </c:pt>
                <c:pt idx="4073">
                  <c:v>20.365</c:v>
                </c:pt>
                <c:pt idx="4074">
                  <c:v>20.37</c:v>
                </c:pt>
                <c:pt idx="4075">
                  <c:v>20.375</c:v>
                </c:pt>
                <c:pt idx="4076">
                  <c:v>20.38</c:v>
                </c:pt>
                <c:pt idx="4077">
                  <c:v>20.385</c:v>
                </c:pt>
                <c:pt idx="4078">
                  <c:v>20.39</c:v>
                </c:pt>
                <c:pt idx="4079">
                  <c:v>20.395</c:v>
                </c:pt>
                <c:pt idx="4080">
                  <c:v>20.4</c:v>
                </c:pt>
                <c:pt idx="4081">
                  <c:v>20.405</c:v>
                </c:pt>
                <c:pt idx="4082">
                  <c:v>20.41</c:v>
                </c:pt>
                <c:pt idx="4083">
                  <c:v>20.415</c:v>
                </c:pt>
                <c:pt idx="4084">
                  <c:v>20.42</c:v>
                </c:pt>
                <c:pt idx="4085">
                  <c:v>20.425</c:v>
                </c:pt>
                <c:pt idx="4086">
                  <c:v>20.43</c:v>
                </c:pt>
                <c:pt idx="4087">
                  <c:v>20.435</c:v>
                </c:pt>
                <c:pt idx="4088">
                  <c:v>20.44</c:v>
                </c:pt>
                <c:pt idx="4089">
                  <c:v>20.445</c:v>
                </c:pt>
                <c:pt idx="4090">
                  <c:v>20.45</c:v>
                </c:pt>
                <c:pt idx="4091">
                  <c:v>20.455</c:v>
                </c:pt>
                <c:pt idx="4092">
                  <c:v>20.46</c:v>
                </c:pt>
                <c:pt idx="4093">
                  <c:v>20.465</c:v>
                </c:pt>
                <c:pt idx="4094">
                  <c:v>20.47</c:v>
                </c:pt>
                <c:pt idx="4095">
                  <c:v>20.475</c:v>
                </c:pt>
                <c:pt idx="4096">
                  <c:v>20.48</c:v>
                </c:pt>
                <c:pt idx="4097">
                  <c:v>20.485</c:v>
                </c:pt>
                <c:pt idx="4098">
                  <c:v>20.49</c:v>
                </c:pt>
                <c:pt idx="4099">
                  <c:v>20.495</c:v>
                </c:pt>
                <c:pt idx="4100">
                  <c:v>20.5</c:v>
                </c:pt>
                <c:pt idx="4101">
                  <c:v>20.505</c:v>
                </c:pt>
                <c:pt idx="4102">
                  <c:v>20.51</c:v>
                </c:pt>
                <c:pt idx="4103">
                  <c:v>20.515</c:v>
                </c:pt>
                <c:pt idx="4104">
                  <c:v>20.52</c:v>
                </c:pt>
                <c:pt idx="4105">
                  <c:v>20.525</c:v>
                </c:pt>
                <c:pt idx="4106">
                  <c:v>20.53</c:v>
                </c:pt>
                <c:pt idx="4107">
                  <c:v>20.535</c:v>
                </c:pt>
                <c:pt idx="4108">
                  <c:v>20.54</c:v>
                </c:pt>
                <c:pt idx="4109">
                  <c:v>20.545</c:v>
                </c:pt>
                <c:pt idx="4110">
                  <c:v>20.55</c:v>
                </c:pt>
                <c:pt idx="4111">
                  <c:v>20.555</c:v>
                </c:pt>
                <c:pt idx="4112">
                  <c:v>20.56</c:v>
                </c:pt>
                <c:pt idx="4113">
                  <c:v>20.565</c:v>
                </c:pt>
                <c:pt idx="4114">
                  <c:v>20.57</c:v>
                </c:pt>
                <c:pt idx="4115">
                  <c:v>20.575</c:v>
                </c:pt>
                <c:pt idx="4116">
                  <c:v>20.58</c:v>
                </c:pt>
                <c:pt idx="4117">
                  <c:v>20.585</c:v>
                </c:pt>
                <c:pt idx="4118">
                  <c:v>20.59</c:v>
                </c:pt>
                <c:pt idx="4119">
                  <c:v>20.595</c:v>
                </c:pt>
                <c:pt idx="4120">
                  <c:v>20.6</c:v>
                </c:pt>
                <c:pt idx="4121">
                  <c:v>20.605</c:v>
                </c:pt>
                <c:pt idx="4122">
                  <c:v>20.61</c:v>
                </c:pt>
                <c:pt idx="4123">
                  <c:v>20.615</c:v>
                </c:pt>
                <c:pt idx="4124">
                  <c:v>20.62</c:v>
                </c:pt>
                <c:pt idx="4125">
                  <c:v>20.625</c:v>
                </c:pt>
                <c:pt idx="4126">
                  <c:v>20.63</c:v>
                </c:pt>
                <c:pt idx="4127">
                  <c:v>20.635</c:v>
                </c:pt>
                <c:pt idx="4128">
                  <c:v>20.64</c:v>
                </c:pt>
                <c:pt idx="4129">
                  <c:v>20.645</c:v>
                </c:pt>
                <c:pt idx="4130">
                  <c:v>20.65</c:v>
                </c:pt>
                <c:pt idx="4131">
                  <c:v>20.655</c:v>
                </c:pt>
                <c:pt idx="4132">
                  <c:v>20.66</c:v>
                </c:pt>
                <c:pt idx="4133">
                  <c:v>20.665</c:v>
                </c:pt>
                <c:pt idx="4134">
                  <c:v>20.67</c:v>
                </c:pt>
                <c:pt idx="4135">
                  <c:v>20.675</c:v>
                </c:pt>
                <c:pt idx="4136">
                  <c:v>20.68</c:v>
                </c:pt>
                <c:pt idx="4137">
                  <c:v>20.685</c:v>
                </c:pt>
                <c:pt idx="4138">
                  <c:v>20.69</c:v>
                </c:pt>
                <c:pt idx="4139">
                  <c:v>20.695</c:v>
                </c:pt>
                <c:pt idx="4140">
                  <c:v>20.7</c:v>
                </c:pt>
                <c:pt idx="4141">
                  <c:v>20.705</c:v>
                </c:pt>
                <c:pt idx="4142">
                  <c:v>20.71</c:v>
                </c:pt>
                <c:pt idx="4143">
                  <c:v>20.715</c:v>
                </c:pt>
                <c:pt idx="4144">
                  <c:v>20.72</c:v>
                </c:pt>
                <c:pt idx="4145">
                  <c:v>20.725</c:v>
                </c:pt>
                <c:pt idx="4146">
                  <c:v>20.73</c:v>
                </c:pt>
                <c:pt idx="4147">
                  <c:v>20.735</c:v>
                </c:pt>
                <c:pt idx="4148">
                  <c:v>20.74</c:v>
                </c:pt>
                <c:pt idx="4149">
                  <c:v>20.745</c:v>
                </c:pt>
                <c:pt idx="4150">
                  <c:v>20.75</c:v>
                </c:pt>
                <c:pt idx="4151">
                  <c:v>20.755</c:v>
                </c:pt>
                <c:pt idx="4152">
                  <c:v>20.76</c:v>
                </c:pt>
                <c:pt idx="4153">
                  <c:v>20.765</c:v>
                </c:pt>
                <c:pt idx="4154">
                  <c:v>20.77</c:v>
                </c:pt>
                <c:pt idx="4155">
                  <c:v>20.775</c:v>
                </c:pt>
                <c:pt idx="4156">
                  <c:v>20.78</c:v>
                </c:pt>
                <c:pt idx="4157">
                  <c:v>20.785</c:v>
                </c:pt>
                <c:pt idx="4158">
                  <c:v>20.79</c:v>
                </c:pt>
                <c:pt idx="4159">
                  <c:v>20.795</c:v>
                </c:pt>
                <c:pt idx="4160">
                  <c:v>20.8</c:v>
                </c:pt>
                <c:pt idx="4161">
                  <c:v>20.805</c:v>
                </c:pt>
                <c:pt idx="4162">
                  <c:v>20.81</c:v>
                </c:pt>
                <c:pt idx="4163">
                  <c:v>20.815</c:v>
                </c:pt>
                <c:pt idx="4164">
                  <c:v>20.82</c:v>
                </c:pt>
                <c:pt idx="4165">
                  <c:v>20.825</c:v>
                </c:pt>
                <c:pt idx="4166">
                  <c:v>20.83</c:v>
                </c:pt>
                <c:pt idx="4167">
                  <c:v>20.835</c:v>
                </c:pt>
                <c:pt idx="4168">
                  <c:v>20.84</c:v>
                </c:pt>
                <c:pt idx="4169">
                  <c:v>20.845</c:v>
                </c:pt>
                <c:pt idx="4170">
                  <c:v>20.85</c:v>
                </c:pt>
                <c:pt idx="4171">
                  <c:v>20.855</c:v>
                </c:pt>
                <c:pt idx="4172">
                  <c:v>20.86</c:v>
                </c:pt>
                <c:pt idx="4173">
                  <c:v>20.865</c:v>
                </c:pt>
                <c:pt idx="4174">
                  <c:v>20.87</c:v>
                </c:pt>
                <c:pt idx="4175">
                  <c:v>20.875</c:v>
                </c:pt>
                <c:pt idx="4176">
                  <c:v>20.88</c:v>
                </c:pt>
                <c:pt idx="4177">
                  <c:v>20.885</c:v>
                </c:pt>
                <c:pt idx="4178">
                  <c:v>20.89</c:v>
                </c:pt>
                <c:pt idx="4179">
                  <c:v>20.895</c:v>
                </c:pt>
                <c:pt idx="4180">
                  <c:v>20.9</c:v>
                </c:pt>
                <c:pt idx="4181">
                  <c:v>20.905</c:v>
                </c:pt>
                <c:pt idx="4182">
                  <c:v>20.91</c:v>
                </c:pt>
                <c:pt idx="4183">
                  <c:v>20.915</c:v>
                </c:pt>
                <c:pt idx="4184">
                  <c:v>20.92</c:v>
                </c:pt>
                <c:pt idx="4185">
                  <c:v>20.925</c:v>
                </c:pt>
                <c:pt idx="4186">
                  <c:v>20.93</c:v>
                </c:pt>
                <c:pt idx="4187">
                  <c:v>20.935</c:v>
                </c:pt>
                <c:pt idx="4188">
                  <c:v>20.94</c:v>
                </c:pt>
                <c:pt idx="4189">
                  <c:v>20.945</c:v>
                </c:pt>
                <c:pt idx="4190">
                  <c:v>20.95</c:v>
                </c:pt>
                <c:pt idx="4191">
                  <c:v>20.955</c:v>
                </c:pt>
                <c:pt idx="4192">
                  <c:v>20.96</c:v>
                </c:pt>
                <c:pt idx="4193">
                  <c:v>20.965</c:v>
                </c:pt>
                <c:pt idx="4194">
                  <c:v>20.97</c:v>
                </c:pt>
                <c:pt idx="4195">
                  <c:v>20.975</c:v>
                </c:pt>
                <c:pt idx="4196">
                  <c:v>20.98</c:v>
                </c:pt>
                <c:pt idx="4197">
                  <c:v>20.985</c:v>
                </c:pt>
                <c:pt idx="4198">
                  <c:v>20.99</c:v>
                </c:pt>
                <c:pt idx="4199">
                  <c:v>20.995</c:v>
                </c:pt>
                <c:pt idx="4200">
                  <c:v>21</c:v>
                </c:pt>
                <c:pt idx="4201">
                  <c:v>21.005</c:v>
                </c:pt>
                <c:pt idx="4202">
                  <c:v>21.01</c:v>
                </c:pt>
                <c:pt idx="4203">
                  <c:v>21.015</c:v>
                </c:pt>
                <c:pt idx="4204">
                  <c:v>21.02</c:v>
                </c:pt>
                <c:pt idx="4205">
                  <c:v>21.025</c:v>
                </c:pt>
                <c:pt idx="4206">
                  <c:v>21.03</c:v>
                </c:pt>
                <c:pt idx="4207">
                  <c:v>21.035</c:v>
                </c:pt>
                <c:pt idx="4208">
                  <c:v>21.04</c:v>
                </c:pt>
                <c:pt idx="4209">
                  <c:v>21.045</c:v>
                </c:pt>
                <c:pt idx="4210">
                  <c:v>21.05</c:v>
                </c:pt>
                <c:pt idx="4211">
                  <c:v>21.055</c:v>
                </c:pt>
                <c:pt idx="4212">
                  <c:v>21.06</c:v>
                </c:pt>
                <c:pt idx="4213">
                  <c:v>21.065</c:v>
                </c:pt>
                <c:pt idx="4214">
                  <c:v>21.07</c:v>
                </c:pt>
                <c:pt idx="4215">
                  <c:v>21.075</c:v>
                </c:pt>
                <c:pt idx="4216">
                  <c:v>21.08</c:v>
                </c:pt>
                <c:pt idx="4217">
                  <c:v>21.085</c:v>
                </c:pt>
                <c:pt idx="4218">
                  <c:v>21.09</c:v>
                </c:pt>
                <c:pt idx="4219">
                  <c:v>21.095</c:v>
                </c:pt>
                <c:pt idx="4220">
                  <c:v>21.1</c:v>
                </c:pt>
                <c:pt idx="4221">
                  <c:v>21.105</c:v>
                </c:pt>
                <c:pt idx="4222">
                  <c:v>21.11</c:v>
                </c:pt>
                <c:pt idx="4223">
                  <c:v>21.115</c:v>
                </c:pt>
                <c:pt idx="4224">
                  <c:v>21.12</c:v>
                </c:pt>
                <c:pt idx="4225">
                  <c:v>21.125</c:v>
                </c:pt>
                <c:pt idx="4226">
                  <c:v>21.13</c:v>
                </c:pt>
                <c:pt idx="4227">
                  <c:v>21.135</c:v>
                </c:pt>
                <c:pt idx="4228">
                  <c:v>21.14</c:v>
                </c:pt>
                <c:pt idx="4229">
                  <c:v>21.145</c:v>
                </c:pt>
                <c:pt idx="4230">
                  <c:v>21.15</c:v>
                </c:pt>
                <c:pt idx="4231">
                  <c:v>21.155</c:v>
                </c:pt>
                <c:pt idx="4232">
                  <c:v>21.16</c:v>
                </c:pt>
                <c:pt idx="4233">
                  <c:v>21.165</c:v>
                </c:pt>
                <c:pt idx="4234">
                  <c:v>21.17</c:v>
                </c:pt>
                <c:pt idx="4235">
                  <c:v>21.175</c:v>
                </c:pt>
                <c:pt idx="4236">
                  <c:v>21.18</c:v>
                </c:pt>
                <c:pt idx="4237">
                  <c:v>21.185</c:v>
                </c:pt>
                <c:pt idx="4238">
                  <c:v>21.19</c:v>
                </c:pt>
                <c:pt idx="4239">
                  <c:v>21.195</c:v>
                </c:pt>
                <c:pt idx="4240">
                  <c:v>21.2</c:v>
                </c:pt>
                <c:pt idx="4241">
                  <c:v>21.205</c:v>
                </c:pt>
                <c:pt idx="4242">
                  <c:v>21.21</c:v>
                </c:pt>
                <c:pt idx="4243">
                  <c:v>21.215</c:v>
                </c:pt>
                <c:pt idx="4244">
                  <c:v>21.22</c:v>
                </c:pt>
                <c:pt idx="4245">
                  <c:v>21.225</c:v>
                </c:pt>
                <c:pt idx="4246">
                  <c:v>21.23</c:v>
                </c:pt>
                <c:pt idx="4247">
                  <c:v>21.235</c:v>
                </c:pt>
                <c:pt idx="4248">
                  <c:v>21.24</c:v>
                </c:pt>
                <c:pt idx="4249">
                  <c:v>21.245</c:v>
                </c:pt>
                <c:pt idx="4250">
                  <c:v>21.25</c:v>
                </c:pt>
                <c:pt idx="4251">
                  <c:v>21.255</c:v>
                </c:pt>
                <c:pt idx="4252">
                  <c:v>21.26</c:v>
                </c:pt>
                <c:pt idx="4253">
                  <c:v>21.265</c:v>
                </c:pt>
                <c:pt idx="4254">
                  <c:v>21.27</c:v>
                </c:pt>
                <c:pt idx="4255">
                  <c:v>21.275</c:v>
                </c:pt>
                <c:pt idx="4256">
                  <c:v>21.28</c:v>
                </c:pt>
                <c:pt idx="4257">
                  <c:v>21.285</c:v>
                </c:pt>
                <c:pt idx="4258">
                  <c:v>21.29</c:v>
                </c:pt>
                <c:pt idx="4259">
                  <c:v>21.295</c:v>
                </c:pt>
                <c:pt idx="4260">
                  <c:v>21.3</c:v>
                </c:pt>
                <c:pt idx="4261">
                  <c:v>21.305</c:v>
                </c:pt>
                <c:pt idx="4262">
                  <c:v>21.31</c:v>
                </c:pt>
                <c:pt idx="4263">
                  <c:v>21.315</c:v>
                </c:pt>
                <c:pt idx="4264">
                  <c:v>21.32</c:v>
                </c:pt>
                <c:pt idx="4265">
                  <c:v>21.325</c:v>
                </c:pt>
                <c:pt idx="4266">
                  <c:v>21.33</c:v>
                </c:pt>
                <c:pt idx="4267">
                  <c:v>21.335</c:v>
                </c:pt>
                <c:pt idx="4268">
                  <c:v>21.34</c:v>
                </c:pt>
                <c:pt idx="4269">
                  <c:v>21.345</c:v>
                </c:pt>
                <c:pt idx="4270">
                  <c:v>21.35</c:v>
                </c:pt>
                <c:pt idx="4271">
                  <c:v>21.355</c:v>
                </c:pt>
                <c:pt idx="4272">
                  <c:v>21.36</c:v>
                </c:pt>
                <c:pt idx="4273">
                  <c:v>21.365</c:v>
                </c:pt>
                <c:pt idx="4274">
                  <c:v>21.37</c:v>
                </c:pt>
                <c:pt idx="4275">
                  <c:v>21.375</c:v>
                </c:pt>
                <c:pt idx="4276">
                  <c:v>21.38</c:v>
                </c:pt>
                <c:pt idx="4277">
                  <c:v>21.385</c:v>
                </c:pt>
                <c:pt idx="4278">
                  <c:v>21.39</c:v>
                </c:pt>
                <c:pt idx="4279">
                  <c:v>21.395</c:v>
                </c:pt>
                <c:pt idx="4280">
                  <c:v>21.4</c:v>
                </c:pt>
                <c:pt idx="4281">
                  <c:v>21.405</c:v>
                </c:pt>
                <c:pt idx="4282">
                  <c:v>21.41</c:v>
                </c:pt>
                <c:pt idx="4283">
                  <c:v>21.415</c:v>
                </c:pt>
                <c:pt idx="4284">
                  <c:v>21.42</c:v>
                </c:pt>
                <c:pt idx="4285">
                  <c:v>21.425</c:v>
                </c:pt>
                <c:pt idx="4286">
                  <c:v>21.43</c:v>
                </c:pt>
                <c:pt idx="4287">
                  <c:v>21.435</c:v>
                </c:pt>
                <c:pt idx="4288">
                  <c:v>21.44</c:v>
                </c:pt>
                <c:pt idx="4289">
                  <c:v>21.445</c:v>
                </c:pt>
                <c:pt idx="4290">
                  <c:v>21.45</c:v>
                </c:pt>
                <c:pt idx="4291">
                  <c:v>21.455</c:v>
                </c:pt>
                <c:pt idx="4292">
                  <c:v>21.46</c:v>
                </c:pt>
                <c:pt idx="4293">
                  <c:v>21.465</c:v>
                </c:pt>
                <c:pt idx="4294">
                  <c:v>21.47</c:v>
                </c:pt>
                <c:pt idx="4295">
                  <c:v>21.475</c:v>
                </c:pt>
                <c:pt idx="4296">
                  <c:v>21.48</c:v>
                </c:pt>
                <c:pt idx="4297">
                  <c:v>21.485</c:v>
                </c:pt>
                <c:pt idx="4298">
                  <c:v>21.49</c:v>
                </c:pt>
                <c:pt idx="4299">
                  <c:v>21.495</c:v>
                </c:pt>
                <c:pt idx="4300">
                  <c:v>21.5</c:v>
                </c:pt>
                <c:pt idx="4301">
                  <c:v>21.505</c:v>
                </c:pt>
                <c:pt idx="4302">
                  <c:v>21.51</c:v>
                </c:pt>
                <c:pt idx="4303">
                  <c:v>21.515</c:v>
                </c:pt>
                <c:pt idx="4304">
                  <c:v>21.52</c:v>
                </c:pt>
                <c:pt idx="4305">
                  <c:v>21.525</c:v>
                </c:pt>
                <c:pt idx="4306">
                  <c:v>21.53</c:v>
                </c:pt>
                <c:pt idx="4307">
                  <c:v>21.535</c:v>
                </c:pt>
                <c:pt idx="4308">
                  <c:v>21.54</c:v>
                </c:pt>
                <c:pt idx="4309">
                  <c:v>21.545</c:v>
                </c:pt>
                <c:pt idx="4310">
                  <c:v>21.55</c:v>
                </c:pt>
                <c:pt idx="4311">
                  <c:v>21.555</c:v>
                </c:pt>
                <c:pt idx="4312">
                  <c:v>21.56</c:v>
                </c:pt>
                <c:pt idx="4313">
                  <c:v>21.565</c:v>
                </c:pt>
                <c:pt idx="4314">
                  <c:v>21.57</c:v>
                </c:pt>
                <c:pt idx="4315">
                  <c:v>21.575</c:v>
                </c:pt>
                <c:pt idx="4316">
                  <c:v>21.58</c:v>
                </c:pt>
                <c:pt idx="4317">
                  <c:v>21.585</c:v>
                </c:pt>
                <c:pt idx="4318">
                  <c:v>21.59</c:v>
                </c:pt>
                <c:pt idx="4319">
                  <c:v>21.595</c:v>
                </c:pt>
                <c:pt idx="4320">
                  <c:v>21.6</c:v>
                </c:pt>
                <c:pt idx="4321">
                  <c:v>21.605</c:v>
                </c:pt>
                <c:pt idx="4322">
                  <c:v>21.61</c:v>
                </c:pt>
                <c:pt idx="4323">
                  <c:v>21.615</c:v>
                </c:pt>
                <c:pt idx="4324">
                  <c:v>21.62</c:v>
                </c:pt>
                <c:pt idx="4325">
                  <c:v>21.625</c:v>
                </c:pt>
                <c:pt idx="4326">
                  <c:v>21.63</c:v>
                </c:pt>
                <c:pt idx="4327">
                  <c:v>21.635</c:v>
                </c:pt>
                <c:pt idx="4328">
                  <c:v>21.64</c:v>
                </c:pt>
                <c:pt idx="4329">
                  <c:v>21.645</c:v>
                </c:pt>
                <c:pt idx="4330">
                  <c:v>21.65</c:v>
                </c:pt>
                <c:pt idx="4331">
                  <c:v>21.655</c:v>
                </c:pt>
                <c:pt idx="4332">
                  <c:v>21.66</c:v>
                </c:pt>
                <c:pt idx="4333">
                  <c:v>21.665</c:v>
                </c:pt>
                <c:pt idx="4334">
                  <c:v>21.67</c:v>
                </c:pt>
                <c:pt idx="4335">
                  <c:v>21.675</c:v>
                </c:pt>
                <c:pt idx="4336">
                  <c:v>21.68</c:v>
                </c:pt>
                <c:pt idx="4337">
                  <c:v>21.685</c:v>
                </c:pt>
                <c:pt idx="4338">
                  <c:v>21.69</c:v>
                </c:pt>
                <c:pt idx="4339">
                  <c:v>21.695</c:v>
                </c:pt>
                <c:pt idx="4340">
                  <c:v>21.7</c:v>
                </c:pt>
                <c:pt idx="4341">
                  <c:v>21.705</c:v>
                </c:pt>
                <c:pt idx="4342">
                  <c:v>21.71</c:v>
                </c:pt>
                <c:pt idx="4343">
                  <c:v>21.715</c:v>
                </c:pt>
                <c:pt idx="4344">
                  <c:v>21.72</c:v>
                </c:pt>
                <c:pt idx="4345">
                  <c:v>21.725</c:v>
                </c:pt>
                <c:pt idx="4346">
                  <c:v>21.73</c:v>
                </c:pt>
                <c:pt idx="4347">
                  <c:v>21.735</c:v>
                </c:pt>
                <c:pt idx="4348">
                  <c:v>21.74</c:v>
                </c:pt>
                <c:pt idx="4349">
                  <c:v>21.745</c:v>
                </c:pt>
                <c:pt idx="4350">
                  <c:v>21.75</c:v>
                </c:pt>
                <c:pt idx="4351">
                  <c:v>21.755</c:v>
                </c:pt>
                <c:pt idx="4352">
                  <c:v>21.76</c:v>
                </c:pt>
                <c:pt idx="4353">
                  <c:v>21.765</c:v>
                </c:pt>
                <c:pt idx="4354">
                  <c:v>21.77</c:v>
                </c:pt>
                <c:pt idx="4355">
                  <c:v>21.775</c:v>
                </c:pt>
                <c:pt idx="4356">
                  <c:v>21.78</c:v>
                </c:pt>
                <c:pt idx="4357">
                  <c:v>21.785</c:v>
                </c:pt>
                <c:pt idx="4358">
                  <c:v>21.79</c:v>
                </c:pt>
                <c:pt idx="4359">
                  <c:v>21.795</c:v>
                </c:pt>
                <c:pt idx="4360">
                  <c:v>21.8</c:v>
                </c:pt>
                <c:pt idx="4361">
                  <c:v>21.805</c:v>
                </c:pt>
                <c:pt idx="4362">
                  <c:v>21.81</c:v>
                </c:pt>
                <c:pt idx="4363">
                  <c:v>21.815</c:v>
                </c:pt>
                <c:pt idx="4364">
                  <c:v>21.82</c:v>
                </c:pt>
                <c:pt idx="4365">
                  <c:v>21.825</c:v>
                </c:pt>
                <c:pt idx="4366">
                  <c:v>21.83</c:v>
                </c:pt>
                <c:pt idx="4367">
                  <c:v>21.835</c:v>
                </c:pt>
                <c:pt idx="4368">
                  <c:v>21.84</c:v>
                </c:pt>
                <c:pt idx="4369">
                  <c:v>21.845</c:v>
                </c:pt>
                <c:pt idx="4370">
                  <c:v>21.85</c:v>
                </c:pt>
                <c:pt idx="4371">
                  <c:v>21.855</c:v>
                </c:pt>
                <c:pt idx="4372">
                  <c:v>21.86</c:v>
                </c:pt>
                <c:pt idx="4373">
                  <c:v>21.865</c:v>
                </c:pt>
                <c:pt idx="4374">
                  <c:v>21.87</c:v>
                </c:pt>
                <c:pt idx="4375">
                  <c:v>21.875</c:v>
                </c:pt>
                <c:pt idx="4376">
                  <c:v>21.88</c:v>
                </c:pt>
                <c:pt idx="4377">
                  <c:v>21.885</c:v>
                </c:pt>
                <c:pt idx="4378">
                  <c:v>21.89</c:v>
                </c:pt>
                <c:pt idx="4379">
                  <c:v>21.895</c:v>
                </c:pt>
                <c:pt idx="4380">
                  <c:v>21.9</c:v>
                </c:pt>
                <c:pt idx="4381">
                  <c:v>21.905</c:v>
                </c:pt>
                <c:pt idx="4382">
                  <c:v>21.91</c:v>
                </c:pt>
                <c:pt idx="4383">
                  <c:v>21.915</c:v>
                </c:pt>
                <c:pt idx="4384">
                  <c:v>21.92</c:v>
                </c:pt>
                <c:pt idx="4385">
                  <c:v>21.925</c:v>
                </c:pt>
                <c:pt idx="4386">
                  <c:v>21.93</c:v>
                </c:pt>
                <c:pt idx="4387">
                  <c:v>21.935</c:v>
                </c:pt>
                <c:pt idx="4388">
                  <c:v>21.94</c:v>
                </c:pt>
                <c:pt idx="4389">
                  <c:v>21.945</c:v>
                </c:pt>
                <c:pt idx="4390">
                  <c:v>21.95</c:v>
                </c:pt>
                <c:pt idx="4391">
                  <c:v>21.955</c:v>
                </c:pt>
                <c:pt idx="4392">
                  <c:v>21.96</c:v>
                </c:pt>
                <c:pt idx="4393">
                  <c:v>21.965</c:v>
                </c:pt>
                <c:pt idx="4394">
                  <c:v>21.97</c:v>
                </c:pt>
                <c:pt idx="4395">
                  <c:v>21.975</c:v>
                </c:pt>
                <c:pt idx="4396">
                  <c:v>21.98</c:v>
                </c:pt>
                <c:pt idx="4397">
                  <c:v>21.985</c:v>
                </c:pt>
                <c:pt idx="4398">
                  <c:v>21.99</c:v>
                </c:pt>
                <c:pt idx="4399">
                  <c:v>21.995</c:v>
                </c:pt>
                <c:pt idx="4400">
                  <c:v>22</c:v>
                </c:pt>
                <c:pt idx="4401">
                  <c:v>22.005</c:v>
                </c:pt>
                <c:pt idx="4402">
                  <c:v>22.01</c:v>
                </c:pt>
                <c:pt idx="4403">
                  <c:v>22.015</c:v>
                </c:pt>
                <c:pt idx="4404">
                  <c:v>22.02</c:v>
                </c:pt>
                <c:pt idx="4405">
                  <c:v>22.025</c:v>
                </c:pt>
                <c:pt idx="4406">
                  <c:v>22.03</c:v>
                </c:pt>
                <c:pt idx="4407">
                  <c:v>22.035</c:v>
                </c:pt>
                <c:pt idx="4408">
                  <c:v>22.04</c:v>
                </c:pt>
                <c:pt idx="4409">
                  <c:v>22.045</c:v>
                </c:pt>
                <c:pt idx="4410">
                  <c:v>22.05</c:v>
                </c:pt>
                <c:pt idx="4411">
                  <c:v>22.055</c:v>
                </c:pt>
                <c:pt idx="4412">
                  <c:v>22.06</c:v>
                </c:pt>
                <c:pt idx="4413">
                  <c:v>22.065</c:v>
                </c:pt>
                <c:pt idx="4414">
                  <c:v>22.07</c:v>
                </c:pt>
                <c:pt idx="4415">
                  <c:v>22.075</c:v>
                </c:pt>
                <c:pt idx="4416">
                  <c:v>22.08</c:v>
                </c:pt>
                <c:pt idx="4417">
                  <c:v>22.085</c:v>
                </c:pt>
                <c:pt idx="4418">
                  <c:v>22.09</c:v>
                </c:pt>
                <c:pt idx="4419">
                  <c:v>22.095</c:v>
                </c:pt>
                <c:pt idx="4420">
                  <c:v>22.1</c:v>
                </c:pt>
                <c:pt idx="4421">
                  <c:v>22.105</c:v>
                </c:pt>
                <c:pt idx="4422">
                  <c:v>22.11</c:v>
                </c:pt>
                <c:pt idx="4423">
                  <c:v>22.115</c:v>
                </c:pt>
                <c:pt idx="4424">
                  <c:v>22.12</c:v>
                </c:pt>
                <c:pt idx="4425">
                  <c:v>22.125</c:v>
                </c:pt>
                <c:pt idx="4426">
                  <c:v>22.13</c:v>
                </c:pt>
                <c:pt idx="4427">
                  <c:v>22.135</c:v>
                </c:pt>
                <c:pt idx="4428">
                  <c:v>22.14</c:v>
                </c:pt>
                <c:pt idx="4429">
                  <c:v>22.145</c:v>
                </c:pt>
                <c:pt idx="4430">
                  <c:v>22.15</c:v>
                </c:pt>
                <c:pt idx="4431">
                  <c:v>22.155</c:v>
                </c:pt>
                <c:pt idx="4432">
                  <c:v>22.16</c:v>
                </c:pt>
                <c:pt idx="4433">
                  <c:v>22.165</c:v>
                </c:pt>
                <c:pt idx="4434">
                  <c:v>22.17</c:v>
                </c:pt>
                <c:pt idx="4435">
                  <c:v>22.175</c:v>
                </c:pt>
                <c:pt idx="4436">
                  <c:v>22.18</c:v>
                </c:pt>
                <c:pt idx="4437">
                  <c:v>22.185</c:v>
                </c:pt>
                <c:pt idx="4438">
                  <c:v>22.19</c:v>
                </c:pt>
                <c:pt idx="4439">
                  <c:v>22.195</c:v>
                </c:pt>
                <c:pt idx="4440">
                  <c:v>22.2</c:v>
                </c:pt>
                <c:pt idx="4441">
                  <c:v>22.205</c:v>
                </c:pt>
                <c:pt idx="4442">
                  <c:v>22.21</c:v>
                </c:pt>
                <c:pt idx="4443">
                  <c:v>22.215</c:v>
                </c:pt>
                <c:pt idx="4444">
                  <c:v>22.22</c:v>
                </c:pt>
                <c:pt idx="4445">
                  <c:v>22.225</c:v>
                </c:pt>
                <c:pt idx="4446">
                  <c:v>22.23</c:v>
                </c:pt>
                <c:pt idx="4447">
                  <c:v>22.235</c:v>
                </c:pt>
                <c:pt idx="4448">
                  <c:v>22.24</c:v>
                </c:pt>
                <c:pt idx="4449">
                  <c:v>22.245</c:v>
                </c:pt>
                <c:pt idx="4450">
                  <c:v>22.25</c:v>
                </c:pt>
                <c:pt idx="4451">
                  <c:v>22.255</c:v>
                </c:pt>
                <c:pt idx="4452">
                  <c:v>22.26</c:v>
                </c:pt>
                <c:pt idx="4453">
                  <c:v>22.265</c:v>
                </c:pt>
                <c:pt idx="4454">
                  <c:v>22.27</c:v>
                </c:pt>
                <c:pt idx="4455">
                  <c:v>22.275</c:v>
                </c:pt>
                <c:pt idx="4456">
                  <c:v>22.28</c:v>
                </c:pt>
                <c:pt idx="4457">
                  <c:v>22.285</c:v>
                </c:pt>
                <c:pt idx="4458">
                  <c:v>22.29</c:v>
                </c:pt>
                <c:pt idx="4459">
                  <c:v>22.295</c:v>
                </c:pt>
                <c:pt idx="4460">
                  <c:v>22.3</c:v>
                </c:pt>
                <c:pt idx="4461">
                  <c:v>22.305</c:v>
                </c:pt>
                <c:pt idx="4462">
                  <c:v>22.31</c:v>
                </c:pt>
                <c:pt idx="4463">
                  <c:v>22.315</c:v>
                </c:pt>
                <c:pt idx="4464">
                  <c:v>22.32</c:v>
                </c:pt>
                <c:pt idx="4465">
                  <c:v>22.325</c:v>
                </c:pt>
                <c:pt idx="4466">
                  <c:v>22.33</c:v>
                </c:pt>
                <c:pt idx="4467">
                  <c:v>22.335</c:v>
                </c:pt>
                <c:pt idx="4468">
                  <c:v>22.34</c:v>
                </c:pt>
                <c:pt idx="4469">
                  <c:v>22.345</c:v>
                </c:pt>
                <c:pt idx="4470">
                  <c:v>22.35</c:v>
                </c:pt>
                <c:pt idx="4471">
                  <c:v>22.355</c:v>
                </c:pt>
                <c:pt idx="4472">
                  <c:v>22.36</c:v>
                </c:pt>
                <c:pt idx="4473">
                  <c:v>22.365</c:v>
                </c:pt>
                <c:pt idx="4474">
                  <c:v>22.37</c:v>
                </c:pt>
                <c:pt idx="4475">
                  <c:v>22.375</c:v>
                </c:pt>
                <c:pt idx="4476">
                  <c:v>22.38</c:v>
                </c:pt>
                <c:pt idx="4477">
                  <c:v>22.385</c:v>
                </c:pt>
                <c:pt idx="4478">
                  <c:v>22.39</c:v>
                </c:pt>
                <c:pt idx="4479">
                  <c:v>22.395</c:v>
                </c:pt>
                <c:pt idx="4480">
                  <c:v>22.4</c:v>
                </c:pt>
                <c:pt idx="4481">
                  <c:v>22.405</c:v>
                </c:pt>
                <c:pt idx="4482">
                  <c:v>22.41</c:v>
                </c:pt>
                <c:pt idx="4483">
                  <c:v>22.415</c:v>
                </c:pt>
                <c:pt idx="4484">
                  <c:v>22.42</c:v>
                </c:pt>
                <c:pt idx="4485">
                  <c:v>22.425</c:v>
                </c:pt>
                <c:pt idx="4486">
                  <c:v>22.43</c:v>
                </c:pt>
                <c:pt idx="4487">
                  <c:v>22.435</c:v>
                </c:pt>
                <c:pt idx="4488">
                  <c:v>22.44</c:v>
                </c:pt>
                <c:pt idx="4489">
                  <c:v>22.445</c:v>
                </c:pt>
                <c:pt idx="4490">
                  <c:v>22.45</c:v>
                </c:pt>
                <c:pt idx="4491">
                  <c:v>22.455</c:v>
                </c:pt>
                <c:pt idx="4492">
                  <c:v>22.46</c:v>
                </c:pt>
                <c:pt idx="4493">
                  <c:v>22.465</c:v>
                </c:pt>
                <c:pt idx="4494">
                  <c:v>22.47</c:v>
                </c:pt>
                <c:pt idx="4495">
                  <c:v>22.475</c:v>
                </c:pt>
                <c:pt idx="4496">
                  <c:v>22.48</c:v>
                </c:pt>
                <c:pt idx="4497">
                  <c:v>22.485</c:v>
                </c:pt>
                <c:pt idx="4498">
                  <c:v>22.49</c:v>
                </c:pt>
                <c:pt idx="4499">
                  <c:v>22.495</c:v>
                </c:pt>
                <c:pt idx="4500">
                  <c:v>22.5</c:v>
                </c:pt>
                <c:pt idx="4501">
                  <c:v>22.505</c:v>
                </c:pt>
                <c:pt idx="4502">
                  <c:v>22.51</c:v>
                </c:pt>
                <c:pt idx="4503">
                  <c:v>22.515</c:v>
                </c:pt>
                <c:pt idx="4504">
                  <c:v>22.52</c:v>
                </c:pt>
                <c:pt idx="4505">
                  <c:v>22.525</c:v>
                </c:pt>
                <c:pt idx="4506">
                  <c:v>22.53</c:v>
                </c:pt>
                <c:pt idx="4507">
                  <c:v>22.535</c:v>
                </c:pt>
                <c:pt idx="4508">
                  <c:v>22.54</c:v>
                </c:pt>
                <c:pt idx="4509">
                  <c:v>22.545</c:v>
                </c:pt>
                <c:pt idx="4510">
                  <c:v>22.55</c:v>
                </c:pt>
                <c:pt idx="4511">
                  <c:v>22.555</c:v>
                </c:pt>
                <c:pt idx="4512">
                  <c:v>22.56</c:v>
                </c:pt>
                <c:pt idx="4513">
                  <c:v>22.565</c:v>
                </c:pt>
                <c:pt idx="4514">
                  <c:v>22.57</c:v>
                </c:pt>
                <c:pt idx="4515">
                  <c:v>22.575</c:v>
                </c:pt>
                <c:pt idx="4516">
                  <c:v>22.58</c:v>
                </c:pt>
                <c:pt idx="4517">
                  <c:v>22.585</c:v>
                </c:pt>
                <c:pt idx="4518">
                  <c:v>22.59</c:v>
                </c:pt>
                <c:pt idx="4519">
                  <c:v>22.595</c:v>
                </c:pt>
                <c:pt idx="4520">
                  <c:v>22.6</c:v>
                </c:pt>
                <c:pt idx="4521">
                  <c:v>22.605</c:v>
                </c:pt>
                <c:pt idx="4522">
                  <c:v>22.61</c:v>
                </c:pt>
                <c:pt idx="4523">
                  <c:v>22.615</c:v>
                </c:pt>
                <c:pt idx="4524">
                  <c:v>22.62</c:v>
                </c:pt>
                <c:pt idx="4525">
                  <c:v>22.625</c:v>
                </c:pt>
                <c:pt idx="4526">
                  <c:v>22.63</c:v>
                </c:pt>
                <c:pt idx="4527">
                  <c:v>22.635</c:v>
                </c:pt>
                <c:pt idx="4528">
                  <c:v>22.64</c:v>
                </c:pt>
                <c:pt idx="4529">
                  <c:v>22.645</c:v>
                </c:pt>
                <c:pt idx="4530">
                  <c:v>22.65</c:v>
                </c:pt>
                <c:pt idx="4531">
                  <c:v>22.655</c:v>
                </c:pt>
                <c:pt idx="4532">
                  <c:v>22.66</c:v>
                </c:pt>
                <c:pt idx="4533">
                  <c:v>22.665</c:v>
                </c:pt>
                <c:pt idx="4534">
                  <c:v>22.67</c:v>
                </c:pt>
                <c:pt idx="4535">
                  <c:v>22.675</c:v>
                </c:pt>
                <c:pt idx="4536">
                  <c:v>22.68</c:v>
                </c:pt>
                <c:pt idx="4537">
                  <c:v>22.685</c:v>
                </c:pt>
                <c:pt idx="4538">
                  <c:v>22.69</c:v>
                </c:pt>
                <c:pt idx="4539">
                  <c:v>22.695</c:v>
                </c:pt>
                <c:pt idx="4540">
                  <c:v>22.7</c:v>
                </c:pt>
                <c:pt idx="4541">
                  <c:v>22.705</c:v>
                </c:pt>
                <c:pt idx="4542">
                  <c:v>22.71</c:v>
                </c:pt>
                <c:pt idx="4543">
                  <c:v>22.715</c:v>
                </c:pt>
                <c:pt idx="4544">
                  <c:v>22.72</c:v>
                </c:pt>
                <c:pt idx="4545">
                  <c:v>22.725</c:v>
                </c:pt>
                <c:pt idx="4546">
                  <c:v>22.73</c:v>
                </c:pt>
                <c:pt idx="4547">
                  <c:v>22.735</c:v>
                </c:pt>
                <c:pt idx="4548">
                  <c:v>22.74</c:v>
                </c:pt>
                <c:pt idx="4549">
                  <c:v>22.745</c:v>
                </c:pt>
                <c:pt idx="4550">
                  <c:v>22.75</c:v>
                </c:pt>
                <c:pt idx="4551">
                  <c:v>22.755</c:v>
                </c:pt>
                <c:pt idx="4552">
                  <c:v>22.76</c:v>
                </c:pt>
                <c:pt idx="4553">
                  <c:v>22.765</c:v>
                </c:pt>
                <c:pt idx="4554">
                  <c:v>22.77</c:v>
                </c:pt>
                <c:pt idx="4555">
                  <c:v>22.775</c:v>
                </c:pt>
                <c:pt idx="4556">
                  <c:v>22.78</c:v>
                </c:pt>
                <c:pt idx="4557">
                  <c:v>22.785</c:v>
                </c:pt>
                <c:pt idx="4558">
                  <c:v>22.79</c:v>
                </c:pt>
                <c:pt idx="4559">
                  <c:v>22.795</c:v>
                </c:pt>
                <c:pt idx="4560">
                  <c:v>22.8</c:v>
                </c:pt>
                <c:pt idx="4561">
                  <c:v>22.805</c:v>
                </c:pt>
                <c:pt idx="4562">
                  <c:v>22.81</c:v>
                </c:pt>
                <c:pt idx="4563">
                  <c:v>22.815</c:v>
                </c:pt>
                <c:pt idx="4564">
                  <c:v>22.82</c:v>
                </c:pt>
                <c:pt idx="4565">
                  <c:v>22.825</c:v>
                </c:pt>
                <c:pt idx="4566">
                  <c:v>22.83</c:v>
                </c:pt>
                <c:pt idx="4567">
                  <c:v>22.835</c:v>
                </c:pt>
                <c:pt idx="4568">
                  <c:v>22.84</c:v>
                </c:pt>
                <c:pt idx="4569">
                  <c:v>22.845</c:v>
                </c:pt>
                <c:pt idx="4570">
                  <c:v>22.85</c:v>
                </c:pt>
                <c:pt idx="4571">
                  <c:v>22.855</c:v>
                </c:pt>
                <c:pt idx="4572">
                  <c:v>22.86</c:v>
                </c:pt>
                <c:pt idx="4573">
                  <c:v>22.865</c:v>
                </c:pt>
                <c:pt idx="4574">
                  <c:v>22.87</c:v>
                </c:pt>
                <c:pt idx="4575">
                  <c:v>22.875</c:v>
                </c:pt>
                <c:pt idx="4576">
                  <c:v>22.88</c:v>
                </c:pt>
                <c:pt idx="4577">
                  <c:v>22.885</c:v>
                </c:pt>
                <c:pt idx="4578">
                  <c:v>22.89</c:v>
                </c:pt>
                <c:pt idx="4579">
                  <c:v>22.895</c:v>
                </c:pt>
                <c:pt idx="4580">
                  <c:v>22.9</c:v>
                </c:pt>
                <c:pt idx="4581">
                  <c:v>22.905</c:v>
                </c:pt>
                <c:pt idx="4582">
                  <c:v>22.91</c:v>
                </c:pt>
                <c:pt idx="4583">
                  <c:v>22.915</c:v>
                </c:pt>
                <c:pt idx="4584">
                  <c:v>22.92</c:v>
                </c:pt>
                <c:pt idx="4585">
                  <c:v>22.925</c:v>
                </c:pt>
                <c:pt idx="4586">
                  <c:v>22.93</c:v>
                </c:pt>
                <c:pt idx="4587">
                  <c:v>22.935</c:v>
                </c:pt>
                <c:pt idx="4588">
                  <c:v>22.94</c:v>
                </c:pt>
                <c:pt idx="4589">
                  <c:v>22.945</c:v>
                </c:pt>
                <c:pt idx="4590">
                  <c:v>22.95</c:v>
                </c:pt>
                <c:pt idx="4591">
                  <c:v>22.955</c:v>
                </c:pt>
                <c:pt idx="4592">
                  <c:v>22.96</c:v>
                </c:pt>
                <c:pt idx="4593">
                  <c:v>22.965</c:v>
                </c:pt>
                <c:pt idx="4594">
                  <c:v>22.97</c:v>
                </c:pt>
                <c:pt idx="4595">
                  <c:v>22.975</c:v>
                </c:pt>
                <c:pt idx="4596">
                  <c:v>22.98</c:v>
                </c:pt>
                <c:pt idx="4597">
                  <c:v>22.985</c:v>
                </c:pt>
                <c:pt idx="4598">
                  <c:v>22.99</c:v>
                </c:pt>
                <c:pt idx="4599">
                  <c:v>22.995</c:v>
                </c:pt>
                <c:pt idx="4600">
                  <c:v>23</c:v>
                </c:pt>
                <c:pt idx="4601">
                  <c:v>23.005</c:v>
                </c:pt>
                <c:pt idx="4602">
                  <c:v>23.01</c:v>
                </c:pt>
                <c:pt idx="4603">
                  <c:v>23.015</c:v>
                </c:pt>
                <c:pt idx="4604">
                  <c:v>23.02</c:v>
                </c:pt>
                <c:pt idx="4605">
                  <c:v>23.025</c:v>
                </c:pt>
                <c:pt idx="4606">
                  <c:v>23.03</c:v>
                </c:pt>
                <c:pt idx="4607">
                  <c:v>23.035</c:v>
                </c:pt>
                <c:pt idx="4608">
                  <c:v>23.04</c:v>
                </c:pt>
                <c:pt idx="4609">
                  <c:v>23.045</c:v>
                </c:pt>
                <c:pt idx="4610">
                  <c:v>23.05</c:v>
                </c:pt>
                <c:pt idx="4611">
                  <c:v>23.055</c:v>
                </c:pt>
                <c:pt idx="4612">
                  <c:v>23.06</c:v>
                </c:pt>
                <c:pt idx="4613">
                  <c:v>23.065</c:v>
                </c:pt>
                <c:pt idx="4614">
                  <c:v>23.07</c:v>
                </c:pt>
                <c:pt idx="4615">
                  <c:v>23.075</c:v>
                </c:pt>
                <c:pt idx="4616">
                  <c:v>23.08</c:v>
                </c:pt>
                <c:pt idx="4617">
                  <c:v>23.085</c:v>
                </c:pt>
                <c:pt idx="4618">
                  <c:v>23.09</c:v>
                </c:pt>
                <c:pt idx="4619">
                  <c:v>23.095</c:v>
                </c:pt>
                <c:pt idx="4620">
                  <c:v>23.1</c:v>
                </c:pt>
                <c:pt idx="4621">
                  <c:v>23.105</c:v>
                </c:pt>
                <c:pt idx="4622">
                  <c:v>23.11</c:v>
                </c:pt>
                <c:pt idx="4623">
                  <c:v>23.115</c:v>
                </c:pt>
                <c:pt idx="4624">
                  <c:v>23.12</c:v>
                </c:pt>
                <c:pt idx="4625">
                  <c:v>23.125</c:v>
                </c:pt>
                <c:pt idx="4626">
                  <c:v>23.13</c:v>
                </c:pt>
                <c:pt idx="4627">
                  <c:v>23.135</c:v>
                </c:pt>
                <c:pt idx="4628">
                  <c:v>23.14</c:v>
                </c:pt>
                <c:pt idx="4629">
                  <c:v>23.145</c:v>
                </c:pt>
                <c:pt idx="4630">
                  <c:v>23.15</c:v>
                </c:pt>
                <c:pt idx="4631">
                  <c:v>23.155</c:v>
                </c:pt>
                <c:pt idx="4632">
                  <c:v>23.16</c:v>
                </c:pt>
                <c:pt idx="4633">
                  <c:v>23.165</c:v>
                </c:pt>
                <c:pt idx="4634">
                  <c:v>23.17</c:v>
                </c:pt>
                <c:pt idx="4635">
                  <c:v>23.175</c:v>
                </c:pt>
                <c:pt idx="4636">
                  <c:v>23.18</c:v>
                </c:pt>
                <c:pt idx="4637">
                  <c:v>23.185</c:v>
                </c:pt>
                <c:pt idx="4638">
                  <c:v>23.19</c:v>
                </c:pt>
                <c:pt idx="4639">
                  <c:v>23.195</c:v>
                </c:pt>
                <c:pt idx="4640">
                  <c:v>23.2</c:v>
                </c:pt>
                <c:pt idx="4641">
                  <c:v>23.205</c:v>
                </c:pt>
                <c:pt idx="4642">
                  <c:v>23.21</c:v>
                </c:pt>
                <c:pt idx="4643">
                  <c:v>23.215</c:v>
                </c:pt>
                <c:pt idx="4644">
                  <c:v>23.22</c:v>
                </c:pt>
                <c:pt idx="4645">
                  <c:v>23.225</c:v>
                </c:pt>
                <c:pt idx="4646">
                  <c:v>23.23</c:v>
                </c:pt>
                <c:pt idx="4647">
                  <c:v>23.235</c:v>
                </c:pt>
                <c:pt idx="4648">
                  <c:v>23.24</c:v>
                </c:pt>
                <c:pt idx="4649">
                  <c:v>23.245</c:v>
                </c:pt>
                <c:pt idx="4650">
                  <c:v>23.25</c:v>
                </c:pt>
                <c:pt idx="4651">
                  <c:v>23.255</c:v>
                </c:pt>
                <c:pt idx="4652">
                  <c:v>23.26</c:v>
                </c:pt>
                <c:pt idx="4653">
                  <c:v>23.265</c:v>
                </c:pt>
                <c:pt idx="4654">
                  <c:v>23.27</c:v>
                </c:pt>
                <c:pt idx="4655">
                  <c:v>23.275</c:v>
                </c:pt>
                <c:pt idx="4656">
                  <c:v>23.28</c:v>
                </c:pt>
                <c:pt idx="4657">
                  <c:v>23.285</c:v>
                </c:pt>
                <c:pt idx="4658">
                  <c:v>23.29</c:v>
                </c:pt>
                <c:pt idx="4659">
                  <c:v>23.295</c:v>
                </c:pt>
                <c:pt idx="4660">
                  <c:v>23.3</c:v>
                </c:pt>
                <c:pt idx="4661">
                  <c:v>23.305</c:v>
                </c:pt>
                <c:pt idx="4662">
                  <c:v>23.31</c:v>
                </c:pt>
                <c:pt idx="4663">
                  <c:v>23.315</c:v>
                </c:pt>
                <c:pt idx="4664">
                  <c:v>23.32</c:v>
                </c:pt>
                <c:pt idx="4665">
                  <c:v>23.325</c:v>
                </c:pt>
                <c:pt idx="4666">
                  <c:v>23.33</c:v>
                </c:pt>
                <c:pt idx="4667">
                  <c:v>23.335</c:v>
                </c:pt>
                <c:pt idx="4668">
                  <c:v>23.34</c:v>
                </c:pt>
                <c:pt idx="4669">
                  <c:v>23.345</c:v>
                </c:pt>
                <c:pt idx="4670">
                  <c:v>23.35</c:v>
                </c:pt>
                <c:pt idx="4671">
                  <c:v>23.355</c:v>
                </c:pt>
                <c:pt idx="4672">
                  <c:v>23.36</c:v>
                </c:pt>
                <c:pt idx="4673">
                  <c:v>23.365</c:v>
                </c:pt>
                <c:pt idx="4674">
                  <c:v>23.37</c:v>
                </c:pt>
                <c:pt idx="4675">
                  <c:v>23.375</c:v>
                </c:pt>
                <c:pt idx="4676">
                  <c:v>23.38</c:v>
                </c:pt>
                <c:pt idx="4677">
                  <c:v>23.385</c:v>
                </c:pt>
                <c:pt idx="4678">
                  <c:v>23.39</c:v>
                </c:pt>
                <c:pt idx="4679">
                  <c:v>23.395</c:v>
                </c:pt>
                <c:pt idx="4680">
                  <c:v>23.4</c:v>
                </c:pt>
                <c:pt idx="4681">
                  <c:v>23.405</c:v>
                </c:pt>
                <c:pt idx="4682">
                  <c:v>23.41</c:v>
                </c:pt>
                <c:pt idx="4683">
                  <c:v>23.415</c:v>
                </c:pt>
                <c:pt idx="4684">
                  <c:v>23.42</c:v>
                </c:pt>
                <c:pt idx="4685">
                  <c:v>23.425</c:v>
                </c:pt>
                <c:pt idx="4686">
                  <c:v>23.43</c:v>
                </c:pt>
                <c:pt idx="4687">
                  <c:v>23.435</c:v>
                </c:pt>
                <c:pt idx="4688">
                  <c:v>23.44</c:v>
                </c:pt>
                <c:pt idx="4689">
                  <c:v>23.445</c:v>
                </c:pt>
                <c:pt idx="4690">
                  <c:v>23.45</c:v>
                </c:pt>
                <c:pt idx="4691">
                  <c:v>23.455</c:v>
                </c:pt>
                <c:pt idx="4692">
                  <c:v>23.46</c:v>
                </c:pt>
                <c:pt idx="4693">
                  <c:v>23.465</c:v>
                </c:pt>
                <c:pt idx="4694">
                  <c:v>23.47</c:v>
                </c:pt>
                <c:pt idx="4695">
                  <c:v>23.475</c:v>
                </c:pt>
                <c:pt idx="4696">
                  <c:v>23.48</c:v>
                </c:pt>
                <c:pt idx="4697">
                  <c:v>23.485</c:v>
                </c:pt>
                <c:pt idx="4698">
                  <c:v>23.49</c:v>
                </c:pt>
                <c:pt idx="4699">
                  <c:v>23.495</c:v>
                </c:pt>
                <c:pt idx="4700">
                  <c:v>23.5</c:v>
                </c:pt>
                <c:pt idx="4701">
                  <c:v>23.505</c:v>
                </c:pt>
                <c:pt idx="4702">
                  <c:v>23.51</c:v>
                </c:pt>
                <c:pt idx="4703">
                  <c:v>23.515</c:v>
                </c:pt>
                <c:pt idx="4704">
                  <c:v>23.52</c:v>
                </c:pt>
                <c:pt idx="4705">
                  <c:v>23.525</c:v>
                </c:pt>
                <c:pt idx="4706">
                  <c:v>23.53</c:v>
                </c:pt>
                <c:pt idx="4707">
                  <c:v>23.535</c:v>
                </c:pt>
                <c:pt idx="4708">
                  <c:v>23.54</c:v>
                </c:pt>
                <c:pt idx="4709">
                  <c:v>23.545</c:v>
                </c:pt>
                <c:pt idx="4710">
                  <c:v>23.55</c:v>
                </c:pt>
                <c:pt idx="4711">
                  <c:v>23.555</c:v>
                </c:pt>
                <c:pt idx="4712">
                  <c:v>23.56</c:v>
                </c:pt>
                <c:pt idx="4713">
                  <c:v>23.565</c:v>
                </c:pt>
                <c:pt idx="4714">
                  <c:v>23.57</c:v>
                </c:pt>
                <c:pt idx="4715">
                  <c:v>23.575</c:v>
                </c:pt>
                <c:pt idx="4716">
                  <c:v>23.58</c:v>
                </c:pt>
                <c:pt idx="4717">
                  <c:v>23.585</c:v>
                </c:pt>
                <c:pt idx="4718">
                  <c:v>23.59</c:v>
                </c:pt>
                <c:pt idx="4719">
                  <c:v>23.595</c:v>
                </c:pt>
                <c:pt idx="4720">
                  <c:v>23.6</c:v>
                </c:pt>
                <c:pt idx="4721">
                  <c:v>23.605</c:v>
                </c:pt>
                <c:pt idx="4722">
                  <c:v>23.61</c:v>
                </c:pt>
                <c:pt idx="4723">
                  <c:v>23.615</c:v>
                </c:pt>
                <c:pt idx="4724">
                  <c:v>23.62</c:v>
                </c:pt>
                <c:pt idx="4725">
                  <c:v>23.625</c:v>
                </c:pt>
                <c:pt idx="4726">
                  <c:v>23.63</c:v>
                </c:pt>
                <c:pt idx="4727">
                  <c:v>23.635</c:v>
                </c:pt>
                <c:pt idx="4728">
                  <c:v>23.64</c:v>
                </c:pt>
                <c:pt idx="4729">
                  <c:v>23.645</c:v>
                </c:pt>
                <c:pt idx="4730">
                  <c:v>23.65</c:v>
                </c:pt>
                <c:pt idx="4731">
                  <c:v>23.655</c:v>
                </c:pt>
                <c:pt idx="4732">
                  <c:v>23.66</c:v>
                </c:pt>
                <c:pt idx="4733">
                  <c:v>23.665</c:v>
                </c:pt>
                <c:pt idx="4734">
                  <c:v>23.67</c:v>
                </c:pt>
                <c:pt idx="4735">
                  <c:v>23.675</c:v>
                </c:pt>
                <c:pt idx="4736">
                  <c:v>23.68</c:v>
                </c:pt>
                <c:pt idx="4737">
                  <c:v>23.685</c:v>
                </c:pt>
                <c:pt idx="4738">
                  <c:v>23.69</c:v>
                </c:pt>
                <c:pt idx="4739">
                  <c:v>23.695</c:v>
                </c:pt>
                <c:pt idx="4740">
                  <c:v>23.7</c:v>
                </c:pt>
                <c:pt idx="4741">
                  <c:v>23.705</c:v>
                </c:pt>
                <c:pt idx="4742">
                  <c:v>23.71</c:v>
                </c:pt>
                <c:pt idx="4743">
                  <c:v>23.715</c:v>
                </c:pt>
                <c:pt idx="4744">
                  <c:v>23.72</c:v>
                </c:pt>
                <c:pt idx="4745">
                  <c:v>23.725</c:v>
                </c:pt>
                <c:pt idx="4746">
                  <c:v>23.73</c:v>
                </c:pt>
                <c:pt idx="4747">
                  <c:v>23.735</c:v>
                </c:pt>
                <c:pt idx="4748">
                  <c:v>23.74</c:v>
                </c:pt>
                <c:pt idx="4749">
                  <c:v>23.745</c:v>
                </c:pt>
                <c:pt idx="4750">
                  <c:v>23.75</c:v>
                </c:pt>
                <c:pt idx="4751">
                  <c:v>23.755</c:v>
                </c:pt>
                <c:pt idx="4752">
                  <c:v>23.76</c:v>
                </c:pt>
                <c:pt idx="4753">
                  <c:v>23.765</c:v>
                </c:pt>
                <c:pt idx="4754">
                  <c:v>23.77</c:v>
                </c:pt>
                <c:pt idx="4755">
                  <c:v>23.775</c:v>
                </c:pt>
                <c:pt idx="4756">
                  <c:v>23.78</c:v>
                </c:pt>
                <c:pt idx="4757">
                  <c:v>23.785</c:v>
                </c:pt>
                <c:pt idx="4758">
                  <c:v>23.79</c:v>
                </c:pt>
                <c:pt idx="4759">
                  <c:v>23.795</c:v>
                </c:pt>
                <c:pt idx="4760">
                  <c:v>23.8</c:v>
                </c:pt>
                <c:pt idx="4761">
                  <c:v>23.805</c:v>
                </c:pt>
                <c:pt idx="4762">
                  <c:v>23.81</c:v>
                </c:pt>
                <c:pt idx="4763">
                  <c:v>23.815</c:v>
                </c:pt>
                <c:pt idx="4764">
                  <c:v>23.82</c:v>
                </c:pt>
                <c:pt idx="4765">
                  <c:v>23.825</c:v>
                </c:pt>
                <c:pt idx="4766">
                  <c:v>23.83</c:v>
                </c:pt>
                <c:pt idx="4767">
                  <c:v>23.835</c:v>
                </c:pt>
                <c:pt idx="4768">
                  <c:v>23.84</c:v>
                </c:pt>
                <c:pt idx="4769">
                  <c:v>23.845</c:v>
                </c:pt>
                <c:pt idx="4770">
                  <c:v>23.85</c:v>
                </c:pt>
                <c:pt idx="4771">
                  <c:v>23.855</c:v>
                </c:pt>
                <c:pt idx="4772">
                  <c:v>23.86</c:v>
                </c:pt>
                <c:pt idx="4773">
                  <c:v>23.865</c:v>
                </c:pt>
                <c:pt idx="4774">
                  <c:v>23.87</c:v>
                </c:pt>
                <c:pt idx="4775">
                  <c:v>23.875</c:v>
                </c:pt>
                <c:pt idx="4776">
                  <c:v>23.88</c:v>
                </c:pt>
                <c:pt idx="4777">
                  <c:v>23.885</c:v>
                </c:pt>
                <c:pt idx="4778">
                  <c:v>23.89</c:v>
                </c:pt>
                <c:pt idx="4779">
                  <c:v>23.895</c:v>
                </c:pt>
                <c:pt idx="4780">
                  <c:v>23.9</c:v>
                </c:pt>
                <c:pt idx="4781">
                  <c:v>23.905</c:v>
                </c:pt>
                <c:pt idx="4782">
                  <c:v>23.91</c:v>
                </c:pt>
                <c:pt idx="4783">
                  <c:v>23.915</c:v>
                </c:pt>
                <c:pt idx="4784">
                  <c:v>23.92</c:v>
                </c:pt>
                <c:pt idx="4785">
                  <c:v>23.925</c:v>
                </c:pt>
                <c:pt idx="4786">
                  <c:v>23.93</c:v>
                </c:pt>
                <c:pt idx="4787">
                  <c:v>23.935</c:v>
                </c:pt>
                <c:pt idx="4788">
                  <c:v>23.94</c:v>
                </c:pt>
                <c:pt idx="4789">
                  <c:v>23.945</c:v>
                </c:pt>
                <c:pt idx="4790">
                  <c:v>23.95</c:v>
                </c:pt>
                <c:pt idx="4791">
                  <c:v>23.955</c:v>
                </c:pt>
                <c:pt idx="4792">
                  <c:v>23.96</c:v>
                </c:pt>
                <c:pt idx="4793">
                  <c:v>23.965</c:v>
                </c:pt>
                <c:pt idx="4794">
                  <c:v>23.97</c:v>
                </c:pt>
                <c:pt idx="4795">
                  <c:v>23.975</c:v>
                </c:pt>
                <c:pt idx="4796">
                  <c:v>23.98</c:v>
                </c:pt>
                <c:pt idx="4797">
                  <c:v>23.985</c:v>
                </c:pt>
                <c:pt idx="4798">
                  <c:v>23.99</c:v>
                </c:pt>
                <c:pt idx="4799">
                  <c:v>23.995</c:v>
                </c:pt>
                <c:pt idx="4800">
                  <c:v>24</c:v>
                </c:pt>
                <c:pt idx="4801">
                  <c:v>24.005</c:v>
                </c:pt>
                <c:pt idx="4802">
                  <c:v>24.01</c:v>
                </c:pt>
                <c:pt idx="4803">
                  <c:v>24.015</c:v>
                </c:pt>
                <c:pt idx="4804">
                  <c:v>24.02</c:v>
                </c:pt>
                <c:pt idx="4805">
                  <c:v>24.025</c:v>
                </c:pt>
                <c:pt idx="4806">
                  <c:v>24.03</c:v>
                </c:pt>
                <c:pt idx="4807">
                  <c:v>24.035</c:v>
                </c:pt>
                <c:pt idx="4808">
                  <c:v>24.04</c:v>
                </c:pt>
                <c:pt idx="4809">
                  <c:v>24.045</c:v>
                </c:pt>
                <c:pt idx="4810">
                  <c:v>24.05</c:v>
                </c:pt>
                <c:pt idx="4811">
                  <c:v>24.055</c:v>
                </c:pt>
                <c:pt idx="4812">
                  <c:v>24.06</c:v>
                </c:pt>
                <c:pt idx="4813">
                  <c:v>24.065</c:v>
                </c:pt>
                <c:pt idx="4814">
                  <c:v>24.07</c:v>
                </c:pt>
                <c:pt idx="4815">
                  <c:v>24.075</c:v>
                </c:pt>
                <c:pt idx="4816">
                  <c:v>24.08</c:v>
                </c:pt>
                <c:pt idx="4817">
                  <c:v>24.085</c:v>
                </c:pt>
                <c:pt idx="4818">
                  <c:v>24.09</c:v>
                </c:pt>
                <c:pt idx="4819">
                  <c:v>24.095</c:v>
                </c:pt>
                <c:pt idx="4820">
                  <c:v>24.1</c:v>
                </c:pt>
                <c:pt idx="4821">
                  <c:v>24.105</c:v>
                </c:pt>
                <c:pt idx="4822">
                  <c:v>24.11</c:v>
                </c:pt>
                <c:pt idx="4823">
                  <c:v>24.115</c:v>
                </c:pt>
                <c:pt idx="4824">
                  <c:v>24.12</c:v>
                </c:pt>
                <c:pt idx="4825">
                  <c:v>24.125</c:v>
                </c:pt>
                <c:pt idx="4826">
                  <c:v>24.13</c:v>
                </c:pt>
                <c:pt idx="4827">
                  <c:v>24.135</c:v>
                </c:pt>
                <c:pt idx="4828">
                  <c:v>24.14</c:v>
                </c:pt>
                <c:pt idx="4829">
                  <c:v>24.145</c:v>
                </c:pt>
                <c:pt idx="4830">
                  <c:v>24.15</c:v>
                </c:pt>
                <c:pt idx="4831">
                  <c:v>24.155</c:v>
                </c:pt>
                <c:pt idx="4832">
                  <c:v>24.16</c:v>
                </c:pt>
                <c:pt idx="4833">
                  <c:v>24.165</c:v>
                </c:pt>
                <c:pt idx="4834">
                  <c:v>24.17</c:v>
                </c:pt>
                <c:pt idx="4835">
                  <c:v>24.175</c:v>
                </c:pt>
                <c:pt idx="4836">
                  <c:v>24.18</c:v>
                </c:pt>
                <c:pt idx="4837">
                  <c:v>24.185</c:v>
                </c:pt>
                <c:pt idx="4838">
                  <c:v>24.19</c:v>
                </c:pt>
                <c:pt idx="4839">
                  <c:v>24.195</c:v>
                </c:pt>
                <c:pt idx="4840">
                  <c:v>24.2</c:v>
                </c:pt>
                <c:pt idx="4841">
                  <c:v>24.205</c:v>
                </c:pt>
                <c:pt idx="4842">
                  <c:v>24.21</c:v>
                </c:pt>
                <c:pt idx="4843">
                  <c:v>24.215</c:v>
                </c:pt>
                <c:pt idx="4844">
                  <c:v>24.22</c:v>
                </c:pt>
                <c:pt idx="4845">
                  <c:v>24.225</c:v>
                </c:pt>
                <c:pt idx="4846">
                  <c:v>24.23</c:v>
                </c:pt>
                <c:pt idx="4847">
                  <c:v>24.235</c:v>
                </c:pt>
                <c:pt idx="4848">
                  <c:v>24.24</c:v>
                </c:pt>
                <c:pt idx="4849">
                  <c:v>24.245</c:v>
                </c:pt>
                <c:pt idx="4850">
                  <c:v>24.25</c:v>
                </c:pt>
                <c:pt idx="4851">
                  <c:v>24.255</c:v>
                </c:pt>
                <c:pt idx="4852">
                  <c:v>24.26</c:v>
                </c:pt>
                <c:pt idx="4853">
                  <c:v>24.265</c:v>
                </c:pt>
                <c:pt idx="4854">
                  <c:v>24.27</c:v>
                </c:pt>
                <c:pt idx="4855">
                  <c:v>24.275</c:v>
                </c:pt>
                <c:pt idx="4856">
                  <c:v>24.28</c:v>
                </c:pt>
                <c:pt idx="4857">
                  <c:v>24.285</c:v>
                </c:pt>
                <c:pt idx="4858">
                  <c:v>24.29</c:v>
                </c:pt>
                <c:pt idx="4859">
                  <c:v>24.295</c:v>
                </c:pt>
                <c:pt idx="4860">
                  <c:v>24.3</c:v>
                </c:pt>
                <c:pt idx="4861">
                  <c:v>24.305</c:v>
                </c:pt>
                <c:pt idx="4862">
                  <c:v>24.31</c:v>
                </c:pt>
                <c:pt idx="4863">
                  <c:v>24.315</c:v>
                </c:pt>
                <c:pt idx="4864">
                  <c:v>24.32</c:v>
                </c:pt>
                <c:pt idx="4865">
                  <c:v>24.325</c:v>
                </c:pt>
                <c:pt idx="4866">
                  <c:v>24.33</c:v>
                </c:pt>
                <c:pt idx="4867">
                  <c:v>24.335</c:v>
                </c:pt>
                <c:pt idx="4868">
                  <c:v>24.34</c:v>
                </c:pt>
                <c:pt idx="4869">
                  <c:v>24.345</c:v>
                </c:pt>
                <c:pt idx="4870">
                  <c:v>24.35</c:v>
                </c:pt>
                <c:pt idx="4871">
                  <c:v>24.355</c:v>
                </c:pt>
                <c:pt idx="4872">
                  <c:v>24.36</c:v>
                </c:pt>
                <c:pt idx="4873">
                  <c:v>24.365</c:v>
                </c:pt>
                <c:pt idx="4874">
                  <c:v>24.37</c:v>
                </c:pt>
                <c:pt idx="4875">
                  <c:v>24.375</c:v>
                </c:pt>
                <c:pt idx="4876">
                  <c:v>24.38</c:v>
                </c:pt>
                <c:pt idx="4877">
                  <c:v>24.385</c:v>
                </c:pt>
                <c:pt idx="4878">
                  <c:v>24.39</c:v>
                </c:pt>
                <c:pt idx="4879">
                  <c:v>24.395</c:v>
                </c:pt>
                <c:pt idx="4880">
                  <c:v>24.4</c:v>
                </c:pt>
                <c:pt idx="4881">
                  <c:v>24.405</c:v>
                </c:pt>
                <c:pt idx="4882">
                  <c:v>24.41</c:v>
                </c:pt>
                <c:pt idx="4883">
                  <c:v>24.415</c:v>
                </c:pt>
                <c:pt idx="4884">
                  <c:v>24.42</c:v>
                </c:pt>
                <c:pt idx="4885">
                  <c:v>24.425</c:v>
                </c:pt>
                <c:pt idx="4886">
                  <c:v>24.43</c:v>
                </c:pt>
                <c:pt idx="4887">
                  <c:v>24.435</c:v>
                </c:pt>
                <c:pt idx="4888">
                  <c:v>24.44</c:v>
                </c:pt>
                <c:pt idx="4889">
                  <c:v>24.445</c:v>
                </c:pt>
                <c:pt idx="4890">
                  <c:v>24.45</c:v>
                </c:pt>
                <c:pt idx="4891">
                  <c:v>24.455</c:v>
                </c:pt>
                <c:pt idx="4892">
                  <c:v>24.46</c:v>
                </c:pt>
                <c:pt idx="4893">
                  <c:v>24.465</c:v>
                </c:pt>
                <c:pt idx="4894">
                  <c:v>24.47</c:v>
                </c:pt>
                <c:pt idx="4895">
                  <c:v>24.475</c:v>
                </c:pt>
                <c:pt idx="4896">
                  <c:v>24.48</c:v>
                </c:pt>
                <c:pt idx="4897">
                  <c:v>24.485</c:v>
                </c:pt>
                <c:pt idx="4898">
                  <c:v>24.49</c:v>
                </c:pt>
                <c:pt idx="4899">
                  <c:v>24.495</c:v>
                </c:pt>
                <c:pt idx="4900">
                  <c:v>24.5</c:v>
                </c:pt>
                <c:pt idx="4901">
                  <c:v>24.505</c:v>
                </c:pt>
                <c:pt idx="4902">
                  <c:v>24.51</c:v>
                </c:pt>
                <c:pt idx="4903">
                  <c:v>24.515</c:v>
                </c:pt>
                <c:pt idx="4904">
                  <c:v>24.52</c:v>
                </c:pt>
                <c:pt idx="4905">
                  <c:v>24.525</c:v>
                </c:pt>
                <c:pt idx="4906">
                  <c:v>24.53</c:v>
                </c:pt>
                <c:pt idx="4907">
                  <c:v>24.535</c:v>
                </c:pt>
                <c:pt idx="4908">
                  <c:v>24.54</c:v>
                </c:pt>
                <c:pt idx="4909">
                  <c:v>24.545</c:v>
                </c:pt>
                <c:pt idx="4910">
                  <c:v>24.55</c:v>
                </c:pt>
                <c:pt idx="4911">
                  <c:v>24.555</c:v>
                </c:pt>
                <c:pt idx="4912">
                  <c:v>24.56</c:v>
                </c:pt>
                <c:pt idx="4913">
                  <c:v>24.565</c:v>
                </c:pt>
                <c:pt idx="4914">
                  <c:v>24.57</c:v>
                </c:pt>
                <c:pt idx="4915">
                  <c:v>24.575</c:v>
                </c:pt>
                <c:pt idx="4916">
                  <c:v>24.58</c:v>
                </c:pt>
                <c:pt idx="4917">
                  <c:v>24.585</c:v>
                </c:pt>
                <c:pt idx="4918">
                  <c:v>24.59</c:v>
                </c:pt>
                <c:pt idx="4919">
                  <c:v>24.595</c:v>
                </c:pt>
                <c:pt idx="4920">
                  <c:v>24.6</c:v>
                </c:pt>
                <c:pt idx="4921">
                  <c:v>24.605</c:v>
                </c:pt>
                <c:pt idx="4922">
                  <c:v>24.61</c:v>
                </c:pt>
                <c:pt idx="4923">
                  <c:v>24.615</c:v>
                </c:pt>
                <c:pt idx="4924">
                  <c:v>24.62</c:v>
                </c:pt>
                <c:pt idx="4925">
                  <c:v>24.625</c:v>
                </c:pt>
                <c:pt idx="4926">
                  <c:v>24.63</c:v>
                </c:pt>
                <c:pt idx="4927">
                  <c:v>24.635</c:v>
                </c:pt>
                <c:pt idx="4928">
                  <c:v>24.64</c:v>
                </c:pt>
                <c:pt idx="4929">
                  <c:v>24.645</c:v>
                </c:pt>
                <c:pt idx="4930">
                  <c:v>24.65</c:v>
                </c:pt>
                <c:pt idx="4931">
                  <c:v>24.655</c:v>
                </c:pt>
                <c:pt idx="4932">
                  <c:v>24.66</c:v>
                </c:pt>
                <c:pt idx="4933">
                  <c:v>24.665</c:v>
                </c:pt>
                <c:pt idx="4934">
                  <c:v>24.67</c:v>
                </c:pt>
                <c:pt idx="4935">
                  <c:v>24.675</c:v>
                </c:pt>
                <c:pt idx="4936">
                  <c:v>24.68</c:v>
                </c:pt>
                <c:pt idx="4937">
                  <c:v>24.685</c:v>
                </c:pt>
                <c:pt idx="4938">
                  <c:v>24.69</c:v>
                </c:pt>
                <c:pt idx="4939">
                  <c:v>24.695</c:v>
                </c:pt>
                <c:pt idx="4940">
                  <c:v>24.7</c:v>
                </c:pt>
                <c:pt idx="4941">
                  <c:v>24.705</c:v>
                </c:pt>
                <c:pt idx="4942">
                  <c:v>24.71</c:v>
                </c:pt>
                <c:pt idx="4943">
                  <c:v>24.715</c:v>
                </c:pt>
                <c:pt idx="4944">
                  <c:v>24.72</c:v>
                </c:pt>
                <c:pt idx="4945">
                  <c:v>24.725</c:v>
                </c:pt>
                <c:pt idx="4946">
                  <c:v>24.73</c:v>
                </c:pt>
                <c:pt idx="4947">
                  <c:v>24.735</c:v>
                </c:pt>
                <c:pt idx="4948">
                  <c:v>24.74</c:v>
                </c:pt>
                <c:pt idx="4949">
                  <c:v>24.745</c:v>
                </c:pt>
                <c:pt idx="4950">
                  <c:v>24.75</c:v>
                </c:pt>
                <c:pt idx="4951">
                  <c:v>24.755</c:v>
                </c:pt>
                <c:pt idx="4952">
                  <c:v>24.76</c:v>
                </c:pt>
                <c:pt idx="4953">
                  <c:v>24.765</c:v>
                </c:pt>
                <c:pt idx="4954">
                  <c:v>24.77</c:v>
                </c:pt>
                <c:pt idx="4955">
                  <c:v>24.775</c:v>
                </c:pt>
                <c:pt idx="4956">
                  <c:v>24.78</c:v>
                </c:pt>
                <c:pt idx="4957">
                  <c:v>24.785</c:v>
                </c:pt>
                <c:pt idx="4958">
                  <c:v>24.79</c:v>
                </c:pt>
                <c:pt idx="4959">
                  <c:v>24.795</c:v>
                </c:pt>
                <c:pt idx="4960">
                  <c:v>24.8</c:v>
                </c:pt>
                <c:pt idx="4961">
                  <c:v>24.805</c:v>
                </c:pt>
                <c:pt idx="4962">
                  <c:v>24.81</c:v>
                </c:pt>
                <c:pt idx="4963">
                  <c:v>24.815</c:v>
                </c:pt>
                <c:pt idx="4964">
                  <c:v>24.82</c:v>
                </c:pt>
                <c:pt idx="4965">
                  <c:v>24.825</c:v>
                </c:pt>
                <c:pt idx="4966">
                  <c:v>24.83</c:v>
                </c:pt>
                <c:pt idx="4967">
                  <c:v>24.835</c:v>
                </c:pt>
                <c:pt idx="4968">
                  <c:v>24.84</c:v>
                </c:pt>
                <c:pt idx="4969">
                  <c:v>24.845</c:v>
                </c:pt>
                <c:pt idx="4970">
                  <c:v>24.85</c:v>
                </c:pt>
                <c:pt idx="4971">
                  <c:v>24.855</c:v>
                </c:pt>
                <c:pt idx="4972">
                  <c:v>24.86</c:v>
                </c:pt>
                <c:pt idx="4973">
                  <c:v>24.865</c:v>
                </c:pt>
                <c:pt idx="4974">
                  <c:v>24.87</c:v>
                </c:pt>
                <c:pt idx="4975">
                  <c:v>24.875</c:v>
                </c:pt>
                <c:pt idx="4976">
                  <c:v>24.88</c:v>
                </c:pt>
                <c:pt idx="4977">
                  <c:v>24.885</c:v>
                </c:pt>
                <c:pt idx="4978">
                  <c:v>24.89</c:v>
                </c:pt>
                <c:pt idx="4979">
                  <c:v>24.895</c:v>
                </c:pt>
                <c:pt idx="4980">
                  <c:v>24.9</c:v>
                </c:pt>
                <c:pt idx="4981">
                  <c:v>24.905</c:v>
                </c:pt>
                <c:pt idx="4982">
                  <c:v>24.91</c:v>
                </c:pt>
                <c:pt idx="4983">
                  <c:v>24.915</c:v>
                </c:pt>
                <c:pt idx="4984">
                  <c:v>24.92</c:v>
                </c:pt>
                <c:pt idx="4985">
                  <c:v>24.925</c:v>
                </c:pt>
                <c:pt idx="4986">
                  <c:v>24.93</c:v>
                </c:pt>
                <c:pt idx="4987">
                  <c:v>24.935</c:v>
                </c:pt>
                <c:pt idx="4988">
                  <c:v>24.94</c:v>
                </c:pt>
                <c:pt idx="4989">
                  <c:v>24.945</c:v>
                </c:pt>
                <c:pt idx="4990">
                  <c:v>24.95</c:v>
                </c:pt>
                <c:pt idx="4991">
                  <c:v>24.955</c:v>
                </c:pt>
                <c:pt idx="4992">
                  <c:v>24.96</c:v>
                </c:pt>
                <c:pt idx="4993">
                  <c:v>24.965</c:v>
                </c:pt>
                <c:pt idx="4994">
                  <c:v>24.97</c:v>
                </c:pt>
                <c:pt idx="4995">
                  <c:v>24.975</c:v>
                </c:pt>
                <c:pt idx="4996">
                  <c:v>24.98</c:v>
                </c:pt>
                <c:pt idx="4997">
                  <c:v>24.985</c:v>
                </c:pt>
                <c:pt idx="4998">
                  <c:v>24.99</c:v>
                </c:pt>
                <c:pt idx="4999">
                  <c:v>24.995</c:v>
                </c:pt>
                <c:pt idx="5000">
                  <c:v>25</c:v>
                </c:pt>
                <c:pt idx="5001">
                  <c:v>25.005</c:v>
                </c:pt>
                <c:pt idx="5002">
                  <c:v>25.01</c:v>
                </c:pt>
                <c:pt idx="5003">
                  <c:v>25.015</c:v>
                </c:pt>
                <c:pt idx="5004">
                  <c:v>25.02</c:v>
                </c:pt>
                <c:pt idx="5005">
                  <c:v>25.025</c:v>
                </c:pt>
                <c:pt idx="5006">
                  <c:v>25.03</c:v>
                </c:pt>
                <c:pt idx="5007">
                  <c:v>25.035</c:v>
                </c:pt>
                <c:pt idx="5008">
                  <c:v>25.04</c:v>
                </c:pt>
                <c:pt idx="5009">
                  <c:v>25.045</c:v>
                </c:pt>
                <c:pt idx="5010">
                  <c:v>25.05</c:v>
                </c:pt>
                <c:pt idx="5011">
                  <c:v>25.055</c:v>
                </c:pt>
                <c:pt idx="5012">
                  <c:v>25.06</c:v>
                </c:pt>
                <c:pt idx="5013">
                  <c:v>25.065</c:v>
                </c:pt>
                <c:pt idx="5014">
                  <c:v>25.07</c:v>
                </c:pt>
                <c:pt idx="5015">
                  <c:v>25.075</c:v>
                </c:pt>
                <c:pt idx="5016">
                  <c:v>25.08</c:v>
                </c:pt>
                <c:pt idx="5017">
                  <c:v>25.085</c:v>
                </c:pt>
                <c:pt idx="5018">
                  <c:v>25.09</c:v>
                </c:pt>
                <c:pt idx="5019">
                  <c:v>25.095</c:v>
                </c:pt>
                <c:pt idx="5020">
                  <c:v>25.1</c:v>
                </c:pt>
                <c:pt idx="5021">
                  <c:v>25.105</c:v>
                </c:pt>
                <c:pt idx="5022">
                  <c:v>25.11</c:v>
                </c:pt>
                <c:pt idx="5023">
                  <c:v>25.115</c:v>
                </c:pt>
                <c:pt idx="5024">
                  <c:v>25.12</c:v>
                </c:pt>
                <c:pt idx="5025">
                  <c:v>25.125</c:v>
                </c:pt>
                <c:pt idx="5026">
                  <c:v>25.13</c:v>
                </c:pt>
                <c:pt idx="5027">
                  <c:v>25.135</c:v>
                </c:pt>
                <c:pt idx="5028">
                  <c:v>25.14</c:v>
                </c:pt>
                <c:pt idx="5029">
                  <c:v>25.145</c:v>
                </c:pt>
                <c:pt idx="5030">
                  <c:v>25.15</c:v>
                </c:pt>
                <c:pt idx="5031">
                  <c:v>25.155</c:v>
                </c:pt>
                <c:pt idx="5032">
                  <c:v>25.16</c:v>
                </c:pt>
                <c:pt idx="5033">
                  <c:v>25.165</c:v>
                </c:pt>
                <c:pt idx="5034">
                  <c:v>25.17</c:v>
                </c:pt>
                <c:pt idx="5035">
                  <c:v>25.175</c:v>
                </c:pt>
                <c:pt idx="5036">
                  <c:v>25.18</c:v>
                </c:pt>
                <c:pt idx="5037">
                  <c:v>25.185</c:v>
                </c:pt>
                <c:pt idx="5038">
                  <c:v>25.19</c:v>
                </c:pt>
                <c:pt idx="5039">
                  <c:v>25.195</c:v>
                </c:pt>
                <c:pt idx="5040">
                  <c:v>25.2</c:v>
                </c:pt>
                <c:pt idx="5041">
                  <c:v>25.205</c:v>
                </c:pt>
                <c:pt idx="5042">
                  <c:v>25.21</c:v>
                </c:pt>
                <c:pt idx="5043">
                  <c:v>25.215</c:v>
                </c:pt>
                <c:pt idx="5044">
                  <c:v>25.22</c:v>
                </c:pt>
                <c:pt idx="5045">
                  <c:v>25.225</c:v>
                </c:pt>
                <c:pt idx="5046">
                  <c:v>25.23</c:v>
                </c:pt>
                <c:pt idx="5047">
                  <c:v>25.235</c:v>
                </c:pt>
                <c:pt idx="5048">
                  <c:v>25.24</c:v>
                </c:pt>
                <c:pt idx="5049">
                  <c:v>25.245</c:v>
                </c:pt>
                <c:pt idx="5050">
                  <c:v>25.25</c:v>
                </c:pt>
                <c:pt idx="5051">
                  <c:v>25.255</c:v>
                </c:pt>
                <c:pt idx="5052">
                  <c:v>25.26</c:v>
                </c:pt>
                <c:pt idx="5053">
                  <c:v>25.265</c:v>
                </c:pt>
                <c:pt idx="5054">
                  <c:v>25.27</c:v>
                </c:pt>
                <c:pt idx="5055">
                  <c:v>25.275</c:v>
                </c:pt>
                <c:pt idx="5056">
                  <c:v>25.28</c:v>
                </c:pt>
                <c:pt idx="5057">
                  <c:v>25.285</c:v>
                </c:pt>
                <c:pt idx="5058">
                  <c:v>25.29</c:v>
                </c:pt>
                <c:pt idx="5059">
                  <c:v>25.295</c:v>
                </c:pt>
                <c:pt idx="5060">
                  <c:v>25.3</c:v>
                </c:pt>
                <c:pt idx="5061">
                  <c:v>25.305</c:v>
                </c:pt>
                <c:pt idx="5062">
                  <c:v>25.31</c:v>
                </c:pt>
                <c:pt idx="5063">
                  <c:v>25.315</c:v>
                </c:pt>
                <c:pt idx="5064">
                  <c:v>25.32</c:v>
                </c:pt>
                <c:pt idx="5065">
                  <c:v>25.325</c:v>
                </c:pt>
                <c:pt idx="5066">
                  <c:v>25.33</c:v>
                </c:pt>
                <c:pt idx="5067">
                  <c:v>25.335</c:v>
                </c:pt>
                <c:pt idx="5068">
                  <c:v>25.34</c:v>
                </c:pt>
                <c:pt idx="5069">
                  <c:v>25.345</c:v>
                </c:pt>
                <c:pt idx="5070">
                  <c:v>25.35</c:v>
                </c:pt>
                <c:pt idx="5071">
                  <c:v>25.355</c:v>
                </c:pt>
                <c:pt idx="5072">
                  <c:v>25.36</c:v>
                </c:pt>
                <c:pt idx="5073">
                  <c:v>25.365</c:v>
                </c:pt>
                <c:pt idx="5074">
                  <c:v>25.37</c:v>
                </c:pt>
                <c:pt idx="5075">
                  <c:v>25.375</c:v>
                </c:pt>
                <c:pt idx="5076">
                  <c:v>25.38</c:v>
                </c:pt>
                <c:pt idx="5077">
                  <c:v>25.385</c:v>
                </c:pt>
                <c:pt idx="5078">
                  <c:v>25.39</c:v>
                </c:pt>
                <c:pt idx="5079">
                  <c:v>25.395</c:v>
                </c:pt>
                <c:pt idx="5080">
                  <c:v>25.4</c:v>
                </c:pt>
                <c:pt idx="5081">
                  <c:v>25.405</c:v>
                </c:pt>
                <c:pt idx="5082">
                  <c:v>25.41</c:v>
                </c:pt>
                <c:pt idx="5083">
                  <c:v>25.415</c:v>
                </c:pt>
                <c:pt idx="5084">
                  <c:v>25.42</c:v>
                </c:pt>
                <c:pt idx="5085">
                  <c:v>25.425</c:v>
                </c:pt>
                <c:pt idx="5086">
                  <c:v>25.43</c:v>
                </c:pt>
                <c:pt idx="5087">
                  <c:v>25.435</c:v>
                </c:pt>
                <c:pt idx="5088">
                  <c:v>25.44</c:v>
                </c:pt>
                <c:pt idx="5089">
                  <c:v>25.445</c:v>
                </c:pt>
                <c:pt idx="5090">
                  <c:v>25.45</c:v>
                </c:pt>
                <c:pt idx="5091">
                  <c:v>25.455</c:v>
                </c:pt>
                <c:pt idx="5092">
                  <c:v>25.46</c:v>
                </c:pt>
                <c:pt idx="5093">
                  <c:v>25.465</c:v>
                </c:pt>
                <c:pt idx="5094">
                  <c:v>25.47</c:v>
                </c:pt>
                <c:pt idx="5095">
                  <c:v>25.475</c:v>
                </c:pt>
                <c:pt idx="5096">
                  <c:v>25.48</c:v>
                </c:pt>
                <c:pt idx="5097">
                  <c:v>25.485</c:v>
                </c:pt>
                <c:pt idx="5098">
                  <c:v>25.49</c:v>
                </c:pt>
                <c:pt idx="5099">
                  <c:v>25.495</c:v>
                </c:pt>
                <c:pt idx="5100">
                  <c:v>25.5</c:v>
                </c:pt>
                <c:pt idx="5101">
                  <c:v>25.505</c:v>
                </c:pt>
                <c:pt idx="5102">
                  <c:v>25.51</c:v>
                </c:pt>
                <c:pt idx="5103">
                  <c:v>25.515</c:v>
                </c:pt>
                <c:pt idx="5104">
                  <c:v>25.52</c:v>
                </c:pt>
                <c:pt idx="5105">
                  <c:v>25.525</c:v>
                </c:pt>
                <c:pt idx="5106">
                  <c:v>25.53</c:v>
                </c:pt>
                <c:pt idx="5107">
                  <c:v>25.535</c:v>
                </c:pt>
                <c:pt idx="5108">
                  <c:v>25.54</c:v>
                </c:pt>
                <c:pt idx="5109">
                  <c:v>25.545</c:v>
                </c:pt>
                <c:pt idx="5110">
                  <c:v>25.55</c:v>
                </c:pt>
                <c:pt idx="5111">
                  <c:v>25.555</c:v>
                </c:pt>
                <c:pt idx="5112">
                  <c:v>25.56</c:v>
                </c:pt>
                <c:pt idx="5113">
                  <c:v>25.565</c:v>
                </c:pt>
                <c:pt idx="5114">
                  <c:v>25.57</c:v>
                </c:pt>
                <c:pt idx="5115">
                  <c:v>25.575</c:v>
                </c:pt>
                <c:pt idx="5116">
                  <c:v>25.58</c:v>
                </c:pt>
                <c:pt idx="5117">
                  <c:v>25.585</c:v>
                </c:pt>
                <c:pt idx="5118">
                  <c:v>25.59</c:v>
                </c:pt>
                <c:pt idx="5119">
                  <c:v>25.595</c:v>
                </c:pt>
                <c:pt idx="5120">
                  <c:v>25.6</c:v>
                </c:pt>
                <c:pt idx="5121">
                  <c:v>25.605</c:v>
                </c:pt>
                <c:pt idx="5122">
                  <c:v>25.61</c:v>
                </c:pt>
                <c:pt idx="5123">
                  <c:v>25.615</c:v>
                </c:pt>
                <c:pt idx="5124">
                  <c:v>25.62</c:v>
                </c:pt>
                <c:pt idx="5125">
                  <c:v>25.625</c:v>
                </c:pt>
                <c:pt idx="5126">
                  <c:v>25.63</c:v>
                </c:pt>
                <c:pt idx="5127">
                  <c:v>25.635</c:v>
                </c:pt>
                <c:pt idx="5128">
                  <c:v>25.64</c:v>
                </c:pt>
                <c:pt idx="5129">
                  <c:v>25.645</c:v>
                </c:pt>
                <c:pt idx="5130">
                  <c:v>25.65</c:v>
                </c:pt>
                <c:pt idx="5131">
                  <c:v>25.655</c:v>
                </c:pt>
                <c:pt idx="5132">
                  <c:v>25.66</c:v>
                </c:pt>
                <c:pt idx="5133">
                  <c:v>25.665</c:v>
                </c:pt>
                <c:pt idx="5134">
                  <c:v>25.67</c:v>
                </c:pt>
                <c:pt idx="5135">
                  <c:v>25.675</c:v>
                </c:pt>
                <c:pt idx="5136">
                  <c:v>25.68</c:v>
                </c:pt>
                <c:pt idx="5137">
                  <c:v>25.685</c:v>
                </c:pt>
                <c:pt idx="5138">
                  <c:v>25.69</c:v>
                </c:pt>
                <c:pt idx="5139">
                  <c:v>25.695</c:v>
                </c:pt>
                <c:pt idx="5140">
                  <c:v>25.7</c:v>
                </c:pt>
                <c:pt idx="5141">
                  <c:v>25.705</c:v>
                </c:pt>
                <c:pt idx="5142">
                  <c:v>25.71</c:v>
                </c:pt>
                <c:pt idx="5143">
                  <c:v>25.715</c:v>
                </c:pt>
                <c:pt idx="5144">
                  <c:v>25.72</c:v>
                </c:pt>
                <c:pt idx="5145">
                  <c:v>25.725</c:v>
                </c:pt>
                <c:pt idx="5146">
                  <c:v>25.73</c:v>
                </c:pt>
                <c:pt idx="5147">
                  <c:v>25.735</c:v>
                </c:pt>
                <c:pt idx="5148">
                  <c:v>25.74</c:v>
                </c:pt>
                <c:pt idx="5149">
                  <c:v>25.745</c:v>
                </c:pt>
                <c:pt idx="5150">
                  <c:v>25.75</c:v>
                </c:pt>
                <c:pt idx="5151">
                  <c:v>25.755</c:v>
                </c:pt>
                <c:pt idx="5152">
                  <c:v>25.76</c:v>
                </c:pt>
                <c:pt idx="5153">
                  <c:v>25.765</c:v>
                </c:pt>
                <c:pt idx="5154">
                  <c:v>25.77</c:v>
                </c:pt>
                <c:pt idx="5155">
                  <c:v>25.775</c:v>
                </c:pt>
                <c:pt idx="5156">
                  <c:v>25.78</c:v>
                </c:pt>
                <c:pt idx="5157">
                  <c:v>25.785</c:v>
                </c:pt>
                <c:pt idx="5158">
                  <c:v>25.79</c:v>
                </c:pt>
                <c:pt idx="5159">
                  <c:v>25.795</c:v>
                </c:pt>
                <c:pt idx="5160">
                  <c:v>25.8</c:v>
                </c:pt>
                <c:pt idx="5161">
                  <c:v>25.805</c:v>
                </c:pt>
                <c:pt idx="5162">
                  <c:v>25.81</c:v>
                </c:pt>
                <c:pt idx="5163">
                  <c:v>25.815</c:v>
                </c:pt>
                <c:pt idx="5164">
                  <c:v>25.82</c:v>
                </c:pt>
                <c:pt idx="5165">
                  <c:v>25.825</c:v>
                </c:pt>
                <c:pt idx="5166">
                  <c:v>25.83</c:v>
                </c:pt>
                <c:pt idx="5167">
                  <c:v>25.835</c:v>
                </c:pt>
                <c:pt idx="5168">
                  <c:v>25.84</c:v>
                </c:pt>
                <c:pt idx="5169">
                  <c:v>25.845</c:v>
                </c:pt>
                <c:pt idx="5170">
                  <c:v>25.85</c:v>
                </c:pt>
                <c:pt idx="5171">
                  <c:v>25.855</c:v>
                </c:pt>
                <c:pt idx="5172">
                  <c:v>25.86</c:v>
                </c:pt>
                <c:pt idx="5173">
                  <c:v>25.865</c:v>
                </c:pt>
                <c:pt idx="5174">
                  <c:v>25.87</c:v>
                </c:pt>
                <c:pt idx="5175">
                  <c:v>25.875</c:v>
                </c:pt>
                <c:pt idx="5176">
                  <c:v>25.88</c:v>
                </c:pt>
                <c:pt idx="5177">
                  <c:v>25.885</c:v>
                </c:pt>
                <c:pt idx="5178">
                  <c:v>25.89</c:v>
                </c:pt>
                <c:pt idx="5179">
                  <c:v>25.895</c:v>
                </c:pt>
                <c:pt idx="5180">
                  <c:v>25.9</c:v>
                </c:pt>
                <c:pt idx="5181">
                  <c:v>25.905</c:v>
                </c:pt>
                <c:pt idx="5182">
                  <c:v>25.91</c:v>
                </c:pt>
                <c:pt idx="5183">
                  <c:v>25.915</c:v>
                </c:pt>
                <c:pt idx="5184">
                  <c:v>25.92</c:v>
                </c:pt>
                <c:pt idx="5185">
                  <c:v>25.925</c:v>
                </c:pt>
                <c:pt idx="5186">
                  <c:v>25.93</c:v>
                </c:pt>
                <c:pt idx="5187">
                  <c:v>25.935</c:v>
                </c:pt>
                <c:pt idx="5188">
                  <c:v>25.94</c:v>
                </c:pt>
                <c:pt idx="5189">
                  <c:v>25.945</c:v>
                </c:pt>
                <c:pt idx="5190">
                  <c:v>25.95</c:v>
                </c:pt>
                <c:pt idx="5191">
                  <c:v>25.955</c:v>
                </c:pt>
                <c:pt idx="5192">
                  <c:v>25.96</c:v>
                </c:pt>
                <c:pt idx="5193">
                  <c:v>25.965</c:v>
                </c:pt>
                <c:pt idx="5194">
                  <c:v>25.97</c:v>
                </c:pt>
                <c:pt idx="5195">
                  <c:v>25.975</c:v>
                </c:pt>
                <c:pt idx="5196">
                  <c:v>25.98</c:v>
                </c:pt>
                <c:pt idx="5197">
                  <c:v>25.985</c:v>
                </c:pt>
                <c:pt idx="5198">
                  <c:v>25.99</c:v>
                </c:pt>
                <c:pt idx="5199">
                  <c:v>25.995</c:v>
                </c:pt>
                <c:pt idx="5200">
                  <c:v>26</c:v>
                </c:pt>
                <c:pt idx="5201">
                  <c:v>26.005</c:v>
                </c:pt>
                <c:pt idx="5202">
                  <c:v>26.01</c:v>
                </c:pt>
                <c:pt idx="5203">
                  <c:v>26.015</c:v>
                </c:pt>
                <c:pt idx="5204">
                  <c:v>26.02</c:v>
                </c:pt>
                <c:pt idx="5205">
                  <c:v>26.025</c:v>
                </c:pt>
                <c:pt idx="5206">
                  <c:v>26.03</c:v>
                </c:pt>
                <c:pt idx="5207">
                  <c:v>26.035</c:v>
                </c:pt>
                <c:pt idx="5208">
                  <c:v>26.04</c:v>
                </c:pt>
                <c:pt idx="5209">
                  <c:v>26.045</c:v>
                </c:pt>
                <c:pt idx="5210">
                  <c:v>26.05</c:v>
                </c:pt>
                <c:pt idx="5211">
                  <c:v>26.055</c:v>
                </c:pt>
                <c:pt idx="5212">
                  <c:v>26.06</c:v>
                </c:pt>
                <c:pt idx="5213">
                  <c:v>26.065</c:v>
                </c:pt>
                <c:pt idx="5214">
                  <c:v>26.07</c:v>
                </c:pt>
                <c:pt idx="5215">
                  <c:v>26.075</c:v>
                </c:pt>
                <c:pt idx="5216">
                  <c:v>26.08</c:v>
                </c:pt>
                <c:pt idx="5217">
                  <c:v>26.085</c:v>
                </c:pt>
                <c:pt idx="5218">
                  <c:v>26.09</c:v>
                </c:pt>
                <c:pt idx="5219">
                  <c:v>26.095</c:v>
                </c:pt>
                <c:pt idx="5220">
                  <c:v>26.1</c:v>
                </c:pt>
                <c:pt idx="5221">
                  <c:v>26.105</c:v>
                </c:pt>
                <c:pt idx="5222">
                  <c:v>26.11</c:v>
                </c:pt>
                <c:pt idx="5223">
                  <c:v>26.115</c:v>
                </c:pt>
                <c:pt idx="5224">
                  <c:v>26.12</c:v>
                </c:pt>
                <c:pt idx="5225">
                  <c:v>26.125</c:v>
                </c:pt>
                <c:pt idx="5226">
                  <c:v>26.13</c:v>
                </c:pt>
                <c:pt idx="5227">
                  <c:v>26.135</c:v>
                </c:pt>
                <c:pt idx="5228">
                  <c:v>26.14</c:v>
                </c:pt>
                <c:pt idx="5229">
                  <c:v>26.145</c:v>
                </c:pt>
                <c:pt idx="5230">
                  <c:v>26.15</c:v>
                </c:pt>
                <c:pt idx="5231">
                  <c:v>26.155</c:v>
                </c:pt>
                <c:pt idx="5232">
                  <c:v>26.16</c:v>
                </c:pt>
                <c:pt idx="5233">
                  <c:v>26.165</c:v>
                </c:pt>
                <c:pt idx="5234">
                  <c:v>26.17</c:v>
                </c:pt>
                <c:pt idx="5235">
                  <c:v>26.175</c:v>
                </c:pt>
                <c:pt idx="5236">
                  <c:v>26.18</c:v>
                </c:pt>
                <c:pt idx="5237">
                  <c:v>26.185</c:v>
                </c:pt>
                <c:pt idx="5238">
                  <c:v>26.19</c:v>
                </c:pt>
                <c:pt idx="5239">
                  <c:v>26.195</c:v>
                </c:pt>
                <c:pt idx="5240">
                  <c:v>26.2</c:v>
                </c:pt>
              </c:strCache>
            </c:strRef>
          </c:cat>
          <c:val>
            <c:numRef>
              <c:f>Sheet1!$B$3:$GSP$3</c:f>
              <c:numCache>
                <c:ptCount val="5241"/>
                <c:pt idx="0">
                  <c:v>31.142036</c:v>
                </c:pt>
                <c:pt idx="1">
                  <c:v>31.210889</c:v>
                </c:pt>
                <c:pt idx="2">
                  <c:v>31.279915</c:v>
                </c:pt>
                <c:pt idx="3">
                  <c:v>31.349116</c:v>
                </c:pt>
                <c:pt idx="4">
                  <c:v>31.418492</c:v>
                </c:pt>
                <c:pt idx="5">
                  <c:v>31.488043</c:v>
                </c:pt>
                <c:pt idx="6">
                  <c:v>31.557769</c:v>
                </c:pt>
                <c:pt idx="7">
                  <c:v>31.627672</c:v>
                </c:pt>
                <c:pt idx="8">
                  <c:v>31.697752</c:v>
                </c:pt>
                <c:pt idx="9">
                  <c:v>31.768009</c:v>
                </c:pt>
                <c:pt idx="10">
                  <c:v>31.838444</c:v>
                </c:pt>
                <c:pt idx="11">
                  <c:v>31.909056</c:v>
                </c:pt>
                <c:pt idx="12">
                  <c:v>31.979848</c:v>
                </c:pt>
                <c:pt idx="13">
                  <c:v>32.050819</c:v>
                </c:pt>
                <c:pt idx="14">
                  <c:v>32.121969</c:v>
                </c:pt>
                <c:pt idx="15">
                  <c:v>32.193300</c:v>
                </c:pt>
                <c:pt idx="16">
                  <c:v>32.264812</c:v>
                </c:pt>
                <c:pt idx="17">
                  <c:v>32.336504</c:v>
                </c:pt>
                <c:pt idx="18">
                  <c:v>32.408379</c:v>
                </c:pt>
                <c:pt idx="19">
                  <c:v>32.480435</c:v>
                </c:pt>
                <c:pt idx="20">
                  <c:v>32.552675</c:v>
                </c:pt>
                <c:pt idx="21">
                  <c:v>32.625097</c:v>
                </c:pt>
                <c:pt idx="22">
                  <c:v>32.697704</c:v>
                </c:pt>
                <c:pt idx="23">
                  <c:v>32.770494</c:v>
                </c:pt>
                <c:pt idx="24">
                  <c:v>32.843469</c:v>
                </c:pt>
                <c:pt idx="25">
                  <c:v>32.916630</c:v>
                </c:pt>
                <c:pt idx="26">
                  <c:v>32.989977</c:v>
                </c:pt>
                <c:pt idx="27">
                  <c:v>33.063509</c:v>
                </c:pt>
                <c:pt idx="28">
                  <c:v>33.137229</c:v>
                </c:pt>
                <c:pt idx="29">
                  <c:v>33.211136</c:v>
                </c:pt>
                <c:pt idx="30">
                  <c:v>33.285231</c:v>
                </c:pt>
                <c:pt idx="31">
                  <c:v>33.359514</c:v>
                </c:pt>
                <c:pt idx="32">
                  <c:v>33.433986</c:v>
                </c:pt>
                <c:pt idx="33">
                  <c:v>33.508648</c:v>
                </c:pt>
                <c:pt idx="34">
                  <c:v>33.583499</c:v>
                </c:pt>
                <c:pt idx="35">
                  <c:v>33.658542</c:v>
                </c:pt>
                <c:pt idx="36">
                  <c:v>33.733775</c:v>
                </c:pt>
                <c:pt idx="37">
                  <c:v>33.809199</c:v>
                </c:pt>
                <c:pt idx="38">
                  <c:v>33.884816</c:v>
                </c:pt>
                <c:pt idx="39">
                  <c:v>33.960626</c:v>
                </c:pt>
                <c:pt idx="40">
                  <c:v>34.036628</c:v>
                </c:pt>
                <c:pt idx="41">
                  <c:v>34.112825</c:v>
                </c:pt>
                <c:pt idx="42">
                  <c:v>34.189215</c:v>
                </c:pt>
                <c:pt idx="43">
                  <c:v>34.265800</c:v>
                </c:pt>
                <c:pt idx="44">
                  <c:v>34.342581</c:v>
                </c:pt>
                <c:pt idx="45">
                  <c:v>34.419558</c:v>
                </c:pt>
                <c:pt idx="46">
                  <c:v>34.496731</c:v>
                </c:pt>
                <c:pt idx="47">
                  <c:v>34.574101</c:v>
                </c:pt>
                <c:pt idx="48">
                  <c:v>34.651668</c:v>
                </c:pt>
                <c:pt idx="49">
                  <c:v>34.729434</c:v>
                </c:pt>
                <c:pt idx="50">
                  <c:v>34.807398</c:v>
                </c:pt>
                <c:pt idx="51">
                  <c:v>34.885561</c:v>
                </c:pt>
                <c:pt idx="52">
                  <c:v>34.963924</c:v>
                </c:pt>
                <c:pt idx="53">
                  <c:v>35.042488</c:v>
                </c:pt>
                <c:pt idx="54">
                  <c:v>35.121252</c:v>
                </c:pt>
                <c:pt idx="55">
                  <c:v>35.200217</c:v>
                </c:pt>
                <c:pt idx="56">
                  <c:v>35.279385</c:v>
                </c:pt>
                <c:pt idx="57">
                  <c:v>35.358755</c:v>
                </c:pt>
                <c:pt idx="58">
                  <c:v>35.438328</c:v>
                </c:pt>
                <c:pt idx="59">
                  <c:v>35.518105</c:v>
                </c:pt>
                <c:pt idx="60">
                  <c:v>35.598086</c:v>
                </c:pt>
                <c:pt idx="61">
                  <c:v>35.678272</c:v>
                </c:pt>
                <c:pt idx="62">
                  <c:v>35.758663</c:v>
                </c:pt>
                <c:pt idx="63">
                  <c:v>35.839261</c:v>
                </c:pt>
                <c:pt idx="64">
                  <c:v>35.920064</c:v>
                </c:pt>
                <c:pt idx="65">
                  <c:v>36.001075</c:v>
                </c:pt>
                <c:pt idx="66">
                  <c:v>36.082294</c:v>
                </c:pt>
                <c:pt idx="67">
                  <c:v>36.163720</c:v>
                </c:pt>
                <c:pt idx="68">
                  <c:v>36.245356</c:v>
                </c:pt>
                <c:pt idx="69">
                  <c:v>36.327201</c:v>
                </c:pt>
                <c:pt idx="70">
                  <c:v>36.409256</c:v>
                </c:pt>
                <c:pt idx="71">
                  <c:v>36.491521</c:v>
                </c:pt>
                <c:pt idx="72">
                  <c:v>36.573998</c:v>
                </c:pt>
                <c:pt idx="73">
                  <c:v>36.656687</c:v>
                </c:pt>
                <c:pt idx="74">
                  <c:v>36.739587</c:v>
                </c:pt>
                <c:pt idx="75">
                  <c:v>36.822701</c:v>
                </c:pt>
                <c:pt idx="76">
                  <c:v>36.906029</c:v>
                </c:pt>
                <c:pt idx="77">
                  <c:v>36.989570</c:v>
                </c:pt>
                <c:pt idx="78">
                  <c:v>37.073326</c:v>
                </c:pt>
                <c:pt idx="79">
                  <c:v>37.157298</c:v>
                </c:pt>
                <c:pt idx="80">
                  <c:v>37.241485</c:v>
                </c:pt>
                <c:pt idx="81">
                  <c:v>37.325889</c:v>
                </c:pt>
                <c:pt idx="82">
                  <c:v>37.410510</c:v>
                </c:pt>
                <c:pt idx="83">
                  <c:v>37.495349</c:v>
                </c:pt>
                <c:pt idx="84">
                  <c:v>37.580407</c:v>
                </c:pt>
                <c:pt idx="85">
                  <c:v>37.665683</c:v>
                </c:pt>
                <c:pt idx="86">
                  <c:v>37.751179</c:v>
                </c:pt>
                <c:pt idx="87">
                  <c:v>37.836895</c:v>
                </c:pt>
                <c:pt idx="88">
                  <c:v>37.922831</c:v>
                </c:pt>
                <c:pt idx="89">
                  <c:v>38.008990</c:v>
                </c:pt>
                <c:pt idx="90">
                  <c:v>38.095370</c:v>
                </c:pt>
                <c:pt idx="91">
                  <c:v>38.181973</c:v>
                </c:pt>
                <c:pt idx="92">
                  <c:v>38.268799</c:v>
                </c:pt>
                <c:pt idx="93">
                  <c:v>38.355849</c:v>
                </c:pt>
                <c:pt idx="94">
                  <c:v>38.443124</c:v>
                </c:pt>
                <c:pt idx="95">
                  <c:v>38.530624</c:v>
                </c:pt>
                <c:pt idx="96">
                  <c:v>38.618349</c:v>
                </c:pt>
                <c:pt idx="97">
                  <c:v>38.706301</c:v>
                </c:pt>
                <c:pt idx="98">
                  <c:v>38.794480</c:v>
                </c:pt>
                <c:pt idx="99">
                  <c:v>38.882887</c:v>
                </c:pt>
                <c:pt idx="100">
                  <c:v>38.971522</c:v>
                </c:pt>
                <c:pt idx="101">
                  <c:v>39.060386</c:v>
                </c:pt>
                <c:pt idx="102">
                  <c:v>39.149480</c:v>
                </c:pt>
                <c:pt idx="103">
                  <c:v>39.238804</c:v>
                </c:pt>
                <c:pt idx="104">
                  <c:v>39.328359</c:v>
                </c:pt>
                <c:pt idx="105">
                  <c:v>39.418145</c:v>
                </c:pt>
                <c:pt idx="106">
                  <c:v>39.508164</c:v>
                </c:pt>
                <c:pt idx="107">
                  <c:v>39.598415</c:v>
                </c:pt>
                <c:pt idx="108">
                  <c:v>39.688900</c:v>
                </c:pt>
                <c:pt idx="109">
                  <c:v>39.779619</c:v>
                </c:pt>
                <c:pt idx="110">
                  <c:v>39.870573</c:v>
                </c:pt>
                <c:pt idx="111">
                  <c:v>39.961762</c:v>
                </c:pt>
                <c:pt idx="112">
                  <c:v>40.053187</c:v>
                </c:pt>
                <c:pt idx="113">
                  <c:v>40.144849</c:v>
                </c:pt>
                <c:pt idx="114">
                  <c:v>40.236749</c:v>
                </c:pt>
                <c:pt idx="115">
                  <c:v>40.328887</c:v>
                </c:pt>
                <c:pt idx="116">
                  <c:v>40.421263</c:v>
                </c:pt>
                <c:pt idx="117">
                  <c:v>40.513879</c:v>
                </c:pt>
                <c:pt idx="118">
                  <c:v>40.606735</c:v>
                </c:pt>
                <c:pt idx="119">
                  <c:v>40.699831</c:v>
                </c:pt>
                <c:pt idx="120">
                  <c:v>40.793169</c:v>
                </c:pt>
                <c:pt idx="121">
                  <c:v>40.886749</c:v>
                </c:pt>
                <c:pt idx="122">
                  <c:v>40.980572</c:v>
                </c:pt>
                <c:pt idx="123">
                  <c:v>41.074639</c:v>
                </c:pt>
                <c:pt idx="124">
                  <c:v>41.168949</c:v>
                </c:pt>
                <c:pt idx="125">
                  <c:v>41.263505</c:v>
                </c:pt>
                <c:pt idx="126">
                  <c:v>41.358306</c:v>
                </c:pt>
                <c:pt idx="127">
                  <c:v>41.453353</c:v>
                </c:pt>
                <c:pt idx="128">
                  <c:v>41.548647</c:v>
                </c:pt>
                <c:pt idx="129">
                  <c:v>41.644188</c:v>
                </c:pt>
                <c:pt idx="130">
                  <c:v>41.739978</c:v>
                </c:pt>
                <c:pt idx="131">
                  <c:v>41.836017</c:v>
                </c:pt>
                <c:pt idx="132">
                  <c:v>41.932306</c:v>
                </c:pt>
                <c:pt idx="133">
                  <c:v>42.028845</c:v>
                </c:pt>
                <c:pt idx="134">
                  <c:v>42.125634</c:v>
                </c:pt>
                <c:pt idx="135">
                  <c:v>42.222676</c:v>
                </c:pt>
                <c:pt idx="136">
                  <c:v>42.319970</c:v>
                </c:pt>
                <c:pt idx="137">
                  <c:v>42.417518</c:v>
                </c:pt>
                <c:pt idx="138">
                  <c:v>42.515319</c:v>
                </c:pt>
                <c:pt idx="139">
                  <c:v>42.613375</c:v>
                </c:pt>
                <c:pt idx="140">
                  <c:v>42.711686</c:v>
                </c:pt>
                <c:pt idx="141">
                  <c:v>42.810253</c:v>
                </c:pt>
                <c:pt idx="142">
                  <c:v>42.909077</c:v>
                </c:pt>
                <c:pt idx="143">
                  <c:v>43.008158</c:v>
                </c:pt>
                <c:pt idx="144">
                  <c:v>43.107497</c:v>
                </c:pt>
                <c:pt idx="145">
                  <c:v>43.207096</c:v>
                </c:pt>
                <c:pt idx="146">
                  <c:v>43.306954</c:v>
                </c:pt>
                <c:pt idx="147">
                  <c:v>43.407072</c:v>
                </c:pt>
                <c:pt idx="148">
                  <c:v>43.507451</c:v>
                </c:pt>
                <c:pt idx="149">
                  <c:v>43.608092</c:v>
                </c:pt>
                <c:pt idx="150">
                  <c:v>43.708996</c:v>
                </c:pt>
                <c:pt idx="151">
                  <c:v>43.810163</c:v>
                </c:pt>
                <c:pt idx="152">
                  <c:v>43.911594</c:v>
                </c:pt>
                <c:pt idx="153">
                  <c:v>44.013289</c:v>
                </c:pt>
                <c:pt idx="154">
                  <c:v>44.115250</c:v>
                </c:pt>
                <c:pt idx="155">
                  <c:v>44.217478</c:v>
                </c:pt>
                <c:pt idx="156">
                  <c:v>44.319972</c:v>
                </c:pt>
                <c:pt idx="157">
                  <c:v>44.422734</c:v>
                </c:pt>
                <c:pt idx="158">
                  <c:v>44.525765</c:v>
                </c:pt>
                <c:pt idx="159">
                  <c:v>44.629064</c:v>
                </c:pt>
                <c:pt idx="160">
                  <c:v>44.732634</c:v>
                </c:pt>
                <c:pt idx="161">
                  <c:v>44.836474</c:v>
                </c:pt>
                <c:pt idx="162">
                  <c:v>44.940586</c:v>
                </c:pt>
                <c:pt idx="163">
                  <c:v>45.044970</c:v>
                </c:pt>
                <c:pt idx="164">
                  <c:v>45.149627</c:v>
                </c:pt>
                <c:pt idx="165">
                  <c:v>45.254557</c:v>
                </c:pt>
                <c:pt idx="166">
                  <c:v>45.359763</c:v>
                </c:pt>
                <c:pt idx="167">
                  <c:v>45.465243</c:v>
                </c:pt>
                <c:pt idx="168">
                  <c:v>45.571000</c:v>
                </c:pt>
                <c:pt idx="169">
                  <c:v>45.677033</c:v>
                </c:pt>
                <c:pt idx="170">
                  <c:v>45.783344</c:v>
                </c:pt>
                <c:pt idx="171">
                  <c:v>45.889933</c:v>
                </c:pt>
                <c:pt idx="172">
                  <c:v>45.996802</c:v>
                </c:pt>
                <c:pt idx="173">
                  <c:v>46.103950</c:v>
                </c:pt>
                <c:pt idx="174">
                  <c:v>46.211379</c:v>
                </c:pt>
                <c:pt idx="175">
                  <c:v>46.319090</c:v>
                </c:pt>
                <c:pt idx="176">
                  <c:v>46.427083</c:v>
                </c:pt>
                <c:pt idx="177">
                  <c:v>46.535358</c:v>
                </c:pt>
                <c:pt idx="178">
                  <c:v>46.643918</c:v>
                </c:pt>
                <c:pt idx="179">
                  <c:v>46.752762</c:v>
                </c:pt>
                <c:pt idx="180">
                  <c:v>46.861892</c:v>
                </c:pt>
                <c:pt idx="181">
                  <c:v>46.971308</c:v>
                </c:pt>
                <c:pt idx="182">
                  <c:v>47.081011</c:v>
                </c:pt>
                <c:pt idx="183">
                  <c:v>47.191002</c:v>
                </c:pt>
                <c:pt idx="184">
                  <c:v>47.301282</c:v>
                </c:pt>
                <c:pt idx="185">
                  <c:v>47.411850</c:v>
                </c:pt>
                <c:pt idx="186">
                  <c:v>47.522710</c:v>
                </c:pt>
                <c:pt idx="187">
                  <c:v>47.633860</c:v>
                </c:pt>
                <c:pt idx="188">
                  <c:v>47.745302</c:v>
                </c:pt>
                <c:pt idx="189">
                  <c:v>47.857037</c:v>
                </c:pt>
                <c:pt idx="190">
                  <c:v>47.969065</c:v>
                </c:pt>
                <c:pt idx="191">
                  <c:v>48.081387</c:v>
                </c:pt>
                <c:pt idx="192">
                  <c:v>48.194005</c:v>
                </c:pt>
                <c:pt idx="193">
                  <c:v>48.306919</c:v>
                </c:pt>
                <c:pt idx="194">
                  <c:v>48.420129</c:v>
                </c:pt>
                <c:pt idx="195">
                  <c:v>48.533637</c:v>
                </c:pt>
                <c:pt idx="196">
                  <c:v>48.647443</c:v>
                </c:pt>
                <c:pt idx="197">
                  <c:v>48.761549</c:v>
                </c:pt>
                <c:pt idx="198">
                  <c:v>48.875955</c:v>
                </c:pt>
                <c:pt idx="199">
                  <c:v>48.990662</c:v>
                </c:pt>
                <c:pt idx="200">
                  <c:v>49.105670</c:v>
                </c:pt>
                <c:pt idx="201">
                  <c:v>49.220981</c:v>
                </c:pt>
                <c:pt idx="202">
                  <c:v>49.336596</c:v>
                </c:pt>
                <c:pt idx="203">
                  <c:v>49.452514</c:v>
                </c:pt>
                <c:pt idx="204">
                  <c:v>49.568738</c:v>
                </c:pt>
                <c:pt idx="205">
                  <c:v>49.685268</c:v>
                </c:pt>
                <c:pt idx="206">
                  <c:v>49.802105</c:v>
                </c:pt>
                <c:pt idx="207">
                  <c:v>49.919250</c:v>
                </c:pt>
                <c:pt idx="208">
                  <c:v>50.036703</c:v>
                </c:pt>
                <c:pt idx="209">
                  <c:v>50.154465</c:v>
                </c:pt>
                <c:pt idx="210">
                  <c:v>50.272538</c:v>
                </c:pt>
                <c:pt idx="211">
                  <c:v>50.390922</c:v>
                </c:pt>
                <c:pt idx="212">
                  <c:v>50.509617</c:v>
                </c:pt>
                <c:pt idx="213">
                  <c:v>50.628626</c:v>
                </c:pt>
                <c:pt idx="214">
                  <c:v>50.747948</c:v>
                </c:pt>
                <c:pt idx="215">
                  <c:v>50.867585</c:v>
                </c:pt>
                <c:pt idx="216">
                  <c:v>50.987538</c:v>
                </c:pt>
                <c:pt idx="217">
                  <c:v>51.107807</c:v>
                </c:pt>
                <c:pt idx="218">
                  <c:v>51.228393</c:v>
                </c:pt>
                <c:pt idx="219">
                  <c:v>51.349297</c:v>
                </c:pt>
                <c:pt idx="220">
                  <c:v>51.470520</c:v>
                </c:pt>
                <c:pt idx="221">
                  <c:v>51.592063</c:v>
                </c:pt>
                <c:pt idx="222">
                  <c:v>51.713927</c:v>
                </c:pt>
                <c:pt idx="223">
                  <c:v>51.836113</c:v>
                </c:pt>
                <c:pt idx="224">
                  <c:v>51.958621</c:v>
                </c:pt>
                <c:pt idx="225">
                  <c:v>52.081452</c:v>
                </c:pt>
                <c:pt idx="226">
                  <c:v>52.204608</c:v>
                </c:pt>
                <c:pt idx="227">
                  <c:v>52.328089</c:v>
                </c:pt>
                <c:pt idx="228">
                  <c:v>52.451896</c:v>
                </c:pt>
                <c:pt idx="229">
                  <c:v>52.576030</c:v>
                </c:pt>
                <c:pt idx="230">
                  <c:v>52.700493</c:v>
                </c:pt>
                <c:pt idx="231">
                  <c:v>52.825284</c:v>
                </c:pt>
                <c:pt idx="232">
                  <c:v>52.950405</c:v>
                </c:pt>
                <c:pt idx="233">
                  <c:v>53.075856</c:v>
                </c:pt>
                <c:pt idx="234">
                  <c:v>53.201639</c:v>
                </c:pt>
                <c:pt idx="235">
                  <c:v>53.327755</c:v>
                </c:pt>
                <c:pt idx="236">
                  <c:v>53.454204</c:v>
                </c:pt>
                <c:pt idx="237">
                  <c:v>53.580987</c:v>
                </c:pt>
                <c:pt idx="238">
                  <c:v>53.708106</c:v>
                </c:pt>
                <c:pt idx="239">
                  <c:v>53.835561</c:v>
                </c:pt>
                <c:pt idx="240">
                  <c:v>53.963353</c:v>
                </c:pt>
                <c:pt idx="241">
                  <c:v>54.091483</c:v>
                </c:pt>
                <c:pt idx="242">
                  <c:v>54.219952</c:v>
                </c:pt>
                <c:pt idx="243">
                  <c:v>54.348762</c:v>
                </c:pt>
                <c:pt idx="244">
                  <c:v>54.477912</c:v>
                </c:pt>
                <c:pt idx="245">
                  <c:v>54.607403</c:v>
                </c:pt>
                <c:pt idx="246">
                  <c:v>54.737238</c:v>
                </c:pt>
                <c:pt idx="247">
                  <c:v>54.867416</c:v>
                </c:pt>
                <c:pt idx="248">
                  <c:v>54.997939</c:v>
                </c:pt>
                <c:pt idx="249">
                  <c:v>55.128808</c:v>
                </c:pt>
                <c:pt idx="250">
                  <c:v>55.260023</c:v>
                </c:pt>
                <c:pt idx="251">
                  <c:v>55.391586</c:v>
                </c:pt>
                <c:pt idx="252">
                  <c:v>55.523497</c:v>
                </c:pt>
                <c:pt idx="253">
                  <c:v>55.655758</c:v>
                </c:pt>
                <c:pt idx="254">
                  <c:v>55.788369</c:v>
                </c:pt>
                <c:pt idx="255">
                  <c:v>55.921331</c:v>
                </c:pt>
                <c:pt idx="256">
                  <c:v>56.054646</c:v>
                </c:pt>
                <c:pt idx="257">
                  <c:v>56.188314</c:v>
                </c:pt>
                <c:pt idx="258">
                  <c:v>56.322337</c:v>
                </c:pt>
                <c:pt idx="259">
                  <c:v>56.456714</c:v>
                </c:pt>
                <c:pt idx="260">
                  <c:v>56.591448</c:v>
                </c:pt>
                <c:pt idx="261">
                  <c:v>56.726539</c:v>
                </c:pt>
                <c:pt idx="262">
                  <c:v>56.861989</c:v>
                </c:pt>
                <c:pt idx="263">
                  <c:v>56.997797</c:v>
                </c:pt>
                <c:pt idx="264">
                  <c:v>57.133966</c:v>
                </c:pt>
                <c:pt idx="265">
                  <c:v>57.270496</c:v>
                </c:pt>
                <c:pt idx="266">
                  <c:v>57.407388</c:v>
                </c:pt>
                <c:pt idx="267">
                  <c:v>57.544643</c:v>
                </c:pt>
                <c:pt idx="268">
                  <c:v>57.682262</c:v>
                </c:pt>
                <c:pt idx="269">
                  <c:v>57.820247</c:v>
                </c:pt>
                <c:pt idx="270">
                  <c:v>57.958598</c:v>
                </c:pt>
                <c:pt idx="271">
                  <c:v>58.097315</c:v>
                </c:pt>
                <c:pt idx="272">
                  <c:v>58.236401</c:v>
                </c:pt>
                <c:pt idx="273">
                  <c:v>58.375857</c:v>
                </c:pt>
                <c:pt idx="274">
                  <c:v>58.515682</c:v>
                </c:pt>
                <c:pt idx="275">
                  <c:v>58.655879</c:v>
                </c:pt>
                <c:pt idx="276">
                  <c:v>58.796447</c:v>
                </c:pt>
                <c:pt idx="277">
                  <c:v>58.937389</c:v>
                </c:pt>
                <c:pt idx="278">
                  <c:v>59.078706</c:v>
                </c:pt>
                <c:pt idx="279">
                  <c:v>59.220397</c:v>
                </c:pt>
                <c:pt idx="280">
                  <c:v>59.362465</c:v>
                </c:pt>
                <c:pt idx="281">
                  <c:v>59.504911</c:v>
                </c:pt>
                <c:pt idx="282">
                  <c:v>59.647734</c:v>
                </c:pt>
                <c:pt idx="283">
                  <c:v>59.790937</c:v>
                </c:pt>
                <c:pt idx="284">
                  <c:v>59.934521</c:v>
                </c:pt>
                <c:pt idx="285">
                  <c:v>60.078486</c:v>
                </c:pt>
                <c:pt idx="286">
                  <c:v>60.222833</c:v>
                </c:pt>
                <c:pt idx="287">
                  <c:v>60.367564</c:v>
                </c:pt>
                <c:pt idx="288">
                  <c:v>60.512680</c:v>
                </c:pt>
                <c:pt idx="289">
                  <c:v>60.658181</c:v>
                </c:pt>
                <c:pt idx="290">
                  <c:v>60.804070</c:v>
                </c:pt>
                <c:pt idx="291">
                  <c:v>60.950346</c:v>
                </c:pt>
                <c:pt idx="292">
                  <c:v>61.097010</c:v>
                </c:pt>
                <c:pt idx="293">
                  <c:v>61.244065</c:v>
                </c:pt>
                <c:pt idx="294">
                  <c:v>61.391510</c:v>
                </c:pt>
                <c:pt idx="295">
                  <c:v>61.539348</c:v>
                </c:pt>
                <c:pt idx="296">
                  <c:v>61.687579</c:v>
                </c:pt>
                <c:pt idx="297">
                  <c:v>61.836204</c:v>
                </c:pt>
                <c:pt idx="298">
                  <c:v>61.985224</c:v>
                </c:pt>
                <c:pt idx="299">
                  <c:v>62.134640</c:v>
                </c:pt>
                <c:pt idx="300">
                  <c:v>62.284454</c:v>
                </c:pt>
                <c:pt idx="301">
                  <c:v>62.434666</c:v>
                </c:pt>
                <c:pt idx="302">
                  <c:v>62.585278</c:v>
                </c:pt>
                <c:pt idx="303">
                  <c:v>62.736290</c:v>
                </c:pt>
                <c:pt idx="304">
                  <c:v>62.887704</c:v>
                </c:pt>
                <c:pt idx="305">
                  <c:v>63.039521</c:v>
                </c:pt>
                <c:pt idx="306">
                  <c:v>63.191742</c:v>
                </c:pt>
                <c:pt idx="307">
                  <c:v>63.344368</c:v>
                </c:pt>
                <c:pt idx="308">
                  <c:v>63.497400</c:v>
                </c:pt>
                <c:pt idx="309">
                  <c:v>63.650839</c:v>
                </c:pt>
                <c:pt idx="310">
                  <c:v>63.804686</c:v>
                </c:pt>
                <c:pt idx="311">
                  <c:v>63.958943</c:v>
                </c:pt>
                <c:pt idx="312">
                  <c:v>64.113610</c:v>
                </c:pt>
                <c:pt idx="313">
                  <c:v>64.268689</c:v>
                </c:pt>
                <c:pt idx="314">
                  <c:v>64.424180</c:v>
                </c:pt>
                <c:pt idx="315">
                  <c:v>64.580086</c:v>
                </c:pt>
                <c:pt idx="316">
                  <c:v>64.736406</c:v>
                </c:pt>
                <c:pt idx="317">
                  <c:v>64.893142</c:v>
                </c:pt>
                <c:pt idx="318">
                  <c:v>65.050296</c:v>
                </c:pt>
                <c:pt idx="319">
                  <c:v>65.207868</c:v>
                </c:pt>
                <c:pt idx="320">
                  <c:v>65.365859</c:v>
                </c:pt>
                <c:pt idx="321">
                  <c:v>65.524271</c:v>
                </c:pt>
                <c:pt idx="322">
                  <c:v>65.683105</c:v>
                </c:pt>
                <c:pt idx="323">
                  <c:v>65.842362</c:v>
                </c:pt>
                <c:pt idx="324">
                  <c:v>66.002042</c:v>
                </c:pt>
                <c:pt idx="325">
                  <c:v>66.162148</c:v>
                </c:pt>
                <c:pt idx="326">
                  <c:v>66.322679</c:v>
                </c:pt>
                <c:pt idx="327">
                  <c:v>66.483639</c:v>
                </c:pt>
                <c:pt idx="328">
                  <c:v>66.645027</c:v>
                </c:pt>
                <c:pt idx="329">
                  <c:v>66.806844</c:v>
                </c:pt>
                <c:pt idx="330">
                  <c:v>66.969092</c:v>
                </c:pt>
                <c:pt idx="331">
                  <c:v>67.131773</c:v>
                </c:pt>
                <c:pt idx="332">
                  <c:v>67.294886</c:v>
                </c:pt>
                <c:pt idx="333">
                  <c:v>67.458434</c:v>
                </c:pt>
                <c:pt idx="334">
                  <c:v>67.622418</c:v>
                </c:pt>
                <c:pt idx="335">
                  <c:v>67.786838</c:v>
                </c:pt>
                <c:pt idx="336">
                  <c:v>67.951695</c:v>
                </c:pt>
                <c:pt idx="337">
                  <c:v>68.116992</c:v>
                </c:pt>
                <c:pt idx="338">
                  <c:v>68.282729</c:v>
                </c:pt>
                <c:pt idx="339">
                  <c:v>68.448908</c:v>
                </c:pt>
                <c:pt idx="340">
                  <c:v>68.615528</c:v>
                </c:pt>
                <c:pt idx="341">
                  <c:v>68.782593</c:v>
                </c:pt>
                <c:pt idx="342">
                  <c:v>68.950102</c:v>
                </c:pt>
                <c:pt idx="343">
                  <c:v>69.118058</c:v>
                </c:pt>
                <c:pt idx="344">
                  <c:v>69.286461</c:v>
                </c:pt>
                <c:pt idx="345">
                  <c:v>69.455312</c:v>
                </c:pt>
                <c:pt idx="346">
                  <c:v>69.624613</c:v>
                </c:pt>
                <c:pt idx="347">
                  <c:v>69.794364</c:v>
                </c:pt>
                <c:pt idx="348">
                  <c:v>69.964568</c:v>
                </c:pt>
                <c:pt idx="349">
                  <c:v>70.135225</c:v>
                </c:pt>
                <c:pt idx="350">
                  <c:v>70.306336</c:v>
                </c:pt>
                <c:pt idx="351">
                  <c:v>70.477903</c:v>
                </c:pt>
                <c:pt idx="352">
                  <c:v>70.649927</c:v>
                </c:pt>
                <c:pt idx="353">
                  <c:v>70.822408</c:v>
                </c:pt>
                <c:pt idx="354">
                  <c:v>70.995349</c:v>
                </c:pt>
                <c:pt idx="355">
                  <c:v>71.168751</c:v>
                </c:pt>
                <c:pt idx="356">
                  <c:v>71.342614</c:v>
                </c:pt>
                <c:pt idx="357">
                  <c:v>71.516940</c:v>
                </c:pt>
                <c:pt idx="358">
                  <c:v>71.691730</c:v>
                </c:pt>
                <c:pt idx="359">
                  <c:v>71.866986</c:v>
                </c:pt>
                <c:pt idx="360">
                  <c:v>72.042708</c:v>
                </c:pt>
                <c:pt idx="361">
                  <c:v>72.218898</c:v>
                </c:pt>
                <c:pt idx="362">
                  <c:v>72.395557</c:v>
                </c:pt>
                <c:pt idx="363">
                  <c:v>72.572686</c:v>
                </c:pt>
                <c:pt idx="364">
                  <c:v>72.750287</c:v>
                </c:pt>
                <c:pt idx="365">
                  <c:v>72.928360</c:v>
                </c:pt>
                <c:pt idx="366">
                  <c:v>73.106908</c:v>
                </c:pt>
                <c:pt idx="367">
                  <c:v>73.285931</c:v>
                </c:pt>
                <c:pt idx="368">
                  <c:v>73.465430</c:v>
                </c:pt>
                <c:pt idx="369">
                  <c:v>73.645407</c:v>
                </c:pt>
                <c:pt idx="370">
                  <c:v>73.825863</c:v>
                </c:pt>
                <c:pt idx="371">
                  <c:v>74.006799</c:v>
                </c:pt>
                <c:pt idx="372">
                  <c:v>74.188216</c:v>
                </c:pt>
                <c:pt idx="373">
                  <c:v>74.370117</c:v>
                </c:pt>
                <c:pt idx="374">
                  <c:v>74.552501</c:v>
                </c:pt>
                <c:pt idx="375">
                  <c:v>74.735371</c:v>
                </c:pt>
                <c:pt idx="376">
                  <c:v>74.918727</c:v>
                </c:pt>
                <c:pt idx="377">
                  <c:v>75.102571</c:v>
                </c:pt>
                <c:pt idx="378">
                  <c:v>75.286904</c:v>
                </c:pt>
                <c:pt idx="379">
                  <c:v>75.471727</c:v>
                </c:pt>
                <c:pt idx="380">
                  <c:v>75.657042</c:v>
                </c:pt>
                <c:pt idx="381">
                  <c:v>75.842850</c:v>
                </c:pt>
                <c:pt idx="382">
                  <c:v>76.029151</c:v>
                </c:pt>
                <c:pt idx="383">
                  <c:v>76.215949</c:v>
                </c:pt>
                <c:pt idx="384">
                  <c:v>76.403243</c:v>
                </c:pt>
                <c:pt idx="385">
                  <c:v>76.591035</c:v>
                </c:pt>
                <c:pt idx="386">
                  <c:v>76.779327</c:v>
                </c:pt>
                <c:pt idx="387">
                  <c:v>76.968119</c:v>
                </c:pt>
                <c:pt idx="388">
                  <c:v>77.157412</c:v>
                </c:pt>
                <c:pt idx="389">
                  <c:v>77.347210</c:v>
                </c:pt>
                <c:pt idx="390">
                  <c:v>77.537511</c:v>
                </c:pt>
                <c:pt idx="391">
                  <c:v>77.728318</c:v>
                </c:pt>
                <c:pt idx="392">
                  <c:v>77.919633</c:v>
                </c:pt>
                <c:pt idx="393">
                  <c:v>78.111456</c:v>
                </c:pt>
                <c:pt idx="394">
                  <c:v>78.303788</c:v>
                </c:pt>
                <c:pt idx="395">
                  <c:v>78.496631</c:v>
                </c:pt>
                <c:pt idx="396">
                  <c:v>78.689987</c:v>
                </c:pt>
                <c:pt idx="397">
                  <c:v>78.883857</c:v>
                </c:pt>
                <c:pt idx="398">
                  <c:v>79.078241</c:v>
                </c:pt>
                <c:pt idx="399">
                  <c:v>79.273141</c:v>
                </c:pt>
                <c:pt idx="400">
                  <c:v>79.468559</c:v>
                </c:pt>
                <c:pt idx="401">
                  <c:v>79.664496</c:v>
                </c:pt>
                <c:pt idx="402">
                  <c:v>79.860954</c:v>
                </c:pt>
                <c:pt idx="403">
                  <c:v>80.057932</c:v>
                </c:pt>
                <c:pt idx="404">
                  <c:v>80.255434</c:v>
                </c:pt>
                <c:pt idx="405">
                  <c:v>80.453460</c:v>
                </c:pt>
                <c:pt idx="406">
                  <c:v>80.652011</c:v>
                </c:pt>
                <c:pt idx="407">
                  <c:v>80.851089</c:v>
                </c:pt>
                <c:pt idx="408">
                  <c:v>81.050696</c:v>
                </c:pt>
                <c:pt idx="409">
                  <c:v>81.250831</c:v>
                </c:pt>
                <c:pt idx="410">
                  <c:v>81.451498</c:v>
                </c:pt>
                <c:pt idx="411">
                  <c:v>81.652697</c:v>
                </c:pt>
                <c:pt idx="412">
                  <c:v>81.854430</c:v>
                </c:pt>
                <c:pt idx="413">
                  <c:v>82.056697</c:v>
                </c:pt>
                <c:pt idx="414">
                  <c:v>82.259501</c:v>
                </c:pt>
                <c:pt idx="415">
                  <c:v>82.462842</c:v>
                </c:pt>
                <c:pt idx="416">
                  <c:v>82.666722</c:v>
                </c:pt>
                <c:pt idx="417">
                  <c:v>82.871143</c:v>
                </c:pt>
                <c:pt idx="418">
                  <c:v>83.076105</c:v>
                </c:pt>
                <c:pt idx="419">
                  <c:v>83.281611</c:v>
                </c:pt>
                <c:pt idx="420">
                  <c:v>83.487660</c:v>
                </c:pt>
                <c:pt idx="421">
                  <c:v>83.694256</c:v>
                </c:pt>
                <c:pt idx="422">
                  <c:v>83.901398</c:v>
                </c:pt>
                <c:pt idx="423">
                  <c:v>84.109089</c:v>
                </c:pt>
                <c:pt idx="424">
                  <c:v>84.317330</c:v>
                </c:pt>
                <c:pt idx="425">
                  <c:v>84.526122</c:v>
                </c:pt>
                <c:pt idx="426">
                  <c:v>84.735467</c:v>
                </c:pt>
                <c:pt idx="427">
                  <c:v>84.945365</c:v>
                </c:pt>
                <c:pt idx="428">
                  <c:v>85.155819</c:v>
                </c:pt>
                <c:pt idx="429">
                  <c:v>85.366830</c:v>
                </c:pt>
                <c:pt idx="430">
                  <c:v>85.578399</c:v>
                </c:pt>
                <c:pt idx="431">
                  <c:v>85.790527</c:v>
                </c:pt>
                <c:pt idx="432">
                  <c:v>86.003216</c:v>
                </c:pt>
                <c:pt idx="433">
                  <c:v>86.216467</c:v>
                </c:pt>
                <c:pt idx="434">
                  <c:v>86.430282</c:v>
                </c:pt>
                <c:pt idx="435">
                  <c:v>86.644662</c:v>
                </c:pt>
                <c:pt idx="436">
                  <c:v>86.859608</c:v>
                </c:pt>
                <c:pt idx="437">
                  <c:v>87.075123</c:v>
                </c:pt>
                <c:pt idx="438">
                  <c:v>87.291206</c:v>
                </c:pt>
                <c:pt idx="439">
                  <c:v>87.507860</c:v>
                </c:pt>
                <c:pt idx="440">
                  <c:v>87.725086</c:v>
                </c:pt>
                <c:pt idx="441">
                  <c:v>87.942885</c:v>
                </c:pt>
                <c:pt idx="442">
                  <c:v>88.161259</c:v>
                </c:pt>
                <c:pt idx="443">
                  <c:v>88.380209</c:v>
                </c:pt>
                <c:pt idx="444">
                  <c:v>88.599737</c:v>
                </c:pt>
                <c:pt idx="445">
                  <c:v>88.819844</c:v>
                </c:pt>
                <c:pt idx="446">
                  <c:v>89.040531</c:v>
                </c:pt>
                <c:pt idx="447">
                  <c:v>89.261800</c:v>
                </c:pt>
                <c:pt idx="448">
                  <c:v>89.483653</c:v>
                </c:pt>
                <c:pt idx="449">
                  <c:v>89.706090</c:v>
                </c:pt>
                <c:pt idx="450">
                  <c:v>89.929112</c:v>
                </c:pt>
                <c:pt idx="451">
                  <c:v>90.152723</c:v>
                </c:pt>
                <c:pt idx="452">
                  <c:v>90.376922</c:v>
                </c:pt>
                <c:pt idx="453">
                  <c:v>90.601711</c:v>
                </c:pt>
                <c:pt idx="454">
                  <c:v>90.827093</c:v>
                </c:pt>
                <c:pt idx="455">
                  <c:v>91.053067</c:v>
                </c:pt>
                <c:pt idx="456">
                  <c:v>91.279636</c:v>
                </c:pt>
                <c:pt idx="457">
                  <c:v>91.506800</c:v>
                </c:pt>
                <c:pt idx="458">
                  <c:v>91.734563</c:v>
                </c:pt>
                <c:pt idx="459">
                  <c:v>91.962924</c:v>
                </c:pt>
                <c:pt idx="460">
                  <c:v>92.191885</c:v>
                </c:pt>
                <c:pt idx="461">
                  <c:v>92.421448</c:v>
                </c:pt>
                <c:pt idx="462">
                  <c:v>92.651613</c:v>
                </c:pt>
                <c:pt idx="463">
                  <c:v>92.882384</c:v>
                </c:pt>
                <c:pt idx="464">
                  <c:v>93.113760</c:v>
                </c:pt>
                <c:pt idx="465">
                  <c:v>93.345744</c:v>
                </c:pt>
                <c:pt idx="466">
                  <c:v>93.578337</c:v>
                </c:pt>
                <c:pt idx="467">
                  <c:v>93.811539</c:v>
                </c:pt>
                <c:pt idx="468">
                  <c:v>94.045354</c:v>
                </c:pt>
                <c:pt idx="469">
                  <c:v>94.279781</c:v>
                </c:pt>
                <c:pt idx="470">
                  <c:v>94.514824</c:v>
                </c:pt>
                <c:pt idx="471">
                  <c:v>94.750482</c:v>
                </c:pt>
                <c:pt idx="472">
                  <c:v>94.986757</c:v>
                </c:pt>
                <c:pt idx="473">
                  <c:v>95.223652</c:v>
                </c:pt>
                <c:pt idx="474">
                  <c:v>95.461166</c:v>
                </c:pt>
                <c:pt idx="475">
                  <c:v>95.699303</c:v>
                </c:pt>
                <c:pt idx="476">
                  <c:v>95.938062</c:v>
                </c:pt>
                <c:pt idx="477">
                  <c:v>96.177447</c:v>
                </c:pt>
                <c:pt idx="478">
                  <c:v>96.417457</c:v>
                </c:pt>
                <c:pt idx="479">
                  <c:v>96.658095</c:v>
                </c:pt>
                <c:pt idx="480">
                  <c:v>96.899362</c:v>
                </c:pt>
                <c:pt idx="481">
                  <c:v>97.141259</c:v>
                </c:pt>
                <c:pt idx="482">
                  <c:v>97.383788</c:v>
                </c:pt>
                <c:pt idx="483">
                  <c:v>97.626951</c:v>
                </c:pt>
                <c:pt idx="484">
                  <c:v>97.870748</c:v>
                </c:pt>
                <c:pt idx="485">
                  <c:v>98.115181</c:v>
                </c:pt>
                <c:pt idx="486">
                  <c:v>98.360252</c:v>
                </c:pt>
                <c:pt idx="487">
                  <c:v>98.605962</c:v>
                </c:pt>
                <c:pt idx="488">
                  <c:v>98.852313</c:v>
                </c:pt>
                <c:pt idx="489">
                  <c:v>99.099306</c:v>
                </c:pt>
                <c:pt idx="490">
                  <c:v>99.346942</c:v>
                </c:pt>
                <c:pt idx="491">
                  <c:v>99.595223</c:v>
                </c:pt>
                <c:pt idx="492">
                  <c:v>99.844151</c:v>
                </c:pt>
                <c:pt idx="493">
                  <c:v>100.093726</c:v>
                </c:pt>
                <c:pt idx="494">
                  <c:v>100.343950</c:v>
                </c:pt>
                <c:pt idx="495">
                  <c:v>100.594826</c:v>
                </c:pt>
                <c:pt idx="496">
                  <c:v>100.846353</c:v>
                </c:pt>
                <c:pt idx="497">
                  <c:v>101.098534</c:v>
                </c:pt>
                <c:pt idx="498">
                  <c:v>101.351370</c:v>
                </c:pt>
                <c:pt idx="499">
                  <c:v>101.604863</c:v>
                </c:pt>
                <c:pt idx="500">
                  <c:v>101.859014</c:v>
                </c:pt>
                <c:pt idx="501">
                  <c:v>102.113824</c:v>
                </c:pt>
                <c:pt idx="502">
                  <c:v>102.369295</c:v>
                </c:pt>
                <c:pt idx="503">
                  <c:v>102.625428</c:v>
                </c:pt>
                <c:pt idx="504">
                  <c:v>102.882226</c:v>
                </c:pt>
                <c:pt idx="505">
                  <c:v>103.139688</c:v>
                </c:pt>
                <c:pt idx="506">
                  <c:v>103.397817</c:v>
                </c:pt>
                <c:pt idx="507">
                  <c:v>103.656615</c:v>
                </c:pt>
                <c:pt idx="508">
                  <c:v>103.916082</c:v>
                </c:pt>
                <c:pt idx="509">
                  <c:v>104.176220</c:v>
                </c:pt>
                <c:pt idx="510">
                  <c:v>104.437030</c:v>
                </c:pt>
                <c:pt idx="511">
                  <c:v>104.698515</c:v>
                </c:pt>
                <c:pt idx="512">
                  <c:v>104.960675</c:v>
                </c:pt>
                <c:pt idx="513">
                  <c:v>105.223512</c:v>
                </c:pt>
                <c:pt idx="514">
                  <c:v>105.487027</c:v>
                </c:pt>
                <c:pt idx="515">
                  <c:v>105.751222</c:v>
                </c:pt>
                <c:pt idx="516">
                  <c:v>106.016099</c:v>
                </c:pt>
                <c:pt idx="517">
                  <c:v>106.281658</c:v>
                </c:pt>
                <c:pt idx="518">
                  <c:v>106.547901</c:v>
                </c:pt>
                <c:pt idx="519">
                  <c:v>106.814830</c:v>
                </c:pt>
                <c:pt idx="520">
                  <c:v>107.082445</c:v>
                </c:pt>
                <c:pt idx="521">
                  <c:v>107.350750</c:v>
                </c:pt>
                <c:pt idx="522">
                  <c:v>107.619744</c:v>
                </c:pt>
                <c:pt idx="523">
                  <c:v>107.889430</c:v>
                </c:pt>
                <c:pt idx="524">
                  <c:v>108.159808</c:v>
                </c:pt>
                <c:pt idx="525">
                  <c:v>108.430881</c:v>
                </c:pt>
                <c:pt idx="526">
                  <c:v>108.702649</c:v>
                </c:pt>
                <c:pt idx="527">
                  <c:v>108.975115</c:v>
                </c:pt>
                <c:pt idx="528">
                  <c:v>109.248279</c:v>
                </c:pt>
                <c:pt idx="529">
                  <c:v>109.522143</c:v>
                </c:pt>
                <c:pt idx="530">
                  <c:v>109.796709</c:v>
                </c:pt>
                <c:pt idx="531">
                  <c:v>110.071978</c:v>
                </c:pt>
                <c:pt idx="532">
                  <c:v>110.347951</c:v>
                </c:pt>
                <c:pt idx="533">
                  <c:v>110.624630</c:v>
                </c:pt>
                <c:pt idx="534">
                  <c:v>110.902016</c:v>
                </c:pt>
                <c:pt idx="535">
                  <c:v>111.180111</c:v>
                </c:pt>
                <c:pt idx="536">
                  <c:v>111.458915</c:v>
                </c:pt>
                <c:pt idx="537">
                  <c:v>111.738432</c:v>
                </c:pt>
                <c:pt idx="538">
                  <c:v>112.018661</c:v>
                </c:pt>
                <c:pt idx="539">
                  <c:v>112.299605</c:v>
                </c:pt>
                <c:pt idx="540">
                  <c:v>112.581264</c:v>
                </c:pt>
                <c:pt idx="541">
                  <c:v>112.863641</c:v>
                </c:pt>
                <c:pt idx="542">
                  <c:v>113.146736</c:v>
                </c:pt>
                <c:pt idx="543">
                  <c:v>113.430551</c:v>
                </c:pt>
                <c:pt idx="544">
                  <c:v>113.715088</c:v>
                </c:pt>
                <c:pt idx="545">
                  <c:v>114.000348</c:v>
                </c:pt>
                <c:pt idx="546">
                  <c:v>114.286332</c:v>
                </c:pt>
                <c:pt idx="547">
                  <c:v>114.573042</c:v>
                </c:pt>
                <c:pt idx="548">
                  <c:v>114.860479</c:v>
                </c:pt>
                <c:pt idx="549">
                  <c:v>115.148644</c:v>
                </c:pt>
                <c:pt idx="550">
                  <c:v>115.437539</c:v>
                </c:pt>
                <c:pt idx="551">
                  <c:v>115.727166</c:v>
                </c:pt>
                <c:pt idx="552">
                  <c:v>116.017526</c:v>
                </c:pt>
                <c:pt idx="553">
                  <c:v>116.308619</c:v>
                </c:pt>
                <c:pt idx="554">
                  <c:v>116.600448</c:v>
                </c:pt>
                <c:pt idx="555">
                  <c:v>116.893014</c:v>
                </c:pt>
                <c:pt idx="556">
                  <c:v>117.186319</c:v>
                </c:pt>
                <c:pt idx="557">
                  <c:v>117.480363</c:v>
                </c:pt>
                <c:pt idx="558">
                  <c:v>117.775148</c:v>
                </c:pt>
                <c:pt idx="559">
                  <c:v>118.070676</c:v>
                </c:pt>
                <c:pt idx="560">
                  <c:v>118.366947</c:v>
                </c:pt>
                <c:pt idx="561">
                  <c:v>118.663964</c:v>
                </c:pt>
                <c:pt idx="562">
                  <c:v>118.961727</c:v>
                </c:pt>
                <c:pt idx="563">
                  <c:v>119.260238</c:v>
                </c:pt>
                <c:pt idx="564">
                  <c:v>119.559499</c:v>
                </c:pt>
                <c:pt idx="565">
                  <c:v>119.859510</c:v>
                </c:pt>
                <c:pt idx="566">
                  <c:v>120.160273</c:v>
                </c:pt>
                <c:pt idx="567">
                  <c:v>120.461790</c:v>
                </c:pt>
                <c:pt idx="568">
                  <c:v>120.764062</c:v>
                </c:pt>
                <c:pt idx="569">
                  <c:v>121.067089</c:v>
                </c:pt>
                <c:pt idx="570">
                  <c:v>121.370875</c:v>
                </c:pt>
                <c:pt idx="571">
                  <c:v>121.675418</c:v>
                </c:pt>
                <c:pt idx="572">
                  <c:v>121.980722</c:v>
                </c:pt>
                <c:pt idx="573">
                  <c:v>122.286788</c:v>
                </c:pt>
                <c:pt idx="574">
                  <c:v>122.593616</c:v>
                </c:pt>
                <c:pt idx="575">
                  <c:v>122.901209</c:v>
                </c:pt>
                <c:pt idx="576">
                  <c:v>123.209567</c:v>
                </c:pt>
                <c:pt idx="577">
                  <c:v>123.518691</c:v>
                </c:pt>
                <c:pt idx="578">
                  <c:v>123.828584</c:v>
                </c:pt>
                <c:pt idx="579">
                  <c:v>124.139246</c:v>
                </c:pt>
                <c:pt idx="580">
                  <c:v>124.450679</c:v>
                </c:pt>
                <c:pt idx="581">
                  <c:v>124.762884</c:v>
                </c:pt>
                <c:pt idx="582">
                  <c:v>125.075862</c:v>
                </c:pt>
                <c:pt idx="583">
                  <c:v>125.389615</c:v>
                </c:pt>
                <c:pt idx="584">
                  <c:v>125.704144</c:v>
                </c:pt>
                <c:pt idx="585">
                  <c:v>126.019450</c:v>
                </c:pt>
                <c:pt idx="586">
                  <c:v>126.335534</c:v>
                </c:pt>
                <c:pt idx="587">
                  <c:v>126.652398</c:v>
                </c:pt>
                <c:pt idx="588">
                  <c:v>126.970043</c:v>
                </c:pt>
                <c:pt idx="589">
                  <c:v>127.288470</c:v>
                </c:pt>
                <c:pt idx="590">
                  <c:v>127.607681</c:v>
                </c:pt>
                <c:pt idx="591">
                  <c:v>127.927676</c:v>
                </c:pt>
                <c:pt idx="592">
                  <c:v>128.248458</c:v>
                </c:pt>
                <c:pt idx="593">
                  <c:v>128.570026</c:v>
                </c:pt>
                <c:pt idx="594">
                  <c:v>128.892384</c:v>
                </c:pt>
                <c:pt idx="595">
                  <c:v>129.215530</c:v>
                </c:pt>
                <c:pt idx="596">
                  <c:v>129.539468</c:v>
                </c:pt>
                <c:pt idx="597">
                  <c:v>129.864198</c:v>
                </c:pt>
                <c:pt idx="598">
                  <c:v>130.189722</c:v>
                </c:pt>
                <c:pt idx="599">
                  <c:v>130.516039</c:v>
                </c:pt>
                <c:pt idx="600">
                  <c:v>130.843153</c:v>
                </c:pt>
                <c:pt idx="601">
                  <c:v>131.171064</c:v>
                </c:pt>
                <c:pt idx="602">
                  <c:v>131.499773</c:v>
                </c:pt>
                <c:pt idx="603">
                  <c:v>131.829281</c:v>
                </c:pt>
                <c:pt idx="604">
                  <c:v>132.159589</c:v>
                </c:pt>
                <c:pt idx="605">
                  <c:v>132.490700</c:v>
                </c:pt>
                <c:pt idx="606">
                  <c:v>132.822613</c:v>
                </c:pt>
                <c:pt idx="607">
                  <c:v>133.155330</c:v>
                </c:pt>
                <c:pt idx="608">
                  <c:v>133.488852</c:v>
                </c:pt>
                <c:pt idx="609">
                  <c:v>133.823180</c:v>
                </c:pt>
                <c:pt idx="610">
                  <c:v>134.158316</c:v>
                </c:pt>
                <c:pt idx="611">
                  <c:v>134.494261</c:v>
                </c:pt>
                <c:pt idx="612">
                  <c:v>134.831015</c:v>
                </c:pt>
                <c:pt idx="613">
                  <c:v>135.168580</c:v>
                </c:pt>
                <c:pt idx="614">
                  <c:v>135.506956</c:v>
                </c:pt>
                <c:pt idx="615">
                  <c:v>135.846146</c:v>
                </c:pt>
                <c:pt idx="616">
                  <c:v>136.186150</c:v>
                </c:pt>
                <c:pt idx="617">
                  <c:v>136.526969</c:v>
                </c:pt>
                <c:pt idx="618">
                  <c:v>136.868604</c:v>
                </c:pt>
                <c:pt idx="619">
                  <c:v>137.211056</c:v>
                </c:pt>
                <c:pt idx="620">
                  <c:v>137.554327</c:v>
                </c:pt>
                <c:pt idx="621">
                  <c:v>137.898416</c:v>
                </c:pt>
                <c:pt idx="622">
                  <c:v>138.243327</c:v>
                </c:pt>
                <c:pt idx="623">
                  <c:v>138.589059</c:v>
                </c:pt>
                <c:pt idx="624">
                  <c:v>138.935613</c:v>
                </c:pt>
                <c:pt idx="625">
                  <c:v>139.282991</c:v>
                </c:pt>
                <c:pt idx="626">
                  <c:v>139.631193</c:v>
                </c:pt>
                <c:pt idx="627">
                  <c:v>139.980220</c:v>
                </c:pt>
                <c:pt idx="628">
                  <c:v>140.330074</c:v>
                </c:pt>
                <c:pt idx="629">
                  <c:v>140.680756</c:v>
                </c:pt>
                <c:pt idx="630">
                  <c:v>141.032266</c:v>
                </c:pt>
                <c:pt idx="631">
                  <c:v>141.384605</c:v>
                </c:pt>
                <c:pt idx="632">
                  <c:v>141.737774</c:v>
                </c:pt>
                <c:pt idx="633">
                  <c:v>142.091775</c:v>
                </c:pt>
                <c:pt idx="634">
                  <c:v>142.446608</c:v>
                </c:pt>
                <c:pt idx="635">
                  <c:v>142.802274</c:v>
                </c:pt>
                <c:pt idx="636">
                  <c:v>143.158774</c:v>
                </c:pt>
                <c:pt idx="637">
                  <c:v>143.516108</c:v>
                </c:pt>
                <c:pt idx="638">
                  <c:v>143.874279</c:v>
                </c:pt>
                <c:pt idx="639">
                  <c:v>144.233286</c:v>
                </c:pt>
                <c:pt idx="640">
                  <c:v>144.593130</c:v>
                </c:pt>
                <c:pt idx="641">
                  <c:v>144.953813</c:v>
                </c:pt>
                <c:pt idx="642">
                  <c:v>145.315335</c:v>
                </c:pt>
                <c:pt idx="643">
                  <c:v>145.677697</c:v>
                </c:pt>
                <c:pt idx="644">
                  <c:v>146.040900</c:v>
                </c:pt>
                <c:pt idx="645">
                  <c:v>146.404945</c:v>
                </c:pt>
                <c:pt idx="646">
                  <c:v>146.769832</c:v>
                </c:pt>
                <c:pt idx="647">
                  <c:v>147.135562</c:v>
                </c:pt>
                <c:pt idx="648">
                  <c:v>147.502136</c:v>
                </c:pt>
                <c:pt idx="649">
                  <c:v>147.869555</c:v>
                </c:pt>
                <c:pt idx="650">
                  <c:v>148.237819</c:v>
                </c:pt>
                <c:pt idx="651">
                  <c:v>148.606930</c:v>
                </c:pt>
                <c:pt idx="652">
                  <c:v>148.976887</c:v>
                </c:pt>
                <c:pt idx="653">
                  <c:v>149.347692</c:v>
                </c:pt>
                <c:pt idx="654">
                  <c:v>149.719346</c:v>
                </c:pt>
                <c:pt idx="655">
                  <c:v>150.091848</c:v>
                </c:pt>
                <c:pt idx="656">
                  <c:v>150.465200</c:v>
                </c:pt>
                <c:pt idx="657">
                  <c:v>150.839403</c:v>
                </c:pt>
                <c:pt idx="658">
                  <c:v>151.214456</c:v>
                </c:pt>
                <c:pt idx="659">
                  <c:v>151.590362</c:v>
                </c:pt>
                <c:pt idx="660">
                  <c:v>151.967119</c:v>
                </c:pt>
                <c:pt idx="661">
                  <c:v>152.344729</c:v>
                </c:pt>
                <c:pt idx="662">
                  <c:v>152.723193</c:v>
                </c:pt>
                <c:pt idx="663">
                  <c:v>153.102511</c:v>
                </c:pt>
                <c:pt idx="664">
                  <c:v>153.482683</c:v>
                </c:pt>
                <c:pt idx="665">
                  <c:v>153.863710</c:v>
                </c:pt>
                <c:pt idx="666">
                  <c:v>154.245593</c:v>
                </c:pt>
                <c:pt idx="667">
                  <c:v>154.628332</c:v>
                </c:pt>
                <c:pt idx="668">
                  <c:v>155.011928</c:v>
                </c:pt>
                <c:pt idx="669">
                  <c:v>155.396381</c:v>
                </c:pt>
                <c:pt idx="670">
                  <c:v>155.781691</c:v>
                </c:pt>
                <c:pt idx="671">
                  <c:v>156.167860</c:v>
                </c:pt>
                <c:pt idx="672">
                  <c:v>156.554887</c:v>
                </c:pt>
                <c:pt idx="673">
                  <c:v>156.942773</c:v>
                </c:pt>
                <c:pt idx="674">
                  <c:v>157.331518</c:v>
                </c:pt>
                <c:pt idx="675">
                  <c:v>157.721123</c:v>
                </c:pt>
                <c:pt idx="676">
                  <c:v>158.111588</c:v>
                </c:pt>
                <c:pt idx="677">
                  <c:v>158.502913</c:v>
                </c:pt>
                <c:pt idx="678">
                  <c:v>158.895099</c:v>
                </c:pt>
                <c:pt idx="679">
                  <c:v>159.288147</c:v>
                </c:pt>
                <c:pt idx="680">
                  <c:v>159.682055</c:v>
                </c:pt>
                <c:pt idx="681">
                  <c:v>160.076825</c:v>
                </c:pt>
                <c:pt idx="682">
                  <c:v>160.472458</c:v>
                </c:pt>
                <c:pt idx="683">
                  <c:v>160.868952</c:v>
                </c:pt>
                <c:pt idx="684">
                  <c:v>161.266309</c:v>
                </c:pt>
                <c:pt idx="685">
                  <c:v>161.664528</c:v>
                </c:pt>
                <c:pt idx="686">
                  <c:v>162.063610</c:v>
                </c:pt>
                <c:pt idx="687">
                  <c:v>162.463555</c:v>
                </c:pt>
                <c:pt idx="688">
                  <c:v>162.864364</c:v>
                </c:pt>
                <c:pt idx="689">
                  <c:v>163.266035</c:v>
                </c:pt>
                <c:pt idx="690">
                  <c:v>163.668570</c:v>
                </c:pt>
                <c:pt idx="691">
                  <c:v>164.071969</c:v>
                </c:pt>
                <c:pt idx="692">
                  <c:v>164.476231</c:v>
                </c:pt>
                <c:pt idx="693">
                  <c:v>164.881357</c:v>
                </c:pt>
                <c:pt idx="694">
                  <c:v>165.287346</c:v>
                </c:pt>
                <c:pt idx="695">
                  <c:v>165.694199</c:v>
                </c:pt>
                <c:pt idx="696">
                  <c:v>166.101916</c:v>
                </c:pt>
                <c:pt idx="697">
                  <c:v>166.510496</c:v>
                </c:pt>
                <c:pt idx="698">
                  <c:v>166.919940</c:v>
                </c:pt>
                <c:pt idx="699">
                  <c:v>167.330248</c:v>
                </c:pt>
                <c:pt idx="700">
                  <c:v>167.741419</c:v>
                </c:pt>
                <c:pt idx="701">
                  <c:v>168.153453</c:v>
                </c:pt>
                <c:pt idx="702">
                  <c:v>168.566351</c:v>
                </c:pt>
                <c:pt idx="703">
                  <c:v>168.980111</c:v>
                </c:pt>
                <c:pt idx="704">
                  <c:v>169.394735</c:v>
                </c:pt>
                <c:pt idx="705">
                  <c:v>169.810221</c:v>
                </c:pt>
                <c:pt idx="706">
                  <c:v>170.226570</c:v>
                </c:pt>
                <c:pt idx="707">
                  <c:v>170.643781</c:v>
                </c:pt>
                <c:pt idx="708">
                  <c:v>171.061854</c:v>
                </c:pt>
                <c:pt idx="709">
                  <c:v>171.480788</c:v>
                </c:pt>
                <c:pt idx="710">
                  <c:v>171.900584</c:v>
                </c:pt>
                <c:pt idx="711">
                  <c:v>172.321241</c:v>
                </c:pt>
                <c:pt idx="712">
                  <c:v>172.742759</c:v>
                </c:pt>
                <c:pt idx="713">
                  <c:v>173.165137</c:v>
                </c:pt>
                <c:pt idx="714">
                  <c:v>173.588375</c:v>
                </c:pt>
                <c:pt idx="715">
                  <c:v>174.012472</c:v>
                </c:pt>
                <c:pt idx="716">
                  <c:v>174.437428</c:v>
                </c:pt>
                <c:pt idx="717">
                  <c:v>174.863243</c:v>
                </c:pt>
                <c:pt idx="718">
                  <c:v>175.289915</c:v>
                </c:pt>
                <c:pt idx="719">
                  <c:v>175.717445</c:v>
                </c:pt>
                <c:pt idx="720">
                  <c:v>176.145832</c:v>
                </c:pt>
                <c:pt idx="721">
                  <c:v>176.575075</c:v>
                </c:pt>
                <c:pt idx="722">
                  <c:v>177.005174</c:v>
                </c:pt>
                <c:pt idx="723">
                  <c:v>177.436128</c:v>
                </c:pt>
                <c:pt idx="724">
                  <c:v>177.867936</c:v>
                </c:pt>
                <c:pt idx="725">
                  <c:v>178.300597</c:v>
                </c:pt>
                <c:pt idx="726">
                  <c:v>178.734112</c:v>
                </c:pt>
                <c:pt idx="727">
                  <c:v>179.168479</c:v>
                </c:pt>
                <c:pt idx="728">
                  <c:v>179.603697</c:v>
                </c:pt>
                <c:pt idx="729">
                  <c:v>180.039765</c:v>
                </c:pt>
                <c:pt idx="730">
                  <c:v>180.476683</c:v>
                </c:pt>
                <c:pt idx="731">
                  <c:v>180.914450</c:v>
                </c:pt>
                <c:pt idx="732">
                  <c:v>181.353065</c:v>
                </c:pt>
                <c:pt idx="733">
                  <c:v>181.792527</c:v>
                </c:pt>
                <c:pt idx="734">
                  <c:v>182.232835</c:v>
                </c:pt>
                <c:pt idx="735">
                  <c:v>182.673988</c:v>
                </c:pt>
                <c:pt idx="736">
                  <c:v>183.115985</c:v>
                </c:pt>
                <c:pt idx="737">
                  <c:v>183.558825</c:v>
                </c:pt>
                <c:pt idx="738">
                  <c:v>184.002507</c:v>
                </c:pt>
                <c:pt idx="739">
                  <c:v>184.447030</c:v>
                </c:pt>
                <c:pt idx="740">
                  <c:v>184.892392</c:v>
                </c:pt>
                <c:pt idx="741">
                  <c:v>185.338593</c:v>
                </c:pt>
                <c:pt idx="742">
                  <c:v>185.785631</c:v>
                </c:pt>
                <c:pt idx="743">
                  <c:v>186.233505</c:v>
                </c:pt>
                <c:pt idx="744">
                  <c:v>186.682214</c:v>
                </c:pt>
                <c:pt idx="745">
                  <c:v>187.131756</c:v>
                </c:pt>
                <c:pt idx="746">
                  <c:v>187.582130</c:v>
                </c:pt>
                <c:pt idx="747">
                  <c:v>188.033335</c:v>
                </c:pt>
                <c:pt idx="748">
                  <c:v>188.485369</c:v>
                </c:pt>
                <c:pt idx="749">
                  <c:v>188.938231</c:v>
                </c:pt>
                <c:pt idx="750">
                  <c:v>189.391919</c:v>
                </c:pt>
                <c:pt idx="751">
                  <c:v>189.846432</c:v>
                </c:pt>
                <c:pt idx="752">
                  <c:v>190.301768</c:v>
                </c:pt>
                <c:pt idx="753">
                  <c:v>190.757927</c:v>
                </c:pt>
                <c:pt idx="754">
                  <c:v>191.214905</c:v>
                </c:pt>
                <c:pt idx="755">
                  <c:v>191.672701</c:v>
                </c:pt>
                <c:pt idx="756">
                  <c:v>192.131315</c:v>
                </c:pt>
                <c:pt idx="757">
                  <c:v>192.590743</c:v>
                </c:pt>
                <c:pt idx="758">
                  <c:v>193.050985</c:v>
                </c:pt>
                <c:pt idx="759">
                  <c:v>193.512038</c:v>
                </c:pt>
                <c:pt idx="760">
                  <c:v>193.973900</c:v>
                </c:pt>
                <c:pt idx="761">
                  <c:v>194.436571</c:v>
                </c:pt>
                <c:pt idx="762">
                  <c:v>194.900047</c:v>
                </c:pt>
                <c:pt idx="763">
                  <c:v>195.364327</c:v>
                </c:pt>
                <c:pt idx="764">
                  <c:v>195.829409</c:v>
                </c:pt>
                <c:pt idx="765">
                  <c:v>196.295291</c:v>
                </c:pt>
                <c:pt idx="766">
                  <c:v>196.761970</c:v>
                </c:pt>
                <c:pt idx="767">
                  <c:v>197.229445</c:v>
                </c:pt>
                <c:pt idx="768">
                  <c:v>197.697713</c:v>
                </c:pt>
                <c:pt idx="769">
                  <c:v>198.166773</c:v>
                </c:pt>
                <c:pt idx="770">
                  <c:v>198.636622</c:v>
                </c:pt>
                <c:pt idx="771">
                  <c:v>199.107258</c:v>
                </c:pt>
                <c:pt idx="772">
                  <c:v>199.578677</c:v>
                </c:pt>
                <c:pt idx="773">
                  <c:v>200.050879</c:v>
                </c:pt>
                <c:pt idx="774">
                  <c:v>200.523861</c:v>
                </c:pt>
                <c:pt idx="775">
                  <c:v>200.997620</c:v>
                </c:pt>
                <c:pt idx="776">
                  <c:v>201.472154</c:v>
                </c:pt>
                <c:pt idx="777">
                  <c:v>201.947459</c:v>
                </c:pt>
                <c:pt idx="778">
                  <c:v>202.423535</c:v>
                </c:pt>
                <c:pt idx="779">
                  <c:v>202.900377</c:v>
                </c:pt>
                <c:pt idx="780">
                  <c:v>203.377984</c:v>
                </c:pt>
                <c:pt idx="781">
                  <c:v>203.856352</c:v>
                </c:pt>
                <c:pt idx="782">
                  <c:v>204.335479</c:v>
                </c:pt>
                <c:pt idx="783">
                  <c:v>204.815362</c:v>
                </c:pt>
                <c:pt idx="784">
                  <c:v>205.295999</c:v>
                </c:pt>
                <c:pt idx="785">
                  <c:v>205.777385</c:v>
                </c:pt>
                <c:pt idx="786">
                  <c:v>206.259519</c:v>
                </c:pt>
                <c:pt idx="787">
                  <c:v>206.742398</c:v>
                </c:pt>
                <c:pt idx="788">
                  <c:v>207.226018</c:v>
                </c:pt>
                <c:pt idx="789">
                  <c:v>207.710375</c:v>
                </c:pt>
                <c:pt idx="790">
                  <c:v>208.195468</c:v>
                </c:pt>
                <c:pt idx="791">
                  <c:v>208.681293</c:v>
                </c:pt>
                <c:pt idx="792">
                  <c:v>209.167847</c:v>
                </c:pt>
                <c:pt idx="793">
                  <c:v>209.655126</c:v>
                </c:pt>
                <c:pt idx="794">
                  <c:v>210.143127</c:v>
                </c:pt>
                <c:pt idx="795">
                  <c:v>210.631847</c:v>
                </c:pt>
                <c:pt idx="796">
                  <c:v>211.121282</c:v>
                </c:pt>
                <c:pt idx="797">
                  <c:v>211.611429</c:v>
                </c:pt>
                <c:pt idx="798">
                  <c:v>212.102284</c:v>
                </c:pt>
                <c:pt idx="799">
                  <c:v>212.593844</c:v>
                </c:pt>
                <c:pt idx="800">
                  <c:v>213.086105</c:v>
                </c:pt>
                <c:pt idx="801">
                  <c:v>213.579063</c:v>
                </c:pt>
                <c:pt idx="802">
                  <c:v>214.072715</c:v>
                </c:pt>
                <c:pt idx="803">
                  <c:v>214.567057</c:v>
                </c:pt>
                <c:pt idx="804">
                  <c:v>215.062084</c:v>
                </c:pt>
                <c:pt idx="805">
                  <c:v>215.557794</c:v>
                </c:pt>
                <c:pt idx="806">
                  <c:v>216.054182</c:v>
                </c:pt>
                <c:pt idx="807">
                  <c:v>216.551244</c:v>
                </c:pt>
                <c:pt idx="808">
                  <c:v>217.048975</c:v>
                </c:pt>
                <c:pt idx="809">
                  <c:v>217.547373</c:v>
                </c:pt>
                <c:pt idx="810">
                  <c:v>218.046433</c:v>
                </c:pt>
                <c:pt idx="811">
                  <c:v>218.546150</c:v>
                </c:pt>
                <c:pt idx="812">
                  <c:v>219.046520</c:v>
                </c:pt>
                <c:pt idx="813">
                  <c:v>219.547539</c:v>
                </c:pt>
                <c:pt idx="814">
                  <c:v>220.049202</c:v>
                </c:pt>
                <c:pt idx="815">
                  <c:v>220.551505</c:v>
                </c:pt>
                <c:pt idx="816">
                  <c:v>221.054444</c:v>
                </c:pt>
                <c:pt idx="817">
                  <c:v>221.558014</c:v>
                </c:pt>
                <c:pt idx="818">
                  <c:v>222.062210</c:v>
                </c:pt>
                <c:pt idx="819">
                  <c:v>222.567027</c:v>
                </c:pt>
                <c:pt idx="820">
                  <c:v>223.072462</c:v>
                </c:pt>
                <c:pt idx="821">
                  <c:v>223.578508</c:v>
                </c:pt>
                <c:pt idx="822">
                  <c:v>224.085161</c:v>
                </c:pt>
                <c:pt idx="823">
                  <c:v>224.592416</c:v>
                </c:pt>
                <c:pt idx="824">
                  <c:v>225.100269</c:v>
                </c:pt>
                <c:pt idx="825">
                  <c:v>225.608713</c:v>
                </c:pt>
                <c:pt idx="826">
                  <c:v>226.117744</c:v>
                </c:pt>
                <c:pt idx="827">
                  <c:v>226.627357</c:v>
                </c:pt>
                <c:pt idx="828">
                  <c:v>227.137547</c:v>
                </c:pt>
                <c:pt idx="829">
                  <c:v>227.648307</c:v>
                </c:pt>
                <c:pt idx="830">
                  <c:v>228.159634</c:v>
                </c:pt>
                <c:pt idx="831">
                  <c:v>228.671521</c:v>
                </c:pt>
                <c:pt idx="832">
                  <c:v>229.183962</c:v>
                </c:pt>
                <c:pt idx="833">
                  <c:v>229.696953</c:v>
                </c:pt>
                <c:pt idx="834">
                  <c:v>230.210487</c:v>
                </c:pt>
                <c:pt idx="835">
                  <c:v>230.724559</c:v>
                </c:pt>
                <c:pt idx="836">
                  <c:v>231.239163</c:v>
                </c:pt>
                <c:pt idx="837">
                  <c:v>231.754294</c:v>
                </c:pt>
                <c:pt idx="838">
                  <c:v>232.269944</c:v>
                </c:pt>
                <c:pt idx="839">
                  <c:v>232.786109</c:v>
                </c:pt>
                <c:pt idx="840">
                  <c:v>233.302782</c:v>
                </c:pt>
                <c:pt idx="841">
                  <c:v>233.819958</c:v>
                </c:pt>
                <c:pt idx="842">
                  <c:v>234.337629</c:v>
                </c:pt>
                <c:pt idx="843">
                  <c:v>234.855790</c:v>
                </c:pt>
                <c:pt idx="844">
                  <c:v>235.374435</c:v>
                </c:pt>
                <c:pt idx="845">
                  <c:v>235.893556</c:v>
                </c:pt>
                <c:pt idx="846">
                  <c:v>236.413148</c:v>
                </c:pt>
                <c:pt idx="847">
                  <c:v>236.933204</c:v>
                </c:pt>
                <c:pt idx="848">
                  <c:v>237.453717</c:v>
                </c:pt>
                <c:pt idx="849">
                  <c:v>237.974681</c:v>
                </c:pt>
                <c:pt idx="850">
                  <c:v>238.496089</c:v>
                </c:pt>
                <c:pt idx="851">
                  <c:v>239.017934</c:v>
                </c:pt>
                <c:pt idx="852">
                  <c:v>239.540209</c:v>
                </c:pt>
                <c:pt idx="853">
                  <c:v>240.062908</c:v>
                </c:pt>
                <c:pt idx="854">
                  <c:v>240.586022</c:v>
                </c:pt>
                <c:pt idx="855">
                  <c:v>241.109546</c:v>
                </c:pt>
                <c:pt idx="856">
                  <c:v>241.633471</c:v>
                </c:pt>
                <c:pt idx="857">
                  <c:v>242.157791</c:v>
                </c:pt>
                <c:pt idx="858">
                  <c:v>242.682497</c:v>
                </c:pt>
                <c:pt idx="859">
                  <c:v>243.207584</c:v>
                </c:pt>
                <c:pt idx="860">
                  <c:v>243.733043</c:v>
                </c:pt>
                <c:pt idx="861">
                  <c:v>244.258867</c:v>
                </c:pt>
                <c:pt idx="862">
                  <c:v>244.785047</c:v>
                </c:pt>
                <c:pt idx="863">
                  <c:v>245.311577</c:v>
                </c:pt>
                <c:pt idx="864">
                  <c:v>245.838448</c:v>
                </c:pt>
                <c:pt idx="865">
                  <c:v>246.365653</c:v>
                </c:pt>
                <c:pt idx="866">
                  <c:v>246.893183</c:v>
                </c:pt>
                <c:pt idx="867">
                  <c:v>247.421031</c:v>
                </c:pt>
                <c:pt idx="868">
                  <c:v>247.949188</c:v>
                </c:pt>
                <c:pt idx="869">
                  <c:v>248.477646</c:v>
                </c:pt>
                <c:pt idx="870">
                  <c:v>249.006397</c:v>
                </c:pt>
                <c:pt idx="871">
                  <c:v>249.535433</c:v>
                </c:pt>
                <c:pt idx="872">
                  <c:v>250.064744</c:v>
                </c:pt>
                <c:pt idx="873">
                  <c:v>250.594323</c:v>
                </c:pt>
                <c:pt idx="874">
                  <c:v>251.124161</c:v>
                </c:pt>
                <c:pt idx="875">
                  <c:v>251.654248</c:v>
                </c:pt>
                <c:pt idx="876">
                  <c:v>252.184577</c:v>
                </c:pt>
                <c:pt idx="877">
                  <c:v>252.715139</c:v>
                </c:pt>
                <c:pt idx="878">
                  <c:v>253.245924</c:v>
                </c:pt>
                <c:pt idx="879">
                  <c:v>253.776923</c:v>
                </c:pt>
                <c:pt idx="880">
                  <c:v>254.308128</c:v>
                </c:pt>
                <c:pt idx="881">
                  <c:v>254.839528</c:v>
                </c:pt>
                <c:pt idx="882">
                  <c:v>255.371116</c:v>
                </c:pt>
                <c:pt idx="883">
                  <c:v>255.902880</c:v>
                </c:pt>
                <c:pt idx="884">
                  <c:v>256.434813</c:v>
                </c:pt>
                <c:pt idx="885">
                  <c:v>256.966904</c:v>
                </c:pt>
                <c:pt idx="886">
                  <c:v>257.499143</c:v>
                </c:pt>
                <c:pt idx="887">
                  <c:v>258.031522</c:v>
                </c:pt>
                <c:pt idx="888">
                  <c:v>258.564030</c:v>
                </c:pt>
                <c:pt idx="889">
                  <c:v>259.096656</c:v>
                </c:pt>
                <c:pt idx="890">
                  <c:v>259.629392</c:v>
                </c:pt>
                <c:pt idx="891">
                  <c:v>260.162227</c:v>
                </c:pt>
                <c:pt idx="892">
                  <c:v>260.695151</c:v>
                </c:pt>
                <c:pt idx="893">
                  <c:v>261.228154</c:v>
                </c:pt>
                <c:pt idx="894">
                  <c:v>261.761225</c:v>
                </c:pt>
                <c:pt idx="895">
                  <c:v>262.294354</c:v>
                </c:pt>
                <c:pt idx="896">
                  <c:v>262.827529</c:v>
                </c:pt>
                <c:pt idx="897">
                  <c:v>263.360742</c:v>
                </c:pt>
                <c:pt idx="898">
                  <c:v>263.893981</c:v>
                </c:pt>
                <c:pt idx="899">
                  <c:v>264.427234</c:v>
                </c:pt>
                <c:pt idx="900">
                  <c:v>264.960492</c:v>
                </c:pt>
                <c:pt idx="901">
                  <c:v>265.493743</c:v>
                </c:pt>
                <c:pt idx="902">
                  <c:v>266.026976</c:v>
                </c:pt>
                <c:pt idx="903">
                  <c:v>266.560180</c:v>
                </c:pt>
                <c:pt idx="904">
                  <c:v>267.093344</c:v>
                </c:pt>
                <c:pt idx="905">
                  <c:v>267.626455</c:v>
                </c:pt>
                <c:pt idx="906">
                  <c:v>268.159504</c:v>
                </c:pt>
                <c:pt idx="907">
                  <c:v>268.692478</c:v>
                </c:pt>
                <c:pt idx="908">
                  <c:v>269.225365</c:v>
                </c:pt>
                <c:pt idx="909">
                  <c:v>269.758154</c:v>
                </c:pt>
                <c:pt idx="910">
                  <c:v>270.290834</c:v>
                </c:pt>
                <c:pt idx="911">
                  <c:v>270.823391</c:v>
                </c:pt>
                <c:pt idx="912">
                  <c:v>271.355814</c:v>
                </c:pt>
                <c:pt idx="913">
                  <c:v>271.888091</c:v>
                </c:pt>
                <c:pt idx="914">
                  <c:v>272.420209</c:v>
                </c:pt>
                <c:pt idx="915">
                  <c:v>272.952157</c:v>
                </c:pt>
                <c:pt idx="916">
                  <c:v>273.483922</c:v>
                </c:pt>
                <c:pt idx="917">
                  <c:v>274.015491</c:v>
                </c:pt>
                <c:pt idx="918">
                  <c:v>274.546851</c:v>
                </c:pt>
                <c:pt idx="919">
                  <c:v>275.077991</c:v>
                </c:pt>
                <c:pt idx="920">
                  <c:v>275.608897</c:v>
                </c:pt>
                <c:pt idx="921">
                  <c:v>276.139556</c:v>
                </c:pt>
                <c:pt idx="922">
                  <c:v>276.669955</c:v>
                </c:pt>
                <c:pt idx="923">
                  <c:v>277.200082</c:v>
                </c:pt>
                <c:pt idx="924">
                  <c:v>277.729923</c:v>
                </c:pt>
                <c:pt idx="925">
                  <c:v>278.259464</c:v>
                </c:pt>
                <c:pt idx="926">
                  <c:v>278.788692</c:v>
                </c:pt>
                <c:pt idx="927">
                  <c:v>279.317594</c:v>
                </c:pt>
                <c:pt idx="928">
                  <c:v>279.846157</c:v>
                </c:pt>
                <c:pt idx="929">
                  <c:v>280.374365</c:v>
                </c:pt>
                <c:pt idx="930">
                  <c:v>280.902207</c:v>
                </c:pt>
                <c:pt idx="931">
                  <c:v>281.429667</c:v>
                </c:pt>
                <c:pt idx="932">
                  <c:v>281.956732</c:v>
                </c:pt>
                <c:pt idx="933">
                  <c:v>282.483387</c:v>
                </c:pt>
                <c:pt idx="934">
                  <c:v>283.009619</c:v>
                </c:pt>
                <c:pt idx="935">
                  <c:v>283.535413</c:v>
                </c:pt>
                <c:pt idx="936">
                  <c:v>284.060755</c:v>
                </c:pt>
                <c:pt idx="937">
                  <c:v>284.585630</c:v>
                </c:pt>
                <c:pt idx="938">
                  <c:v>285.110024</c:v>
                </c:pt>
                <c:pt idx="939">
                  <c:v>285.633922</c:v>
                </c:pt>
                <c:pt idx="940">
                  <c:v>286.157309</c:v>
                </c:pt>
                <c:pt idx="941">
                  <c:v>286.680170</c:v>
                </c:pt>
                <c:pt idx="942">
                  <c:v>287.202490</c:v>
                </c:pt>
                <c:pt idx="943">
                  <c:v>287.724255</c:v>
                </c:pt>
                <c:pt idx="944">
                  <c:v>288.245449</c:v>
                </c:pt>
                <c:pt idx="945">
                  <c:v>288.766056</c:v>
                </c:pt>
                <c:pt idx="946">
                  <c:v>289.286061</c:v>
                </c:pt>
                <c:pt idx="947">
                  <c:v>289.805450</c:v>
                </c:pt>
                <c:pt idx="948">
                  <c:v>290.324205</c:v>
                </c:pt>
                <c:pt idx="949">
                  <c:v>290.842312</c:v>
                </c:pt>
                <c:pt idx="950">
                  <c:v>291.359754</c:v>
                </c:pt>
                <c:pt idx="951">
                  <c:v>291.876517</c:v>
                </c:pt>
                <c:pt idx="952">
                  <c:v>292.392583</c:v>
                </c:pt>
                <c:pt idx="953">
                  <c:v>292.907936</c:v>
                </c:pt>
                <c:pt idx="954">
                  <c:v>293.422561</c:v>
                </c:pt>
                <c:pt idx="955">
                  <c:v>293.936442</c:v>
                </c:pt>
                <c:pt idx="956">
                  <c:v>294.449560</c:v>
                </c:pt>
                <c:pt idx="957">
                  <c:v>294.961902</c:v>
                </c:pt>
                <c:pt idx="958">
                  <c:v>295.473448</c:v>
                </c:pt>
                <c:pt idx="959">
                  <c:v>295.984184</c:v>
                </c:pt>
                <c:pt idx="960">
                  <c:v>296.494092</c:v>
                </c:pt>
                <c:pt idx="961">
                  <c:v>297.003155</c:v>
                </c:pt>
                <c:pt idx="962">
                  <c:v>297.511356</c:v>
                </c:pt>
                <c:pt idx="963">
                  <c:v>298.018678</c:v>
                </c:pt>
                <c:pt idx="964">
                  <c:v>298.525105</c:v>
                </c:pt>
                <c:pt idx="965">
                  <c:v>299.030617</c:v>
                </c:pt>
                <c:pt idx="966">
                  <c:v>299.535200</c:v>
                </c:pt>
                <c:pt idx="967">
                  <c:v>300.038833</c:v>
                </c:pt>
                <c:pt idx="968">
                  <c:v>300.541501</c:v>
                </c:pt>
                <c:pt idx="969">
                  <c:v>301.043186</c:v>
                </c:pt>
                <c:pt idx="970">
                  <c:v>301.543869</c:v>
                </c:pt>
                <c:pt idx="971">
                  <c:v>302.043532</c:v>
                </c:pt>
                <c:pt idx="972">
                  <c:v>302.542159</c:v>
                </c:pt>
                <c:pt idx="973">
                  <c:v>303.039730</c:v>
                </c:pt>
                <c:pt idx="974">
                  <c:v>303.536228</c:v>
                </c:pt>
                <c:pt idx="975">
                  <c:v>304.031634</c:v>
                </c:pt>
                <c:pt idx="976">
                  <c:v>304.525930</c:v>
                </c:pt>
                <c:pt idx="977">
                  <c:v>305.019098</c:v>
                </c:pt>
                <c:pt idx="978">
                  <c:v>305.511118</c:v>
                </c:pt>
                <c:pt idx="979">
                  <c:v>306.001973</c:v>
                </c:pt>
                <c:pt idx="980">
                  <c:v>306.491643</c:v>
                </c:pt>
                <c:pt idx="981">
                  <c:v>306.980110</c:v>
                </c:pt>
                <c:pt idx="982">
                  <c:v>307.467355</c:v>
                </c:pt>
                <c:pt idx="983">
                  <c:v>307.953358</c:v>
                </c:pt>
                <c:pt idx="984">
                  <c:v>308.438101</c:v>
                </c:pt>
                <c:pt idx="985">
                  <c:v>308.921565</c:v>
                </c:pt>
                <c:pt idx="986">
                  <c:v>309.403729</c:v>
                </c:pt>
                <c:pt idx="987">
                  <c:v>309.884576</c:v>
                </c:pt>
                <c:pt idx="988">
                  <c:v>310.364084</c:v>
                </c:pt>
                <c:pt idx="989">
                  <c:v>310.842236</c:v>
                </c:pt>
                <c:pt idx="990">
                  <c:v>311.319011</c:v>
                </c:pt>
                <c:pt idx="991">
                  <c:v>311.794388</c:v>
                </c:pt>
                <c:pt idx="992">
                  <c:v>312.268350</c:v>
                </c:pt>
                <c:pt idx="993">
                  <c:v>312.740875</c:v>
                </c:pt>
                <c:pt idx="994">
                  <c:v>313.211944</c:v>
                </c:pt>
                <c:pt idx="995">
                  <c:v>313.681536</c:v>
                </c:pt>
                <c:pt idx="996">
                  <c:v>314.149631</c:v>
                </c:pt>
                <c:pt idx="997">
                  <c:v>314.616210</c:v>
                </c:pt>
                <c:pt idx="998">
                  <c:v>315.081252</c:v>
                </c:pt>
                <c:pt idx="999">
                  <c:v>315.544736</c:v>
                </c:pt>
                <c:pt idx="1000">
                  <c:v>316.006641</c:v>
                </c:pt>
                <c:pt idx="1001">
                  <c:v>316.466948</c:v>
                </c:pt>
                <c:pt idx="1002">
                  <c:v>316.925636</c:v>
                </c:pt>
                <c:pt idx="1003">
                  <c:v>317.382684</c:v>
                </c:pt>
                <c:pt idx="1004">
                  <c:v>317.838070</c:v>
                </c:pt>
                <c:pt idx="1005">
                  <c:v>318.291775</c:v>
                </c:pt>
                <c:pt idx="1006">
                  <c:v>318.743777</c:v>
                </c:pt>
                <c:pt idx="1007">
                  <c:v>319.194055</c:v>
                </c:pt>
                <c:pt idx="1008">
                  <c:v>319.642589</c:v>
                </c:pt>
                <c:pt idx="1009">
                  <c:v>320.089356</c:v>
                </c:pt>
                <c:pt idx="1010">
                  <c:v>320.534336</c:v>
                </c:pt>
                <c:pt idx="1011">
                  <c:v>320.977507</c:v>
                </c:pt>
                <c:pt idx="1012">
                  <c:v>321.418847</c:v>
                </c:pt>
                <c:pt idx="1013">
                  <c:v>321.858336</c:v>
                </c:pt>
                <c:pt idx="1014">
                  <c:v>322.295952</c:v>
                </c:pt>
                <c:pt idx="1015">
                  <c:v>322.731673</c:v>
                </c:pt>
                <c:pt idx="1016">
                  <c:v>323.165478</c:v>
                </c:pt>
                <c:pt idx="1017">
                  <c:v>323.597344</c:v>
                </c:pt>
                <c:pt idx="1018">
                  <c:v>324.027250</c:v>
                </c:pt>
                <c:pt idx="1019">
                  <c:v>324.455174</c:v>
                </c:pt>
                <c:pt idx="1020">
                  <c:v>324.881094</c:v>
                </c:pt>
                <c:pt idx="1021">
                  <c:v>325.304989</c:v>
                </c:pt>
                <c:pt idx="1022">
                  <c:v>325.726835</c:v>
                </c:pt>
                <c:pt idx="1023">
                  <c:v>326.146611</c:v>
                </c:pt>
                <c:pt idx="1024">
                  <c:v>326.564295</c:v>
                </c:pt>
                <c:pt idx="1025">
                  <c:v>326.979864</c:v>
                </c:pt>
                <c:pt idx="1026">
                  <c:v>327.393296</c:v>
                </c:pt>
                <c:pt idx="1027">
                  <c:v>327.804569</c:v>
                </c:pt>
                <c:pt idx="1028">
                  <c:v>328.213660</c:v>
                </c:pt>
                <c:pt idx="1029">
                  <c:v>328.620547</c:v>
                </c:pt>
                <c:pt idx="1030">
                  <c:v>329.025208</c:v>
                </c:pt>
                <c:pt idx="1031">
                  <c:v>329.427619</c:v>
                </c:pt>
                <c:pt idx="1032">
                  <c:v>329.827758</c:v>
                </c:pt>
                <c:pt idx="1033">
                  <c:v>330.225603</c:v>
                </c:pt>
                <c:pt idx="1034">
                  <c:v>330.621131</c:v>
                </c:pt>
                <c:pt idx="1035">
                  <c:v>331.014319</c:v>
                </c:pt>
                <c:pt idx="1036">
                  <c:v>331.405144</c:v>
                </c:pt>
                <c:pt idx="1037">
                  <c:v>331.793584</c:v>
                </c:pt>
                <c:pt idx="1038">
                  <c:v>332.179615</c:v>
                </c:pt>
                <c:pt idx="1039">
                  <c:v>332.563215</c:v>
                </c:pt>
                <c:pt idx="1040">
                  <c:v>332.944361</c:v>
                </c:pt>
                <c:pt idx="1041">
                  <c:v>333.323029</c:v>
                </c:pt>
                <c:pt idx="1042">
                  <c:v>333.699197</c:v>
                </c:pt>
                <c:pt idx="1043">
                  <c:v>334.072842</c:v>
                </c:pt>
                <c:pt idx="1044">
                  <c:v>334.443941</c:v>
                </c:pt>
                <c:pt idx="1045">
                  <c:v>334.812470</c:v>
                </c:pt>
                <c:pt idx="1046">
                  <c:v>335.178406</c:v>
                </c:pt>
                <c:pt idx="1047">
                  <c:v>335.541727</c:v>
                </c:pt>
                <c:pt idx="1048">
                  <c:v>335.902408</c:v>
                </c:pt>
                <c:pt idx="1049">
                  <c:v>336.260428</c:v>
                </c:pt>
                <c:pt idx="1050">
                  <c:v>336.615762</c:v>
                </c:pt>
                <c:pt idx="1051">
                  <c:v>336.968387</c:v>
                </c:pt>
                <c:pt idx="1052">
                  <c:v>337.318281</c:v>
                </c:pt>
                <c:pt idx="1053">
                  <c:v>337.665419</c:v>
                </c:pt>
                <c:pt idx="1054">
                  <c:v>338.009779</c:v>
                </c:pt>
                <c:pt idx="1055">
                  <c:v>338.351337</c:v>
                </c:pt>
                <c:pt idx="1056">
                  <c:v>338.690070</c:v>
                </c:pt>
                <c:pt idx="1057">
                  <c:v>339.025954</c:v>
                </c:pt>
                <c:pt idx="1058">
                  <c:v>339.358967</c:v>
                </c:pt>
                <c:pt idx="1059">
                  <c:v>339.689085</c:v>
                </c:pt>
                <c:pt idx="1060">
                  <c:v>340.016284</c:v>
                </c:pt>
                <c:pt idx="1061">
                  <c:v>340.340542</c:v>
                </c:pt>
                <c:pt idx="1062">
                  <c:v>340.661834</c:v>
                </c:pt>
                <c:pt idx="1063">
                  <c:v>340.980138</c:v>
                </c:pt>
                <c:pt idx="1064">
                  <c:v>341.295430</c:v>
                </c:pt>
                <c:pt idx="1065">
                  <c:v>341.607687</c:v>
                </c:pt>
                <c:pt idx="1066">
                  <c:v>341.916886</c:v>
                </c:pt>
                <c:pt idx="1067">
                  <c:v>342.223003</c:v>
                </c:pt>
                <c:pt idx="1068">
                  <c:v>342.526015</c:v>
                </c:pt>
                <c:pt idx="1069">
                  <c:v>342.825899</c:v>
                </c:pt>
                <c:pt idx="1070">
                  <c:v>343.122631</c:v>
                </c:pt>
                <c:pt idx="1071">
                  <c:v>343.416188</c:v>
                </c:pt>
                <c:pt idx="1072">
                  <c:v>343.706548</c:v>
                </c:pt>
                <c:pt idx="1073">
                  <c:v>343.993686</c:v>
                </c:pt>
                <c:pt idx="1074">
                  <c:v>344.277579</c:v>
                </c:pt>
                <c:pt idx="1075">
                  <c:v>344.558206</c:v>
                </c:pt>
                <c:pt idx="1076">
                  <c:v>344.835541</c:v>
                </c:pt>
                <c:pt idx="1077">
                  <c:v>345.109563</c:v>
                </c:pt>
                <c:pt idx="1078">
                  <c:v>345.380248</c:v>
                </c:pt>
                <c:pt idx="1079">
                  <c:v>345.647573</c:v>
                </c:pt>
                <c:pt idx="1080">
                  <c:v>345.911515</c:v>
                </c:pt>
                <c:pt idx="1081">
                  <c:v>346.172051</c:v>
                </c:pt>
                <c:pt idx="1082">
                  <c:v>346.429159</c:v>
                </c:pt>
                <c:pt idx="1083">
                  <c:v>346.682815</c:v>
                </c:pt>
                <c:pt idx="1084">
                  <c:v>346.932997</c:v>
                </c:pt>
                <c:pt idx="1085">
                  <c:v>347.179682</c:v>
                </c:pt>
                <c:pt idx="1086">
                  <c:v>347.422846</c:v>
                </c:pt>
                <c:pt idx="1087">
                  <c:v>347.662469</c:v>
                </c:pt>
                <c:pt idx="1088">
                  <c:v>347.898526</c:v>
                </c:pt>
                <c:pt idx="1089">
                  <c:v>348.130995</c:v>
                </c:pt>
                <c:pt idx="1090">
                  <c:v>348.359855</c:v>
                </c:pt>
                <c:pt idx="1091">
                  <c:v>348.585081</c:v>
                </c:pt>
                <c:pt idx="1092">
                  <c:v>348.806653</c:v>
                </c:pt>
                <c:pt idx="1093">
                  <c:v>349.024548</c:v>
                </c:pt>
                <c:pt idx="1094">
                  <c:v>349.238742</c:v>
                </c:pt>
                <c:pt idx="1095">
                  <c:v>349.449216</c:v>
                </c:pt>
                <c:pt idx="1096">
                  <c:v>349.655945</c:v>
                </c:pt>
                <c:pt idx="1097">
                  <c:v>349.858909</c:v>
                </c:pt>
                <c:pt idx="1098">
                  <c:v>350.058084</c:v>
                </c:pt>
                <c:pt idx="1099">
                  <c:v>350.253451</c:v>
                </c:pt>
                <c:pt idx="1100">
                  <c:v>350.444985</c:v>
                </c:pt>
                <c:pt idx="1101">
                  <c:v>350.632667</c:v>
                </c:pt>
                <c:pt idx="1102">
                  <c:v>350.816474</c:v>
                </c:pt>
                <c:pt idx="1103">
                  <c:v>350.996385</c:v>
                </c:pt>
                <c:pt idx="1104">
                  <c:v>351.172378</c:v>
                </c:pt>
                <c:pt idx="1105">
                  <c:v>351.344432</c:v>
                </c:pt>
                <c:pt idx="1106">
                  <c:v>351.512526</c:v>
                </c:pt>
                <c:pt idx="1107">
                  <c:v>351.676639</c:v>
                </c:pt>
                <c:pt idx="1108">
                  <c:v>351.836749</c:v>
                </c:pt>
                <c:pt idx="1109">
                  <c:v>351.992836</c:v>
                </c:pt>
                <c:pt idx="1110">
                  <c:v>352.144878</c:v>
                </c:pt>
                <c:pt idx="1111">
                  <c:v>352.292856</c:v>
                </c:pt>
                <c:pt idx="1112">
                  <c:v>352.436748</c:v>
                </c:pt>
                <c:pt idx="1113">
                  <c:v>352.576534</c:v>
                </c:pt>
                <c:pt idx="1114">
                  <c:v>352.712194</c:v>
                </c:pt>
                <c:pt idx="1115">
                  <c:v>352.843706</c:v>
                </c:pt>
                <c:pt idx="1116">
                  <c:v>352.971052</c:v>
                </c:pt>
                <c:pt idx="1117">
                  <c:v>353.094211</c:v>
                </c:pt>
                <c:pt idx="1118">
                  <c:v>353.213164</c:v>
                </c:pt>
                <c:pt idx="1119">
                  <c:v>353.327889</c:v>
                </c:pt>
                <c:pt idx="1120">
                  <c:v>353.438368</c:v>
                </c:pt>
                <c:pt idx="1121">
                  <c:v>353.544582</c:v>
                </c:pt>
                <c:pt idx="1122">
                  <c:v>353.646510</c:v>
                </c:pt>
                <c:pt idx="1123">
                  <c:v>353.744134</c:v>
                </c:pt>
                <c:pt idx="1124">
                  <c:v>353.837434</c:v>
                </c:pt>
                <c:pt idx="1125">
                  <c:v>353.926392</c:v>
                </c:pt>
                <c:pt idx="1126">
                  <c:v>354.010988</c:v>
                </c:pt>
                <c:pt idx="1127">
                  <c:v>354.091204</c:v>
                </c:pt>
                <c:pt idx="1128">
                  <c:v>354.167021</c:v>
                </c:pt>
                <c:pt idx="1129">
                  <c:v>354.238421</c:v>
                </c:pt>
                <c:pt idx="1130">
                  <c:v>354.305386</c:v>
                </c:pt>
                <c:pt idx="1131">
                  <c:v>354.367897</c:v>
                </c:pt>
                <c:pt idx="1132">
                  <c:v>354.425937</c:v>
                </c:pt>
                <c:pt idx="1133">
                  <c:v>354.479488</c:v>
                </c:pt>
                <c:pt idx="1134">
                  <c:v>354.528532</c:v>
                </c:pt>
                <c:pt idx="1135">
                  <c:v>354.573052</c:v>
                </c:pt>
                <c:pt idx="1136">
                  <c:v>354.613030</c:v>
                </c:pt>
                <c:pt idx="1137">
                  <c:v>354.648449</c:v>
                </c:pt>
                <c:pt idx="1138">
                  <c:v>354.679293</c:v>
                </c:pt>
                <c:pt idx="1139">
                  <c:v>354.705544</c:v>
                </c:pt>
                <c:pt idx="1140">
                  <c:v>354.727185</c:v>
                </c:pt>
                <c:pt idx="1141">
                  <c:v>354.744202</c:v>
                </c:pt>
                <c:pt idx="1142">
                  <c:v>354.756576</c:v>
                </c:pt>
                <c:pt idx="1143">
                  <c:v>354.764292</c:v>
                </c:pt>
                <c:pt idx="1144">
                  <c:v>354.767334</c:v>
                </c:pt>
                <c:pt idx="1145">
                  <c:v>354.765687</c:v>
                </c:pt>
                <c:pt idx="1146">
                  <c:v>354.759334</c:v>
                </c:pt>
                <c:pt idx="1147">
                  <c:v>354.748261</c:v>
                </c:pt>
                <c:pt idx="1148">
                  <c:v>354.732452</c:v>
                </c:pt>
                <c:pt idx="1149">
                  <c:v>354.711892</c:v>
                </c:pt>
                <c:pt idx="1150">
                  <c:v>354.686567</c:v>
                </c:pt>
                <c:pt idx="1151">
                  <c:v>354.656461</c:v>
                </c:pt>
                <c:pt idx="1152">
                  <c:v>354.621561</c:v>
                </c:pt>
                <c:pt idx="1153">
                  <c:v>354.581851</c:v>
                </c:pt>
                <c:pt idx="1154">
                  <c:v>354.537319</c:v>
                </c:pt>
                <c:pt idx="1155">
                  <c:v>354.487951</c:v>
                </c:pt>
                <c:pt idx="1156">
                  <c:v>354.433732</c:v>
                </c:pt>
                <c:pt idx="1157">
                  <c:v>354.374649</c:v>
                </c:pt>
                <c:pt idx="1158">
                  <c:v>354.310689</c:v>
                </c:pt>
                <c:pt idx="1159">
                  <c:v>354.241840</c:v>
                </c:pt>
                <c:pt idx="1160">
                  <c:v>354.168087</c:v>
                </c:pt>
                <c:pt idx="1161">
                  <c:v>354.089420</c:v>
                </c:pt>
                <c:pt idx="1162">
                  <c:v>354.005824</c:v>
                </c:pt>
                <c:pt idx="1163">
                  <c:v>353.917289</c:v>
                </c:pt>
                <c:pt idx="1164">
                  <c:v>353.823803</c:v>
                </c:pt>
                <c:pt idx="1165">
                  <c:v>353.725352</c:v>
                </c:pt>
                <c:pt idx="1166">
                  <c:v>353.621927</c:v>
                </c:pt>
                <c:pt idx="1167">
                  <c:v>353.513516</c:v>
                </c:pt>
                <c:pt idx="1168">
                  <c:v>353.400107</c:v>
                </c:pt>
                <c:pt idx="1169">
                  <c:v>353.281690</c:v>
                </c:pt>
                <c:pt idx="1170">
                  <c:v>353.158255</c:v>
                </c:pt>
                <c:pt idx="1171">
                  <c:v>353.029790</c:v>
                </c:pt>
                <c:pt idx="1172">
                  <c:v>352.896286</c:v>
                </c:pt>
                <c:pt idx="1173">
                  <c:v>352.757733</c:v>
                </c:pt>
                <c:pt idx="1174">
                  <c:v>352.614121</c:v>
                </c:pt>
                <c:pt idx="1175">
                  <c:v>352.465441</c:v>
                </c:pt>
                <c:pt idx="1176">
                  <c:v>352.311683</c:v>
                </c:pt>
                <c:pt idx="1177">
                  <c:v>352.152839</c:v>
                </c:pt>
                <c:pt idx="1178">
                  <c:v>351.988899</c:v>
                </c:pt>
                <c:pt idx="1179">
                  <c:v>351.819855</c:v>
                </c:pt>
                <c:pt idx="1180">
                  <c:v>351.645699</c:v>
                </c:pt>
                <c:pt idx="1181">
                  <c:v>351.466423</c:v>
                </c:pt>
                <c:pt idx="1182">
                  <c:v>351.282019</c:v>
                </c:pt>
                <c:pt idx="1183">
                  <c:v>351.092479</c:v>
                </c:pt>
                <c:pt idx="1184">
                  <c:v>350.897796</c:v>
                </c:pt>
                <c:pt idx="1185">
                  <c:v>350.697964</c:v>
                </c:pt>
                <c:pt idx="1186">
                  <c:v>350.492974</c:v>
                </c:pt>
                <c:pt idx="1187">
                  <c:v>350.282820</c:v>
                </c:pt>
                <c:pt idx="1188">
                  <c:v>350.067497</c:v>
                </c:pt>
                <c:pt idx="1189">
                  <c:v>349.846998</c:v>
                </c:pt>
                <c:pt idx="1190">
                  <c:v>349.621317</c:v>
                </c:pt>
                <c:pt idx="1191">
                  <c:v>349.390448</c:v>
                </c:pt>
                <c:pt idx="1192">
                  <c:v>349.154386</c:v>
                </c:pt>
                <c:pt idx="1193">
                  <c:v>348.913126</c:v>
                </c:pt>
                <c:pt idx="1194">
                  <c:v>348.666664</c:v>
                </c:pt>
                <c:pt idx="1195">
                  <c:v>348.414993</c:v>
                </c:pt>
                <c:pt idx="1196">
                  <c:v>348.158111</c:v>
                </c:pt>
                <c:pt idx="1197">
                  <c:v>347.896012</c:v>
                </c:pt>
                <c:pt idx="1198">
                  <c:v>347.628694</c:v>
                </c:pt>
                <c:pt idx="1199">
                  <c:v>347.356152</c:v>
                </c:pt>
                <c:pt idx="1200">
                  <c:v>347.078382</c:v>
                </c:pt>
                <c:pt idx="1201">
                  <c:v>346.795383</c:v>
                </c:pt>
                <c:pt idx="1202">
                  <c:v>346.507150</c:v>
                </c:pt>
                <c:pt idx="1203">
                  <c:v>346.213681</c:v>
                </c:pt>
                <c:pt idx="1204">
                  <c:v>345.914975</c:v>
                </c:pt>
                <c:pt idx="1205">
                  <c:v>345.611028</c:v>
                </c:pt>
                <c:pt idx="1206">
                  <c:v>345.301839</c:v>
                </c:pt>
                <c:pt idx="1207">
                  <c:v>344.987406</c:v>
                </c:pt>
                <c:pt idx="1208">
                  <c:v>344.667727</c:v>
                </c:pt>
                <c:pt idx="1209">
                  <c:v>344.342803</c:v>
                </c:pt>
                <c:pt idx="1210">
                  <c:v>344.012631</c:v>
                </c:pt>
                <c:pt idx="1211">
                  <c:v>343.677211</c:v>
                </c:pt>
                <c:pt idx="1212">
                  <c:v>343.336543</c:v>
                </c:pt>
                <c:pt idx="1213">
                  <c:v>342.990626</c:v>
                </c:pt>
                <c:pt idx="1214">
                  <c:v>342.639461</c:v>
                </c:pt>
                <c:pt idx="1215">
                  <c:v>342.283049</c:v>
                </c:pt>
                <c:pt idx="1216">
                  <c:v>341.921389</c:v>
                </c:pt>
                <c:pt idx="1217">
                  <c:v>341.554482</c:v>
                </c:pt>
                <c:pt idx="1218">
                  <c:v>341.182330</c:v>
                </c:pt>
                <c:pt idx="1219">
                  <c:v>340.804935</c:v>
                </c:pt>
                <c:pt idx="1220">
                  <c:v>340.422297</c:v>
                </c:pt>
                <c:pt idx="1221">
                  <c:v>340.034418</c:v>
                </c:pt>
                <c:pt idx="1222">
                  <c:v>339.641301</c:v>
                </c:pt>
                <c:pt idx="1223">
                  <c:v>339.242948</c:v>
                </c:pt>
                <c:pt idx="1224">
                  <c:v>338.839362</c:v>
                </c:pt>
                <c:pt idx="1225">
                  <c:v>338.430545</c:v>
                </c:pt>
                <c:pt idx="1226">
                  <c:v>338.016501</c:v>
                </c:pt>
                <c:pt idx="1227">
                  <c:v>337.597232</c:v>
                </c:pt>
                <c:pt idx="1228">
                  <c:v>337.172743</c:v>
                </c:pt>
                <c:pt idx="1229">
                  <c:v>336.743038</c:v>
                </c:pt>
                <c:pt idx="1230">
                  <c:v>336.308119</c:v>
                </c:pt>
                <c:pt idx="1231">
                  <c:v>335.867993</c:v>
                </c:pt>
                <c:pt idx="1232">
                  <c:v>335.422662</c:v>
                </c:pt>
                <c:pt idx="1233">
                  <c:v>334.972133</c:v>
                </c:pt>
                <c:pt idx="1234">
                  <c:v>334.516410</c:v>
                </c:pt>
                <c:pt idx="1235">
                  <c:v>334.055498</c:v>
                </c:pt>
                <c:pt idx="1236">
                  <c:v>333.589402</c:v>
                </c:pt>
                <c:pt idx="1237">
                  <c:v>333.118130</c:v>
                </c:pt>
                <c:pt idx="1238">
                  <c:v>332.641685</c:v>
                </c:pt>
                <c:pt idx="1239">
                  <c:v>332.160076</c:v>
                </c:pt>
                <c:pt idx="1240">
                  <c:v>331.673308</c:v>
                </c:pt>
                <c:pt idx="1241">
                  <c:v>331.181387</c:v>
                </c:pt>
                <c:pt idx="1242">
                  <c:v>330.684322</c:v>
                </c:pt>
                <c:pt idx="1243">
                  <c:v>330.182118</c:v>
                </c:pt>
                <c:pt idx="1244">
                  <c:v>329.674783</c:v>
                </c:pt>
                <c:pt idx="1245">
                  <c:v>329.162325</c:v>
                </c:pt>
                <c:pt idx="1246">
                  <c:v>328.644752</c:v>
                </c:pt>
                <c:pt idx="1247">
                  <c:v>328.122071</c:v>
                </c:pt>
                <c:pt idx="1248">
                  <c:v>327.594291</c:v>
                </c:pt>
                <c:pt idx="1249">
                  <c:v>327.061421</c:v>
                </c:pt>
                <c:pt idx="1250">
                  <c:v>326.523468</c:v>
                </c:pt>
                <c:pt idx="1251">
                  <c:v>325.980443</c:v>
                </c:pt>
                <c:pt idx="1252">
                  <c:v>325.432353</c:v>
                </c:pt>
                <c:pt idx="1253">
                  <c:v>324.879209</c:v>
                </c:pt>
                <c:pt idx="1254">
                  <c:v>324.321020</c:v>
                </c:pt>
                <c:pt idx="1255">
                  <c:v>323.757795</c:v>
                </c:pt>
                <c:pt idx="1256">
                  <c:v>323.189545</c:v>
                </c:pt>
                <c:pt idx="1257">
                  <c:v>322.616280</c:v>
                </c:pt>
                <c:pt idx="1258">
                  <c:v>322.038009</c:v>
                </c:pt>
                <c:pt idx="1259">
                  <c:v>321.454745</c:v>
                </c:pt>
                <c:pt idx="1260">
                  <c:v>320.866497</c:v>
                </c:pt>
                <c:pt idx="1261">
                  <c:v>320.273277</c:v>
                </c:pt>
                <c:pt idx="1262">
                  <c:v>319.675095</c:v>
                </c:pt>
                <c:pt idx="1263">
                  <c:v>319.071963</c:v>
                </c:pt>
                <c:pt idx="1264">
                  <c:v>318.463893</c:v>
                </c:pt>
                <c:pt idx="1265">
                  <c:v>317.850897</c:v>
                </c:pt>
                <c:pt idx="1266">
                  <c:v>317.232985</c:v>
                </c:pt>
                <c:pt idx="1267">
                  <c:v>316.610171</c:v>
                </c:pt>
                <c:pt idx="1268">
                  <c:v>315.982467</c:v>
                </c:pt>
                <c:pt idx="1269">
                  <c:v>315.349886</c:v>
                </c:pt>
                <c:pt idx="1270">
                  <c:v>314.712439</c:v>
                </c:pt>
                <c:pt idx="1271">
                  <c:v>314.070140</c:v>
                </c:pt>
                <c:pt idx="1272">
                  <c:v>313.423003</c:v>
                </c:pt>
                <c:pt idx="1273">
                  <c:v>312.771039</c:v>
                </c:pt>
                <c:pt idx="1274">
                  <c:v>312.114263</c:v>
                </c:pt>
                <c:pt idx="1275">
                  <c:v>311.452689</c:v>
                </c:pt>
                <c:pt idx="1276">
                  <c:v>310.786329</c:v>
                </c:pt>
                <c:pt idx="1277">
                  <c:v>310.115198</c:v>
                </c:pt>
                <c:pt idx="1278">
                  <c:v>309.439310</c:v>
                </c:pt>
                <c:pt idx="1279">
                  <c:v>308.758680</c:v>
                </c:pt>
                <c:pt idx="1280">
                  <c:v>308.073321</c:v>
                </c:pt>
                <c:pt idx="1281">
                  <c:v>307.383248</c:v>
                </c:pt>
                <c:pt idx="1282">
                  <c:v>306.688476</c:v>
                </c:pt>
                <c:pt idx="1283">
                  <c:v>305.989021</c:v>
                </c:pt>
                <c:pt idx="1284">
                  <c:v>305.284896</c:v>
                </c:pt>
                <c:pt idx="1285">
                  <c:v>304.576117</c:v>
                </c:pt>
                <c:pt idx="1286">
                  <c:v>303.862699</c:v>
                </c:pt>
                <c:pt idx="1287">
                  <c:v>303.144659</c:v>
                </c:pt>
                <c:pt idx="1288">
                  <c:v>302.422011</c:v>
                </c:pt>
                <c:pt idx="1289">
                  <c:v>301.694772</c:v>
                </c:pt>
                <c:pt idx="1290">
                  <c:v>300.962957</c:v>
                </c:pt>
                <c:pt idx="1291">
                  <c:v>300.226582</c:v>
                </c:pt>
                <c:pt idx="1292">
                  <c:v>299.485663</c:v>
                </c:pt>
                <c:pt idx="1293">
                  <c:v>298.740218</c:v>
                </c:pt>
                <c:pt idx="1294">
                  <c:v>297.990262</c:v>
                </c:pt>
                <c:pt idx="1295">
                  <c:v>297.235812</c:v>
                </c:pt>
                <c:pt idx="1296">
                  <c:v>296.476884</c:v>
                </c:pt>
                <c:pt idx="1297">
                  <c:v>295.713496</c:v>
                </c:pt>
                <c:pt idx="1298">
                  <c:v>294.945664</c:v>
                </c:pt>
                <c:pt idx="1299">
                  <c:v>294.173406</c:v>
                </c:pt>
                <c:pt idx="1300">
                  <c:v>293.396738</c:v>
                </c:pt>
                <c:pt idx="1301">
                  <c:v>292.615679</c:v>
                </c:pt>
                <c:pt idx="1302">
                  <c:v>291.830245</c:v>
                </c:pt>
                <c:pt idx="1303">
                  <c:v>291.040454</c:v>
                </c:pt>
                <c:pt idx="1304">
                  <c:v>290.246323</c:v>
                </c:pt>
                <c:pt idx="1305">
                  <c:v>289.447871</c:v>
                </c:pt>
                <c:pt idx="1306">
                  <c:v>288.645115</c:v>
                </c:pt>
                <c:pt idx="1307">
                  <c:v>287.838073</c:v>
                </c:pt>
                <c:pt idx="1308">
                  <c:v>287.026763</c:v>
                </c:pt>
                <c:pt idx="1309">
                  <c:v>286.211203</c:v>
                </c:pt>
                <c:pt idx="1310">
                  <c:v>285.391412</c:v>
                </c:pt>
                <c:pt idx="1311">
                  <c:v>284.567408</c:v>
                </c:pt>
                <c:pt idx="1312">
                  <c:v>283.739209</c:v>
                </c:pt>
                <c:pt idx="1313">
                  <c:v>282.906834</c:v>
                </c:pt>
                <c:pt idx="1314">
                  <c:v>282.070302</c:v>
                </c:pt>
                <c:pt idx="1315">
                  <c:v>281.229630</c:v>
                </c:pt>
                <c:pt idx="1316">
                  <c:v>280.384838</c:v>
                </c:pt>
                <c:pt idx="1317">
                  <c:v>279.535945</c:v>
                </c:pt>
                <c:pt idx="1318">
                  <c:v>278.682970</c:v>
                </c:pt>
                <c:pt idx="1319">
                  <c:v>277.825930</c:v>
                </c:pt>
                <c:pt idx="1320">
                  <c:v>276.964847</c:v>
                </c:pt>
                <c:pt idx="1321">
                  <c:v>276.099738</c:v>
                </c:pt>
                <c:pt idx="1322">
                  <c:v>275.230623</c:v>
                </c:pt>
                <c:pt idx="1323">
                  <c:v>274.357521</c:v>
                </c:pt>
                <c:pt idx="1324">
                  <c:v>273.480451</c:v>
                </c:pt>
                <c:pt idx="1325">
                  <c:v>272.599433</c:v>
                </c:pt>
                <c:pt idx="1326">
                  <c:v>271.714486</c:v>
                </c:pt>
                <c:pt idx="1327">
                  <c:v>270.825630</c:v>
                </c:pt>
                <c:pt idx="1328">
                  <c:v>269.932884</c:v>
                </c:pt>
                <c:pt idx="1329">
                  <c:v>269.036267</c:v>
                </c:pt>
                <c:pt idx="1330">
                  <c:v>268.135800</c:v>
                </c:pt>
                <c:pt idx="1331">
                  <c:v>267.231502</c:v>
                </c:pt>
                <c:pt idx="1332">
                  <c:v>266.323393</c:v>
                </c:pt>
                <c:pt idx="1333">
                  <c:v>265.411492</c:v>
                </c:pt>
                <c:pt idx="1334">
                  <c:v>264.495820</c:v>
                </c:pt>
                <c:pt idx="1335">
                  <c:v>263.576396</c:v>
                </c:pt>
                <c:pt idx="1336">
                  <c:v>262.653239</c:v>
                </c:pt>
                <c:pt idx="1337">
                  <c:v>261.726371</c:v>
                </c:pt>
                <c:pt idx="1338">
                  <c:v>260.795810</c:v>
                </c:pt>
                <c:pt idx="1339">
                  <c:v>259.861578</c:v>
                </c:pt>
                <c:pt idx="1340">
                  <c:v>258.923693</c:v>
                </c:pt>
                <c:pt idx="1341">
                  <c:v>257.982175</c:v>
                </c:pt>
                <c:pt idx="1342">
                  <c:v>257.037046</c:v>
                </c:pt>
                <c:pt idx="1343">
                  <c:v>256.088325</c:v>
                </c:pt>
                <c:pt idx="1344">
                  <c:v>255.136031</c:v>
                </c:pt>
                <c:pt idx="1345">
                  <c:v>254.180186</c:v>
                </c:pt>
                <c:pt idx="1346">
                  <c:v>253.220809</c:v>
                </c:pt>
                <c:pt idx="1347">
                  <c:v>252.257920</c:v>
                </c:pt>
                <c:pt idx="1348">
                  <c:v>251.291539</c:v>
                </c:pt>
                <c:pt idx="1349">
                  <c:v>250.321687</c:v>
                </c:pt>
                <c:pt idx="1350">
                  <c:v>249.348384</c:v>
                </c:pt>
                <c:pt idx="1351">
                  <c:v>248.371650</c:v>
                </c:pt>
                <c:pt idx="1352">
                  <c:v>247.391505</c:v>
                </c:pt>
                <c:pt idx="1353">
                  <c:v>246.407969</c:v>
                </c:pt>
                <c:pt idx="1354">
                  <c:v>245.421062</c:v>
                </c:pt>
                <c:pt idx="1355">
                  <c:v>244.430805</c:v>
                </c:pt>
                <c:pt idx="1356">
                  <c:v>243.437218</c:v>
                </c:pt>
                <c:pt idx="1357">
                  <c:v>242.440320</c:v>
                </c:pt>
                <c:pt idx="1358">
                  <c:v>241.440133</c:v>
                </c:pt>
                <c:pt idx="1359">
                  <c:v>240.436676</c:v>
                </c:pt>
                <c:pt idx="1360">
                  <c:v>239.429969</c:v>
                </c:pt>
                <c:pt idx="1361">
                  <c:v>238.420033</c:v>
                </c:pt>
                <c:pt idx="1362">
                  <c:v>237.406887</c:v>
                </c:pt>
                <c:pt idx="1363">
                  <c:v>236.390551</c:v>
                </c:pt>
                <c:pt idx="1364">
                  <c:v>235.371047</c:v>
                </c:pt>
                <c:pt idx="1365">
                  <c:v>234.348393</c:v>
                </c:pt>
                <c:pt idx="1366">
                  <c:v>233.322610</c:v>
                </c:pt>
                <c:pt idx="1367">
                  <c:v>232.293718</c:v>
                </c:pt>
                <c:pt idx="1368">
                  <c:v>231.261736</c:v>
                </c:pt>
                <c:pt idx="1369">
                  <c:v>230.226686</c:v>
                </c:pt>
                <c:pt idx="1370">
                  <c:v>229.188586</c:v>
                </c:pt>
                <c:pt idx="1371">
                  <c:v>228.147457</c:v>
                </c:pt>
                <c:pt idx="1372">
                  <c:v>227.103319</c:v>
                </c:pt>
                <c:pt idx="1373">
                  <c:v>226.056191</c:v>
                </c:pt>
                <c:pt idx="1374">
                  <c:v>225.006093</c:v>
                </c:pt>
                <c:pt idx="1375">
                  <c:v>223.953046</c:v>
                </c:pt>
                <c:pt idx="1376">
                  <c:v>222.897068</c:v>
                </c:pt>
                <c:pt idx="1377">
                  <c:v>221.838181</c:v>
                </c:pt>
                <c:pt idx="1378">
                  <c:v>220.776402</c:v>
                </c:pt>
                <c:pt idx="1379">
                  <c:v>219.711753</c:v>
                </c:pt>
                <c:pt idx="1380">
                  <c:v>218.644252</c:v>
                </c:pt>
                <c:pt idx="1381">
                  <c:v>217.573920</c:v>
                </c:pt>
                <c:pt idx="1382">
                  <c:v>216.500775</c:v>
                </c:pt>
                <c:pt idx="1383">
                  <c:v>215.424838</c:v>
                </c:pt>
                <c:pt idx="1384">
                  <c:v>214.346128</c:v>
                </c:pt>
                <c:pt idx="1385">
                  <c:v>213.264664</c:v>
                </c:pt>
                <c:pt idx="1386">
                  <c:v>212.180466</c:v>
                </c:pt>
                <c:pt idx="1387">
                  <c:v>211.093553</c:v>
                </c:pt>
                <c:pt idx="1388">
                  <c:v>210.003945</c:v>
                </c:pt>
                <c:pt idx="1389">
                  <c:v>208.911660</c:v>
                </c:pt>
                <c:pt idx="1390">
                  <c:v>207.816718</c:v>
                </c:pt>
                <c:pt idx="1391">
                  <c:v>206.719139</c:v>
                </c:pt>
                <c:pt idx="1392">
                  <c:v>205.618940</c:v>
                </c:pt>
                <c:pt idx="1393">
                  <c:v>204.516142</c:v>
                </c:pt>
                <c:pt idx="1394">
                  <c:v>203.410764</c:v>
                </c:pt>
                <c:pt idx="1395">
                  <c:v>202.302824</c:v>
                </c:pt>
                <c:pt idx="1396">
                  <c:v>201.192341</c:v>
                </c:pt>
                <c:pt idx="1397">
                  <c:v>200.079334</c:v>
                </c:pt>
                <c:pt idx="1398">
                  <c:v>198.963823</c:v>
                </c:pt>
                <c:pt idx="1399">
                  <c:v>197.845825</c:v>
                </c:pt>
                <c:pt idx="1400">
                  <c:v>196.725361</c:v>
                </c:pt>
                <c:pt idx="1401">
                  <c:v>195.602447</c:v>
                </c:pt>
                <c:pt idx="1402">
                  <c:v>194.477104</c:v>
                </c:pt>
                <c:pt idx="1403">
                  <c:v>193.349350</c:v>
                </c:pt>
                <c:pt idx="1404">
                  <c:v>192.219202</c:v>
                </c:pt>
                <c:pt idx="1405">
                  <c:v>191.086681</c:v>
                </c:pt>
                <c:pt idx="1406">
                  <c:v>189.951804</c:v>
                </c:pt>
                <c:pt idx="1407">
                  <c:v>188.814589</c:v>
                </c:pt>
                <c:pt idx="1408">
                  <c:v>187.675055</c:v>
                </c:pt>
                <c:pt idx="1409">
                  <c:v>186.533221</c:v>
                </c:pt>
                <c:pt idx="1410">
                  <c:v>185.389104</c:v>
                </c:pt>
                <c:pt idx="1411">
                  <c:v>184.242723</c:v>
                </c:pt>
                <c:pt idx="1412">
                  <c:v>183.094096</c:v>
                </c:pt>
                <c:pt idx="1413">
                  <c:v>181.943241</c:v>
                </c:pt>
                <c:pt idx="1414">
                  <c:v>180.790177</c:v>
                </c:pt>
                <c:pt idx="1415">
                  <c:v>179.634920</c:v>
                </c:pt>
                <c:pt idx="1416">
                  <c:v>178.477490</c:v>
                </c:pt>
                <c:pt idx="1417">
                  <c:v>177.317904</c:v>
                </c:pt>
                <c:pt idx="1418">
                  <c:v>176.156180</c:v>
                </c:pt>
                <c:pt idx="1419">
                  <c:v>174.992336</c:v>
                </c:pt>
                <c:pt idx="1420">
                  <c:v>173.826390</c:v>
                </c:pt>
                <c:pt idx="1421">
                  <c:v>172.658360</c:v>
                </c:pt>
                <c:pt idx="1422">
                  <c:v>171.488262</c:v>
                </c:pt>
                <c:pt idx="1423">
                  <c:v>170.316116</c:v>
                </c:pt>
                <c:pt idx="1424">
                  <c:v>169.141939</c:v>
                </c:pt>
                <c:pt idx="1425">
                  <c:v>167.965747</c:v>
                </c:pt>
                <c:pt idx="1426">
                  <c:v>166.787560</c:v>
                </c:pt>
                <c:pt idx="1427">
                  <c:v>165.607395</c:v>
                </c:pt>
                <c:pt idx="1428">
                  <c:v>164.425268</c:v>
                </c:pt>
                <c:pt idx="1429">
                  <c:v>163.241198</c:v>
                </c:pt>
                <c:pt idx="1430">
                  <c:v>162.055203</c:v>
                </c:pt>
                <c:pt idx="1431">
                  <c:v>160.867298</c:v>
                </c:pt>
                <c:pt idx="1432">
                  <c:v>159.677504</c:v>
                </c:pt>
                <c:pt idx="1433">
                  <c:v>158.485835</c:v>
                </c:pt>
                <c:pt idx="1434">
                  <c:v>157.292311</c:v>
                </c:pt>
                <c:pt idx="1435">
                  <c:v>156.096948</c:v>
                </c:pt>
                <c:pt idx="1436">
                  <c:v>154.899765</c:v>
                </c:pt>
                <c:pt idx="1437">
                  <c:v>153.700777</c:v>
                </c:pt>
                <c:pt idx="1438">
                  <c:v>152.500004</c:v>
                </c:pt>
                <c:pt idx="1439">
                  <c:v>151.297462</c:v>
                </c:pt>
                <c:pt idx="1440">
                  <c:v>150.093168</c:v>
                </c:pt>
                <c:pt idx="1441">
                  <c:v>148.887141</c:v>
                </c:pt>
                <c:pt idx="1442">
                  <c:v>147.679397</c:v>
                </c:pt>
                <c:pt idx="1443">
                  <c:v>146.469955</c:v>
                </c:pt>
                <c:pt idx="1444">
                  <c:v>145.258832</c:v>
                </c:pt>
                <c:pt idx="1445">
                  <c:v>144.046044</c:v>
                </c:pt>
                <c:pt idx="1446">
                  <c:v>142.831611</c:v>
                </c:pt>
                <c:pt idx="1447">
                  <c:v>141.615550</c:v>
                </c:pt>
                <c:pt idx="1448">
                  <c:v>140.397878</c:v>
                </c:pt>
                <c:pt idx="1449">
                  <c:v>139.178614</c:v>
                </c:pt>
                <c:pt idx="1450">
                  <c:v>137.957774</c:v>
                </c:pt>
                <c:pt idx="1451">
                  <c:v>136.735378</c:v>
                </c:pt>
                <c:pt idx="1452">
                  <c:v>135.511443</c:v>
                </c:pt>
                <c:pt idx="1453">
                  <c:v>134.285987</c:v>
                </c:pt>
                <c:pt idx="1454">
                  <c:v>133.059028</c:v>
                </c:pt>
                <c:pt idx="1455">
                  <c:v>131.830586</c:v>
                </c:pt>
                <c:pt idx="1456">
                  <c:v>130.600678</c:v>
                </c:pt>
                <c:pt idx="1457">
                  <c:v>129.369323</c:v>
                </c:pt>
                <c:pt idx="1458">
                  <c:v>128.136540</c:v>
                </c:pt>
                <c:pt idx="1459">
                  <c:v>126.902347</c:v>
                </c:pt>
                <c:pt idx="1460">
                  <c:v>125.666765</c:v>
                </c:pt>
                <c:pt idx="1461">
                  <c:v>124.429811</c:v>
                </c:pt>
                <c:pt idx="1462">
                  <c:v>123.191506</c:v>
                </c:pt>
                <c:pt idx="1463">
                  <c:v>121.951870</c:v>
                </c:pt>
                <c:pt idx="1464">
                  <c:v>120.710922</c:v>
                </c:pt>
                <c:pt idx="1465">
                  <c:v>119.468683</c:v>
                </c:pt>
                <c:pt idx="1466">
                  <c:v>118.225174</c:v>
                </c:pt>
                <c:pt idx="1467">
                  <c:v>116.980414</c:v>
                </c:pt>
                <c:pt idx="1468">
                  <c:v>115.734425</c:v>
                </c:pt>
                <c:pt idx="1469">
                  <c:v>114.487229</c:v>
                </c:pt>
                <c:pt idx="1470">
                  <c:v>113.238848</c:v>
                </c:pt>
                <c:pt idx="1471">
                  <c:v>111.989304</c:v>
                </c:pt>
                <c:pt idx="1472">
                  <c:v>110.738619</c:v>
                </c:pt>
                <c:pt idx="1473">
                  <c:v>109.486817</c:v>
                </c:pt>
                <c:pt idx="1474">
                  <c:v>108.233921</c:v>
                </c:pt>
                <c:pt idx="1475">
                  <c:v>106.979956</c:v>
                </c:pt>
                <c:pt idx="1476">
                  <c:v>105.724947</c:v>
                </c:pt>
                <c:pt idx="1477">
                  <c:v>104.468918</c:v>
                </c:pt>
                <c:pt idx="1478">
                  <c:v>103.211896</c:v>
                </c:pt>
                <c:pt idx="1479">
                  <c:v>101.953907</c:v>
                </c:pt>
                <c:pt idx="1480">
                  <c:v>100.694980</c:v>
                </c:pt>
                <c:pt idx="1481">
                  <c:v>99.435142</c:v>
                </c:pt>
                <c:pt idx="1482">
                  <c:v>98.174423</c:v>
                </c:pt>
                <c:pt idx="1483">
                  <c:v>96.912853</c:v>
                </c:pt>
                <c:pt idx="1484">
                  <c:v>95.650462</c:v>
                </c:pt>
                <c:pt idx="1485">
                  <c:v>94.387284</c:v>
                </c:pt>
                <c:pt idx="1486">
                  <c:v>93.123351</c:v>
                </c:pt>
                <c:pt idx="1487">
                  <c:v>91.858699</c:v>
                </c:pt>
                <c:pt idx="1488">
                  <c:v>90.593362</c:v>
                </c:pt>
                <c:pt idx="1489">
                  <c:v>89.327380</c:v>
                </c:pt>
                <c:pt idx="1490">
                  <c:v>88.060790</c:v>
                </c:pt>
                <c:pt idx="1491">
                  <c:v>86.793634</c:v>
                </c:pt>
                <c:pt idx="1492">
                  <c:v>85.525954</c:v>
                </c:pt>
                <c:pt idx="1493">
                  <c:v>84.257795</c:v>
                </c:pt>
                <c:pt idx="1494">
                  <c:v>82.989202</c:v>
                </c:pt>
                <c:pt idx="1495">
                  <c:v>81.720227</c:v>
                </c:pt>
                <c:pt idx="1496">
                  <c:v>80.450919</c:v>
                </c:pt>
                <c:pt idx="1497">
                  <c:v>79.181333</c:v>
                </c:pt>
                <c:pt idx="1498">
                  <c:v>77.911527</c:v>
                </c:pt>
                <c:pt idx="1499">
                  <c:v>76.641560</c:v>
                </c:pt>
                <c:pt idx="1500">
                  <c:v>75.371497</c:v>
                </c:pt>
                <c:pt idx="1501">
                  <c:v>74.101404</c:v>
                </c:pt>
                <c:pt idx="1502">
                  <c:v>72.831355</c:v>
                </c:pt>
                <c:pt idx="1503">
                  <c:v>71.561425</c:v>
                </c:pt>
                <c:pt idx="1504">
                  <c:v>70.291695</c:v>
                </c:pt>
                <c:pt idx="1505">
                  <c:v>69.022252</c:v>
                </c:pt>
                <c:pt idx="1506">
                  <c:v>67.753188</c:v>
                </c:pt>
                <c:pt idx="1507">
                  <c:v>66.484601</c:v>
                </c:pt>
                <c:pt idx="1508">
                  <c:v>65.216599</c:v>
                </c:pt>
                <c:pt idx="1509">
                  <c:v>63.949295</c:v>
                </c:pt>
                <c:pt idx="1510">
                  <c:v>62.682810</c:v>
                </c:pt>
                <c:pt idx="1511">
                  <c:v>61.417276</c:v>
                </c:pt>
                <c:pt idx="1512">
                  <c:v>60.152836</c:v>
                </c:pt>
                <c:pt idx="1513">
                  <c:v>58.889643</c:v>
                </c:pt>
                <c:pt idx="1514">
                  <c:v>57.627863</c:v>
                </c:pt>
                <c:pt idx="1515">
                  <c:v>56.367676</c:v>
                </c:pt>
                <c:pt idx="1516">
                  <c:v>55.109280</c:v>
                </c:pt>
                <c:pt idx="1517">
                  <c:v>53.852887</c:v>
                </c:pt>
                <c:pt idx="1518">
                  <c:v>52.598730</c:v>
                </c:pt>
                <c:pt idx="1519">
                  <c:v>51.347065</c:v>
                </c:pt>
                <c:pt idx="1520">
                  <c:v>50.098171</c:v>
                </c:pt>
                <c:pt idx="1521">
                  <c:v>48.852356</c:v>
                </c:pt>
                <c:pt idx="1522">
                  <c:v>47.609956</c:v>
                </c:pt>
                <c:pt idx="1523">
                  <c:v>46.371346</c:v>
                </c:pt>
                <c:pt idx="1524">
                  <c:v>45.136936</c:v>
                </c:pt>
                <c:pt idx="1525">
                  <c:v>43.907183</c:v>
                </c:pt>
                <c:pt idx="1526">
                  <c:v>42.682594</c:v>
                </c:pt>
                <c:pt idx="1527">
                  <c:v>41.463733</c:v>
                </c:pt>
                <c:pt idx="1528">
                  <c:v>40.251230</c:v>
                </c:pt>
                <c:pt idx="1529">
                  <c:v>39.045790</c:v>
                </c:pt>
                <c:pt idx="1530">
                  <c:v>37.848201</c:v>
                </c:pt>
                <c:pt idx="1531">
                  <c:v>36.659350</c:v>
                </c:pt>
                <c:pt idx="1532">
                  <c:v>35.480238</c:v>
                </c:pt>
                <c:pt idx="1533">
                  <c:v>34.311991</c:v>
                </c:pt>
                <c:pt idx="1534">
                  <c:v>33.155885</c:v>
                </c:pt>
                <c:pt idx="1535">
                  <c:v>32.013369</c:v>
                </c:pt>
                <c:pt idx="1536">
                  <c:v>30.886084</c:v>
                </c:pt>
                <c:pt idx="1537">
                  <c:v>29.775900</c:v>
                </c:pt>
                <c:pt idx="1538">
                  <c:v>28.684947</c:v>
                </c:pt>
                <c:pt idx="1539">
                  <c:v>27.615653</c:v>
                </c:pt>
                <c:pt idx="1540">
                  <c:v>26.570786</c:v>
                </c:pt>
                <c:pt idx="1541">
                  <c:v>25.553501</c:v>
                </c:pt>
                <c:pt idx="1542">
                  <c:v>24.567391</c:v>
                </c:pt>
                <c:pt idx="1543">
                  <c:v>23.616528</c:v>
                </c:pt>
                <c:pt idx="1544">
                  <c:v>22.705520</c:v>
                </c:pt>
                <c:pt idx="1545">
                  <c:v>21.839534</c:v>
                </c:pt>
                <c:pt idx="1546">
                  <c:v>21.024323</c:v>
                </c:pt>
                <c:pt idx="1547">
                  <c:v>20.266209</c:v>
                </c:pt>
                <c:pt idx="1548">
                  <c:v>19.572028</c:v>
                </c:pt>
                <c:pt idx="1549">
                  <c:v>18.949012</c:v>
                </c:pt>
                <c:pt idx="1550">
                  <c:v>18.404601</c:v>
                </c:pt>
                <c:pt idx="1551">
                  <c:v>17.946164</c:v>
                </c:pt>
                <c:pt idx="1552">
                  <c:v>17.580646</c:v>
                </c:pt>
                <c:pt idx="1553">
                  <c:v>17.314153</c:v>
                </c:pt>
                <c:pt idx="1554">
                  <c:v>17.151523</c:v>
                </c:pt>
                <c:pt idx="1555">
                  <c:v>17.095942</c:v>
                </c:pt>
                <c:pt idx="1556">
                  <c:v>17.148670</c:v>
                </c:pt>
                <c:pt idx="1557">
                  <c:v>17.308933</c:v>
                </c:pt>
                <c:pt idx="1558">
                  <c:v>17.574003</c:v>
                </c:pt>
                <c:pt idx="1559">
                  <c:v>17.939440</c:v>
                </c:pt>
                <c:pt idx="1560">
                  <c:v>18.399468</c:v>
                </c:pt>
                <c:pt idx="1561">
                  <c:v>18.947391</c:v>
                </c:pt>
                <c:pt idx="1562">
                  <c:v>19.576019</c:v>
                </c:pt>
                <c:pt idx="1563">
                  <c:v>20.278028</c:v>
                </c:pt>
                <c:pt idx="1564">
                  <c:v>21.046248</c:v>
                </c:pt>
                <c:pt idx="1565">
                  <c:v>21.873871</c:v>
                </c:pt>
                <c:pt idx="1566">
                  <c:v>22.754576</c:v>
                </c:pt>
                <c:pt idx="1567">
                  <c:v>23.682593</c:v>
                </c:pt>
                <c:pt idx="1568">
                  <c:v>24.652725</c:v>
                </c:pt>
                <c:pt idx="1569">
                  <c:v>25.660336</c:v>
                </c:pt>
                <c:pt idx="1570">
                  <c:v>26.701318</c:v>
                </c:pt>
                <c:pt idx="1571">
                  <c:v>27.772046</c:v>
                </c:pt>
                <c:pt idx="1572">
                  <c:v>28.869333</c:v>
                </c:pt>
                <c:pt idx="1573">
                  <c:v>29.990384</c:v>
                </c:pt>
                <c:pt idx="1574">
                  <c:v>31.132743</c:v>
                </c:pt>
                <c:pt idx="1575">
                  <c:v>32.294260</c:v>
                </c:pt>
                <c:pt idx="1576">
                  <c:v>33.473044</c:v>
                </c:pt>
                <c:pt idx="1577">
                  <c:v>34.667436</c:v>
                </c:pt>
                <c:pt idx="1578">
                  <c:v>35.875974</c:v>
                </c:pt>
                <c:pt idx="1579">
                  <c:v>37.097370</c:v>
                </c:pt>
                <c:pt idx="1580">
                  <c:v>38.330485</c:v>
                </c:pt>
                <c:pt idx="1581">
                  <c:v>39.574312</c:v>
                </c:pt>
                <c:pt idx="1582">
                  <c:v>40.827957</c:v>
                </c:pt>
                <c:pt idx="1583">
                  <c:v>42.090624</c:v>
                </c:pt>
                <c:pt idx="1584">
                  <c:v>43.361605</c:v>
                </c:pt>
                <c:pt idx="1585">
                  <c:v>44.640267</c:v>
                </c:pt>
                <c:pt idx="1586">
                  <c:v>45.926043</c:v>
                </c:pt>
                <c:pt idx="1587">
                  <c:v>47.218426</c:v>
                </c:pt>
                <c:pt idx="1588">
                  <c:v>48.516957</c:v>
                </c:pt>
                <c:pt idx="1589">
                  <c:v>49.821225</c:v>
                </c:pt>
                <c:pt idx="1590">
                  <c:v>51.130857</c:v>
                </c:pt>
                <c:pt idx="1591">
                  <c:v>52.445517</c:v>
                </c:pt>
                <c:pt idx="1592">
                  <c:v>53.764900</c:v>
                </c:pt>
                <c:pt idx="1593">
                  <c:v>55.088727</c:v>
                </c:pt>
                <c:pt idx="1594">
                  <c:v>56.416747</c:v>
                </c:pt>
                <c:pt idx="1595">
                  <c:v>57.748728</c:v>
                </c:pt>
                <c:pt idx="1596">
                  <c:v>59.084461</c:v>
                </c:pt>
                <c:pt idx="1597">
                  <c:v>60.423753</c:v>
                </c:pt>
                <c:pt idx="1598">
                  <c:v>61.766427</c:v>
                </c:pt>
                <c:pt idx="1599">
                  <c:v>63.112321</c:v>
                </c:pt>
                <c:pt idx="1600">
                  <c:v>64.461285</c:v>
                </c:pt>
                <c:pt idx="1601">
                  <c:v>65.813183</c:v>
                </c:pt>
                <c:pt idx="1602">
                  <c:v>67.167887</c:v>
                </c:pt>
                <c:pt idx="1603">
                  <c:v>68.525280</c:v>
                </c:pt>
                <c:pt idx="1604">
                  <c:v>69.885254</c:v>
                </c:pt>
                <c:pt idx="1605">
                  <c:v>71.247708</c:v>
                </c:pt>
                <c:pt idx="1606">
                  <c:v>72.612550</c:v>
                </c:pt>
                <c:pt idx="1607">
                  <c:v>73.979692</c:v>
                </c:pt>
                <c:pt idx="1608">
                  <c:v>75.349054</c:v>
                </c:pt>
                <c:pt idx="1609">
                  <c:v>76.720562</c:v>
                </c:pt>
                <c:pt idx="1610">
                  <c:v>78.094144</c:v>
                </c:pt>
                <c:pt idx="1611">
                  <c:v>79.469737</c:v>
                </c:pt>
                <c:pt idx="1612">
                  <c:v>80.847278</c:v>
                </c:pt>
                <c:pt idx="1613">
                  <c:v>82.226712</c:v>
                </c:pt>
                <c:pt idx="1614">
                  <c:v>83.607984</c:v>
                </c:pt>
                <c:pt idx="1615">
                  <c:v>84.991045</c:v>
                </c:pt>
                <c:pt idx="1616">
                  <c:v>86.375847</c:v>
                </c:pt>
                <c:pt idx="1617">
                  <c:v>87.762347</c:v>
                </c:pt>
                <c:pt idx="1618">
                  <c:v>89.150502</c:v>
                </c:pt>
                <c:pt idx="1619">
                  <c:v>90.540275</c:v>
                </c:pt>
                <c:pt idx="1620">
                  <c:v>91.931628</c:v>
                </c:pt>
                <c:pt idx="1621">
                  <c:v>93.324527</c:v>
                </c:pt>
                <c:pt idx="1622">
                  <c:v>94.718939</c:v>
                </c:pt>
                <c:pt idx="1623">
                  <c:v>96.114834</c:v>
                </c:pt>
                <c:pt idx="1624">
                  <c:v>97.512181</c:v>
                </c:pt>
                <c:pt idx="1625">
                  <c:v>98.910955</c:v>
                </c:pt>
                <c:pt idx="1626">
                  <c:v>100.311128</c:v>
                </c:pt>
                <c:pt idx="1627">
                  <c:v>101.712676</c:v>
                </c:pt>
                <c:pt idx="1628">
                  <c:v>103.115575</c:v>
                </c:pt>
                <c:pt idx="1629">
                  <c:v>104.519804</c:v>
                </c:pt>
                <c:pt idx="1630">
                  <c:v>105.925342</c:v>
                </c:pt>
                <c:pt idx="1631">
                  <c:v>107.332169</c:v>
                </c:pt>
                <c:pt idx="1632">
                  <c:v>108.740265</c:v>
                </c:pt>
                <c:pt idx="1633">
                  <c:v>110.149613</c:v>
                </c:pt>
                <c:pt idx="1634">
                  <c:v>111.560195</c:v>
                </c:pt>
                <c:pt idx="1635">
                  <c:v>112.971995</c:v>
                </c:pt>
                <c:pt idx="1636">
                  <c:v>114.384999</c:v>
                </c:pt>
                <c:pt idx="1637">
                  <c:v>115.799190</c:v>
                </c:pt>
                <c:pt idx="1638">
                  <c:v>117.214555</c:v>
                </c:pt>
                <c:pt idx="1639">
                  <c:v>118.631081</c:v>
                </c:pt>
                <c:pt idx="1640">
                  <c:v>120.048754</c:v>
                </c:pt>
                <c:pt idx="1641">
                  <c:v>121.467562</c:v>
                </c:pt>
                <c:pt idx="1642">
                  <c:v>122.887494</c:v>
                </c:pt>
                <c:pt idx="1643">
                  <c:v>124.308539</c:v>
                </c:pt>
                <c:pt idx="1644">
                  <c:v>125.730685</c:v>
                </c:pt>
                <c:pt idx="1645">
                  <c:v>127.153923</c:v>
                </c:pt>
                <c:pt idx="1646">
                  <c:v>128.578242</c:v>
                </c:pt>
                <c:pt idx="1647">
                  <c:v>130.003633</c:v>
                </c:pt>
                <c:pt idx="1648">
                  <c:v>131.430088</c:v>
                </c:pt>
                <c:pt idx="1649">
                  <c:v>132.857597</c:v>
                </c:pt>
                <c:pt idx="1650">
                  <c:v>134.286153</c:v>
                </c:pt>
                <c:pt idx="1651">
                  <c:v>135.715747</c:v>
                </c:pt>
                <c:pt idx="1652">
                  <c:v>137.146372</c:v>
                </c:pt>
                <c:pt idx="1653">
                  <c:v>138.578020</c:v>
                </c:pt>
                <c:pt idx="1654">
                  <c:v>140.010684</c:v>
                </c:pt>
                <c:pt idx="1655">
                  <c:v>141.444358</c:v>
                </c:pt>
                <c:pt idx="1656">
                  <c:v>142.879034</c:v>
                </c:pt>
                <c:pt idx="1657">
                  <c:v>144.314708</c:v>
                </c:pt>
                <c:pt idx="1658">
                  <c:v>145.751372</c:v>
                </c:pt>
                <c:pt idx="1659">
                  <c:v>147.189020</c:v>
                </c:pt>
                <c:pt idx="1660">
                  <c:v>148.627648</c:v>
                </c:pt>
                <c:pt idx="1661">
                  <c:v>150.067249</c:v>
                </c:pt>
                <c:pt idx="1662">
                  <c:v>151.507819</c:v>
                </c:pt>
                <c:pt idx="1663">
                  <c:v>152.949352</c:v>
                </c:pt>
                <c:pt idx="1664">
                  <c:v>154.391843</c:v>
                </c:pt>
                <c:pt idx="1665">
                  <c:v>155.835288</c:v>
                </c:pt>
                <c:pt idx="1666">
                  <c:v>157.279682</c:v>
                </c:pt>
                <c:pt idx="1667">
                  <c:v>158.725020</c:v>
                </c:pt>
                <c:pt idx="1668">
                  <c:v>160.171299</c:v>
                </c:pt>
                <c:pt idx="1669">
                  <c:v>161.618513</c:v>
                </c:pt>
                <c:pt idx="1670">
                  <c:v>163.066660</c:v>
                </c:pt>
                <c:pt idx="1671">
                  <c:v>164.515734</c:v>
                </c:pt>
                <c:pt idx="1672">
                  <c:v>165.965732</c:v>
                </c:pt>
                <c:pt idx="1673">
                  <c:v>167.416651</c:v>
                </c:pt>
                <c:pt idx="1674">
                  <c:v>168.868487</c:v>
                </c:pt>
                <c:pt idx="1675">
                  <c:v>170.321236</c:v>
                </c:pt>
                <c:pt idx="1676">
                  <c:v>171.774894</c:v>
                </c:pt>
                <c:pt idx="1677">
                  <c:v>173.229459</c:v>
                </c:pt>
                <c:pt idx="1678">
                  <c:v>174.684927</c:v>
                </c:pt>
                <c:pt idx="1679">
                  <c:v>176.141294</c:v>
                </c:pt>
                <c:pt idx="1680">
                  <c:v>177.598558</c:v>
                </c:pt>
                <c:pt idx="1681">
                  <c:v>179.056716</c:v>
                </c:pt>
                <c:pt idx="1682">
                  <c:v>180.515764</c:v>
                </c:pt>
                <c:pt idx="1683">
                  <c:v>181.975700</c:v>
                </c:pt>
                <c:pt idx="1684">
                  <c:v>183.436521</c:v>
                </c:pt>
                <c:pt idx="1685">
                  <c:v>184.898223</c:v>
                </c:pt>
                <c:pt idx="1686">
                  <c:v>186.360804</c:v>
                </c:pt>
                <c:pt idx="1687">
                  <c:v>187.824261</c:v>
                </c:pt>
                <c:pt idx="1688">
                  <c:v>189.288592</c:v>
                </c:pt>
                <c:pt idx="1689">
                  <c:v>190.753794</c:v>
                </c:pt>
                <c:pt idx="1690">
                  <c:v>192.219863</c:v>
                </c:pt>
                <c:pt idx="1691">
                  <c:v>193.686798</c:v>
                </c:pt>
                <c:pt idx="1692">
                  <c:v>195.154596</c:v>
                </c:pt>
                <c:pt idx="1693">
                  <c:v>196.623254</c:v>
                </c:pt>
                <c:pt idx="1694">
                  <c:v>198.092770</c:v>
                </c:pt>
                <c:pt idx="1695">
                  <c:v>199.563142</c:v>
                </c:pt>
                <c:pt idx="1696">
                  <c:v>201.034365</c:v>
                </c:pt>
                <c:pt idx="1697">
                  <c:v>202.506439</c:v>
                </c:pt>
                <c:pt idx="1698">
                  <c:v>203.979361</c:v>
                </c:pt>
                <c:pt idx="1699">
                  <c:v>205.453128</c:v>
                </c:pt>
                <c:pt idx="1700">
                  <c:v>206.927738</c:v>
                </c:pt>
                <c:pt idx="1701">
                  <c:v>208.403188</c:v>
                </c:pt>
                <c:pt idx="1702">
                  <c:v>209.879476</c:v>
                </c:pt>
                <c:pt idx="1703">
                  <c:v>211.356600</c:v>
                </c:pt>
                <c:pt idx="1704">
                  <c:v>212.834557</c:v>
                </c:pt>
                <c:pt idx="1705">
                  <c:v>214.313344</c:v>
                </c:pt>
                <c:pt idx="1706">
                  <c:v>215.792959</c:v>
                </c:pt>
                <c:pt idx="1707">
                  <c:v>217.273400</c:v>
                </c:pt>
                <c:pt idx="1708">
                  <c:v>218.754665</c:v>
                </c:pt>
                <c:pt idx="1709">
                  <c:v>220.236750</c:v>
                </c:pt>
                <c:pt idx="1710">
                  <c:v>221.719653</c:v>
                </c:pt>
                <c:pt idx="1711">
                  <c:v>223.203372</c:v>
                </c:pt>
                <c:pt idx="1712">
                  <c:v>224.687905</c:v>
                </c:pt>
                <c:pt idx="1713">
                  <c:v>226.173248</c:v>
                </c:pt>
                <c:pt idx="1714">
                  <c:v>227.659400</c:v>
                </c:pt>
                <c:pt idx="1715">
                  <c:v>229.146358</c:v>
                </c:pt>
                <c:pt idx="1716">
                  <c:v>230.634118</c:v>
                </c:pt>
                <c:pt idx="1717">
                  <c:v>232.122680</c:v>
                </c:pt>
                <c:pt idx="1718">
                  <c:v>233.612039</c:v>
                </c:pt>
                <c:pt idx="1719">
                  <c:v>235.102194</c:v>
                </c:pt>
                <c:pt idx="1720">
                  <c:v>236.593141</c:v>
                </c:pt>
                <c:pt idx="1721">
                  <c:v>238.084879</c:v>
                </c:pt>
                <c:pt idx="1722">
                  <c:v>239.577404</c:v>
                </c:pt>
                <c:pt idx="1723">
                  <c:v>241.070714</c:v>
                </c:pt>
                <c:pt idx="1724">
                  <c:v>242.564805</c:v>
                </c:pt>
                <c:pt idx="1725">
                  <c:v>244.059676</c:v>
                </c:pt>
                <c:pt idx="1726">
                  <c:v>245.555323</c:v>
                </c:pt>
                <c:pt idx="1727">
                  <c:v>247.051743</c:v>
                </c:pt>
                <c:pt idx="1728">
                  <c:v>248.548934</c:v>
                </c:pt>
                <c:pt idx="1729">
                  <c:v>250.046892</c:v>
                </c:pt>
                <c:pt idx="1730">
                  <c:v>251.545615</c:v>
                </c:pt>
                <c:pt idx="1731">
                  <c:v>253.045100</c:v>
                </c:pt>
                <c:pt idx="1732">
                  <c:v>254.545343</c:v>
                </c:pt>
                <c:pt idx="1733">
                  <c:v>256.046341</c:v>
                </c:pt>
                <c:pt idx="1734">
                  <c:v>257.548092</c:v>
                </c:pt>
                <c:pt idx="1735">
                  <c:v>259.050592</c:v>
                </c:pt>
                <c:pt idx="1736">
                  <c:v>260.553838</c:v>
                </c:pt>
                <c:pt idx="1737">
                  <c:v>262.057827</c:v>
                </c:pt>
                <c:pt idx="1738">
                  <c:v>263.562555</c:v>
                </c:pt>
                <c:pt idx="1739">
                  <c:v>265.068019</c:v>
                </c:pt>
                <c:pt idx="1740">
                  <c:v>266.574215</c:v>
                </c:pt>
                <c:pt idx="1741">
                  <c:v>268.081141</c:v>
                </c:pt>
                <c:pt idx="1742">
                  <c:v>269.588792</c:v>
                </c:pt>
                <c:pt idx="1743">
                  <c:v>271.097166</c:v>
                </c:pt>
                <c:pt idx="1744">
                  <c:v>272.606258</c:v>
                </c:pt>
                <c:pt idx="1745">
                  <c:v>274.116064</c:v>
                </c:pt>
                <c:pt idx="1746">
                  <c:v>275.626582</c:v>
                </c:pt>
                <c:pt idx="1747">
                  <c:v>277.137807</c:v>
                </c:pt>
                <c:pt idx="1748">
                  <c:v>278.649736</c:v>
                </c:pt>
                <c:pt idx="1749">
                  <c:v>280.162364</c:v>
                </c:pt>
                <c:pt idx="1750">
                  <c:v>281.675688</c:v>
                </c:pt>
                <c:pt idx="1751">
                  <c:v>283.189703</c:v>
                </c:pt>
                <c:pt idx="1752">
                  <c:v>284.704406</c:v>
                </c:pt>
                <c:pt idx="1753">
                  <c:v>286.219792</c:v>
                </c:pt>
                <c:pt idx="1754">
                  <c:v>287.735858</c:v>
                </c:pt>
                <c:pt idx="1755">
                  <c:v>289.252598</c:v>
                </c:pt>
                <c:pt idx="1756">
                  <c:v>290.770010</c:v>
                </c:pt>
                <c:pt idx="1757">
                  <c:v>292.288087</c:v>
                </c:pt>
                <c:pt idx="1758">
                  <c:v>293.806827</c:v>
                </c:pt>
                <c:pt idx="1759">
                  <c:v>295.326223</c:v>
                </c:pt>
                <c:pt idx="1760">
                  <c:v>296.846273</c:v>
                </c:pt>
                <c:pt idx="1761">
                  <c:v>298.366970</c:v>
                </c:pt>
                <c:pt idx="1762">
                  <c:v>299.888311</c:v>
                </c:pt>
                <c:pt idx="1763">
                  <c:v>301.410290</c:v>
                </c:pt>
                <c:pt idx="1764">
                  <c:v>302.932903</c:v>
                </c:pt>
                <c:pt idx="1765">
                  <c:v>304.456145</c:v>
                </c:pt>
                <c:pt idx="1766">
                  <c:v>305.980011</c:v>
                </c:pt>
                <c:pt idx="1767">
                  <c:v>307.504495</c:v>
                </c:pt>
                <c:pt idx="1768">
                  <c:v>309.029592</c:v>
                </c:pt>
                <c:pt idx="1769">
                  <c:v>310.555298</c:v>
                </c:pt>
                <c:pt idx="1770">
                  <c:v>312.081607</c:v>
                </c:pt>
                <c:pt idx="1771">
                  <c:v>313.608514</c:v>
                </c:pt>
                <c:pt idx="1772">
                  <c:v>315.136012</c:v>
                </c:pt>
                <c:pt idx="1773">
                  <c:v>316.664098</c:v>
                </c:pt>
                <c:pt idx="1774">
                  <c:v>318.192764</c:v>
                </c:pt>
                <c:pt idx="1775">
                  <c:v>319.722005</c:v>
                </c:pt>
                <c:pt idx="1776">
                  <c:v>321.251816</c:v>
                </c:pt>
                <c:pt idx="1777">
                  <c:v>322.782190</c:v>
                </c:pt>
                <c:pt idx="1778">
                  <c:v>324.313122</c:v>
                </c:pt>
                <c:pt idx="1779">
                  <c:v>325.844606</c:v>
                </c:pt>
                <c:pt idx="1780">
                  <c:v>327.376635</c:v>
                </c:pt>
                <c:pt idx="1781">
                  <c:v>328.909203</c:v>
                </c:pt>
                <c:pt idx="1782">
                  <c:v>330.442305</c:v>
                </c:pt>
                <c:pt idx="1783">
                  <c:v>331.975933</c:v>
                </c:pt>
                <c:pt idx="1784">
                  <c:v>333.510081</c:v>
                </c:pt>
                <c:pt idx="1785">
                  <c:v>335.044743</c:v>
                </c:pt>
                <c:pt idx="1786">
                  <c:v>336.579912</c:v>
                </c:pt>
                <c:pt idx="1787">
                  <c:v>338.115581</c:v>
                </c:pt>
                <c:pt idx="1788">
                  <c:v>339.651743</c:v>
                </c:pt>
                <c:pt idx="1789">
                  <c:v>341.188393</c:v>
                </c:pt>
                <c:pt idx="1790">
                  <c:v>342.725521</c:v>
                </c:pt>
                <c:pt idx="1791">
                  <c:v>344.263122</c:v>
                </c:pt>
                <c:pt idx="1792">
                  <c:v>345.801189</c:v>
                </c:pt>
                <c:pt idx="1793">
                  <c:v>347.339713</c:v>
                </c:pt>
                <c:pt idx="1794">
                  <c:v>348.878688</c:v>
                </c:pt>
                <c:pt idx="1795">
                  <c:v>350.418106</c:v>
                </c:pt>
                <c:pt idx="1796">
                  <c:v>351.957960</c:v>
                </c:pt>
                <c:pt idx="1797">
                  <c:v>353.498242</c:v>
                </c:pt>
                <c:pt idx="1798">
                  <c:v>355.038944</c:v>
                </c:pt>
                <c:pt idx="1799">
                  <c:v>356.580058</c:v>
                </c:pt>
                <c:pt idx="1800">
                  <c:v>358.121577</c:v>
                </c:pt>
                <c:pt idx="1801">
                  <c:v>359.663492</c:v>
                </c:pt>
                <c:pt idx="1802">
                  <c:v>361.205795</c:v>
                </c:pt>
                <c:pt idx="1803">
                  <c:v>362.748478</c:v>
                </c:pt>
                <c:pt idx="1804">
                  <c:v>364.291533</c:v>
                </c:pt>
                <c:pt idx="1805">
                  <c:v>365.834950</c:v>
                </c:pt>
                <c:pt idx="1806">
                  <c:v>367.378723</c:v>
                </c:pt>
                <c:pt idx="1807">
                  <c:v>368.922841</c:v>
                </c:pt>
                <c:pt idx="1808">
                  <c:v>370.467297</c:v>
                </c:pt>
                <c:pt idx="1809">
                  <c:v>372.012081</c:v>
                </c:pt>
                <c:pt idx="1810">
                  <c:v>373.557184</c:v>
                </c:pt>
                <c:pt idx="1811">
                  <c:v>375.102597</c:v>
                </c:pt>
                <c:pt idx="1812">
                  <c:v>376.648312</c:v>
                </c:pt>
                <c:pt idx="1813">
                  <c:v>378.194318</c:v>
                </c:pt>
                <c:pt idx="1814">
                  <c:v>379.740607</c:v>
                </c:pt>
                <c:pt idx="1815">
                  <c:v>381.287169</c:v>
                </c:pt>
                <c:pt idx="1816">
                  <c:v>382.833994</c:v>
                </c:pt>
                <c:pt idx="1817">
                  <c:v>384.381073</c:v>
                </c:pt>
                <c:pt idx="1818">
                  <c:v>385.928395</c:v>
                </c:pt>
                <c:pt idx="1819">
                  <c:v>387.475952</c:v>
                </c:pt>
                <c:pt idx="1820">
                  <c:v>389.023732</c:v>
                </c:pt>
                <c:pt idx="1821">
                  <c:v>390.571725</c:v>
                </c:pt>
                <c:pt idx="1822">
                  <c:v>392.119923</c:v>
                </c:pt>
                <c:pt idx="1823">
                  <c:v>393.668313</c:v>
                </c:pt>
                <c:pt idx="1824">
                  <c:v>395.216885</c:v>
                </c:pt>
                <c:pt idx="1825">
                  <c:v>396.765630</c:v>
                </c:pt>
                <c:pt idx="1826">
                  <c:v>398.314536</c:v>
                </c:pt>
                <c:pt idx="1827">
                  <c:v>399.863592</c:v>
                </c:pt>
                <c:pt idx="1828">
                  <c:v>401.412788</c:v>
                </c:pt>
                <c:pt idx="1829">
                  <c:v>402.962112</c:v>
                </c:pt>
                <c:pt idx="1830">
                  <c:v>404.511553</c:v>
                </c:pt>
                <c:pt idx="1831">
                  <c:v>406.061100</c:v>
                </c:pt>
                <c:pt idx="1832">
                  <c:v>407.610742</c:v>
                </c:pt>
                <c:pt idx="1833">
                  <c:v>409.160467</c:v>
                </c:pt>
                <c:pt idx="1834">
                  <c:v>410.710263</c:v>
                </c:pt>
                <c:pt idx="1835">
                  <c:v>412.260118</c:v>
                </c:pt>
                <c:pt idx="1836">
                  <c:v>413.810022</c:v>
                </c:pt>
                <c:pt idx="1837">
                  <c:v>415.359961</c:v>
                </c:pt>
                <c:pt idx="1838">
                  <c:v>416.909924</c:v>
                </c:pt>
                <c:pt idx="1839">
                  <c:v>418.459899</c:v>
                </c:pt>
                <c:pt idx="1840">
                  <c:v>420.009872</c:v>
                </c:pt>
                <c:pt idx="1841">
                  <c:v>421.559832</c:v>
                </c:pt>
                <c:pt idx="1842">
                  <c:v>423.109767</c:v>
                </c:pt>
                <c:pt idx="1843">
                  <c:v>424.659662</c:v>
                </c:pt>
                <c:pt idx="1844">
                  <c:v>426.209507</c:v>
                </c:pt>
                <c:pt idx="1845">
                  <c:v>427.759286</c:v>
                </c:pt>
                <c:pt idx="1846">
                  <c:v>429.308989</c:v>
                </c:pt>
                <c:pt idx="1847">
                  <c:v>430.858601</c:v>
                </c:pt>
                <c:pt idx="1848">
                  <c:v>432.408108</c:v>
                </c:pt>
                <c:pt idx="1849">
                  <c:v>433.957499</c:v>
                </c:pt>
                <c:pt idx="1850">
                  <c:v>435.506759</c:v>
                </c:pt>
                <c:pt idx="1851">
                  <c:v>437.055874</c:v>
                </c:pt>
                <c:pt idx="1852">
                  <c:v>438.604831</c:v>
                </c:pt>
                <c:pt idx="1853">
                  <c:v>440.153615</c:v>
                </c:pt>
                <c:pt idx="1854">
                  <c:v>441.702213</c:v>
                </c:pt>
                <c:pt idx="1855">
                  <c:v>443.250611</c:v>
                </c:pt>
                <c:pt idx="1856">
                  <c:v>444.798794</c:v>
                </c:pt>
                <c:pt idx="1857">
                  <c:v>446.346748</c:v>
                </c:pt>
                <c:pt idx="1858">
                  <c:v>447.894458</c:v>
                </c:pt>
                <c:pt idx="1859">
                  <c:v>449.441911</c:v>
                </c:pt>
                <c:pt idx="1860">
                  <c:v>450.989090</c:v>
                </c:pt>
                <c:pt idx="1861">
                  <c:v>452.535981</c:v>
                </c:pt>
                <c:pt idx="1862">
                  <c:v>454.082569</c:v>
                </c:pt>
                <c:pt idx="1863">
                  <c:v>455.628839</c:v>
                </c:pt>
                <c:pt idx="1864">
                  <c:v>457.174775</c:v>
                </c:pt>
                <c:pt idx="1865">
                  <c:v>458.720363</c:v>
                </c:pt>
                <c:pt idx="1866">
                  <c:v>460.265586</c:v>
                </c:pt>
                <c:pt idx="1867">
                  <c:v>461.810430</c:v>
                </c:pt>
                <c:pt idx="1868">
                  <c:v>463.354878</c:v>
                </c:pt>
                <c:pt idx="1869">
                  <c:v>464.898914</c:v>
                </c:pt>
                <c:pt idx="1870">
                  <c:v>466.442523</c:v>
                </c:pt>
                <c:pt idx="1871">
                  <c:v>467.985688</c:v>
                </c:pt>
                <c:pt idx="1872">
                  <c:v>469.528393</c:v>
                </c:pt>
                <c:pt idx="1873">
                  <c:v>471.070622</c:v>
                </c:pt>
                <c:pt idx="1874">
                  <c:v>472.612358</c:v>
                </c:pt>
                <c:pt idx="1875">
                  <c:v>474.153584</c:v>
                </c:pt>
                <c:pt idx="1876">
                  <c:v>475.694284</c:v>
                </c:pt>
                <c:pt idx="1877">
                  <c:v>477.234441</c:v>
                </c:pt>
                <c:pt idx="1878">
                  <c:v>478.774038</c:v>
                </c:pt>
                <c:pt idx="1879">
                  <c:v>480.313057</c:v>
                </c:pt>
                <c:pt idx="1880">
                  <c:v>481.851482</c:v>
                </c:pt>
                <c:pt idx="1881">
                  <c:v>483.389296</c:v>
                </c:pt>
                <c:pt idx="1882">
                  <c:v>484.926479</c:v>
                </c:pt>
                <c:pt idx="1883">
                  <c:v>486.463016</c:v>
                </c:pt>
                <c:pt idx="1884">
                  <c:v>487.998889</c:v>
                </c:pt>
                <c:pt idx="1885">
                  <c:v>489.534078</c:v>
                </c:pt>
                <c:pt idx="1886">
                  <c:v>491.068567</c:v>
                </c:pt>
                <c:pt idx="1887">
                  <c:v>492.602338</c:v>
                </c:pt>
                <c:pt idx="1888">
                  <c:v>494.135371</c:v>
                </c:pt>
                <c:pt idx="1889">
                  <c:v>495.667649</c:v>
                </c:pt>
                <c:pt idx="1890">
                  <c:v>497.199154</c:v>
                </c:pt>
                <c:pt idx="1891">
                  <c:v>498.729866</c:v>
                </c:pt>
                <c:pt idx="1892">
                  <c:v>500.259767</c:v>
                </c:pt>
                <c:pt idx="1893">
                  <c:v>501.788839</c:v>
                </c:pt>
                <c:pt idx="1894">
                  <c:v>503.317062</c:v>
                </c:pt>
                <c:pt idx="1895">
                  <c:v>504.844416</c:v>
                </c:pt>
                <c:pt idx="1896">
                  <c:v>506.370884</c:v>
                </c:pt>
                <c:pt idx="1897">
                  <c:v>507.896446</c:v>
                </c:pt>
                <c:pt idx="1898">
                  <c:v>509.421081</c:v>
                </c:pt>
                <c:pt idx="1899">
                  <c:v>510.944772</c:v>
                </c:pt>
                <c:pt idx="1900">
                  <c:v>512.467497</c:v>
                </c:pt>
                <c:pt idx="1901">
                  <c:v>513.989238</c:v>
                </c:pt>
                <c:pt idx="1902">
                  <c:v>515.509975</c:v>
                </c:pt>
                <c:pt idx="1903">
                  <c:v>517.029686</c:v>
                </c:pt>
                <c:pt idx="1904">
                  <c:v>518.548353</c:v>
                </c:pt>
                <c:pt idx="1905">
                  <c:v>520.065955</c:v>
                </c:pt>
                <c:pt idx="1906">
                  <c:v>521.582472</c:v>
                </c:pt>
                <c:pt idx="1907">
                  <c:v>523.097883</c:v>
                </c:pt>
                <c:pt idx="1908">
                  <c:v>524.612167</c:v>
                </c:pt>
                <c:pt idx="1909">
                  <c:v>526.125305</c:v>
                </c:pt>
                <c:pt idx="1910">
                  <c:v>527.637275</c:v>
                </c:pt>
                <c:pt idx="1911">
                  <c:v>529.148056</c:v>
                </c:pt>
                <c:pt idx="1912">
                  <c:v>530.657627</c:v>
                </c:pt>
                <c:pt idx="1913">
                  <c:v>532.165968</c:v>
                </c:pt>
                <c:pt idx="1914">
                  <c:v>533.673056</c:v>
                </c:pt>
                <c:pt idx="1915">
                  <c:v>535.178871</c:v>
                </c:pt>
                <c:pt idx="1916">
                  <c:v>536.683391</c:v>
                </c:pt>
                <c:pt idx="1917">
                  <c:v>538.186595</c:v>
                </c:pt>
                <c:pt idx="1918">
                  <c:v>539.688461</c:v>
                </c:pt>
                <c:pt idx="1919">
                  <c:v>541.188967</c:v>
                </c:pt>
                <c:pt idx="1920">
                  <c:v>542.688091</c:v>
                </c:pt>
                <c:pt idx="1921">
                  <c:v>544.185812</c:v>
                </c:pt>
                <c:pt idx="1922">
                  <c:v>545.682107</c:v>
                </c:pt>
                <c:pt idx="1923">
                  <c:v>547.176954</c:v>
                </c:pt>
                <c:pt idx="1924">
                  <c:v>548.670331</c:v>
                </c:pt>
                <c:pt idx="1925">
                  <c:v>550.162215</c:v>
                </c:pt>
                <c:pt idx="1926">
                  <c:v>551.652584</c:v>
                </c:pt>
                <c:pt idx="1927">
                  <c:v>553.141416</c:v>
                </c:pt>
                <c:pt idx="1928">
                  <c:v>554.628688</c:v>
                </c:pt>
                <c:pt idx="1929">
                  <c:v>556.114376</c:v>
                </c:pt>
                <c:pt idx="1930">
                  <c:v>557.598459</c:v>
                </c:pt>
                <c:pt idx="1931">
                  <c:v>559.080913</c:v>
                </c:pt>
                <c:pt idx="1932">
                  <c:v>560.561716</c:v>
                </c:pt>
                <c:pt idx="1933">
                  <c:v>562.040843</c:v>
                </c:pt>
                <c:pt idx="1934">
                  <c:v>563.518272</c:v>
                </c:pt>
                <c:pt idx="1935">
                  <c:v>564.993980</c:v>
                </c:pt>
                <c:pt idx="1936">
                  <c:v>566.467943</c:v>
                </c:pt>
                <c:pt idx="1937">
                  <c:v>567.940138</c:v>
                </c:pt>
                <c:pt idx="1938">
                  <c:v>569.410541</c:v>
                </c:pt>
                <c:pt idx="1939">
                  <c:v>570.879128</c:v>
                </c:pt>
                <c:pt idx="1940">
                  <c:v>572.345876</c:v>
                </c:pt>
                <c:pt idx="1941">
                  <c:v>573.810762</c:v>
                </c:pt>
                <c:pt idx="1942">
                  <c:v>575.273760</c:v>
                </c:pt>
                <c:pt idx="1943">
                  <c:v>576.734847</c:v>
                </c:pt>
                <c:pt idx="1944">
                  <c:v>578.193999</c:v>
                </c:pt>
                <c:pt idx="1945">
                  <c:v>579.651193</c:v>
                </c:pt>
                <c:pt idx="1946">
                  <c:v>581.106403</c:v>
                </c:pt>
                <c:pt idx="1947">
                  <c:v>582.559605</c:v>
                </c:pt>
                <c:pt idx="1948">
                  <c:v>584.010776</c:v>
                </c:pt>
                <c:pt idx="1949">
                  <c:v>585.459890</c:v>
                </c:pt>
                <c:pt idx="1950">
                  <c:v>586.906924</c:v>
                </c:pt>
                <c:pt idx="1951">
                  <c:v>588.351852</c:v>
                </c:pt>
                <c:pt idx="1952">
                  <c:v>589.794650</c:v>
                </c:pt>
                <c:pt idx="1953">
                  <c:v>591.235294</c:v>
                </c:pt>
                <c:pt idx="1954">
                  <c:v>592.673758</c:v>
                </c:pt>
                <c:pt idx="1955">
                  <c:v>594.110018</c:v>
                </c:pt>
                <c:pt idx="1956">
                  <c:v>595.544049</c:v>
                </c:pt>
                <c:pt idx="1957">
                  <c:v>596.975826</c:v>
                </c:pt>
                <c:pt idx="1958">
                  <c:v>598.405324</c:v>
                </c:pt>
                <c:pt idx="1959">
                  <c:v>599.832518</c:v>
                </c:pt>
                <c:pt idx="1960">
                  <c:v>601.257383</c:v>
                </c:pt>
                <c:pt idx="1961">
                  <c:v>602.679893</c:v>
                </c:pt>
                <c:pt idx="1962">
                  <c:v>604.100024</c:v>
                </c:pt>
                <c:pt idx="1963">
                  <c:v>605.517750</c:v>
                </c:pt>
                <c:pt idx="1964">
                  <c:v>606.933046</c:v>
                </c:pt>
                <c:pt idx="1965">
                  <c:v>608.345887</c:v>
                </c:pt>
                <c:pt idx="1966">
                  <c:v>609.756247</c:v>
                </c:pt>
                <c:pt idx="1967">
                  <c:v>611.164101</c:v>
                </c:pt>
                <c:pt idx="1968">
                  <c:v>612.569422</c:v>
                </c:pt>
                <c:pt idx="1969">
                  <c:v>613.972187</c:v>
                </c:pt>
                <c:pt idx="1970">
                  <c:v>615.372369</c:v>
                </c:pt>
                <c:pt idx="1971">
                  <c:v>616.769942</c:v>
                </c:pt>
                <c:pt idx="1972">
                  <c:v>618.164882</c:v>
                </c:pt>
                <c:pt idx="1973">
                  <c:v>619.557161</c:v>
                </c:pt>
                <c:pt idx="1974">
                  <c:v>620.946756</c:v>
                </c:pt>
                <c:pt idx="1975">
                  <c:v>622.333639</c:v>
                </c:pt>
                <c:pt idx="1976">
                  <c:v>623.717785</c:v>
                </c:pt>
                <c:pt idx="1977">
                  <c:v>625.099168</c:v>
                </c:pt>
                <c:pt idx="1978">
                  <c:v>626.477763</c:v>
                </c:pt>
                <c:pt idx="1979">
                  <c:v>627.853544</c:v>
                </c:pt>
                <c:pt idx="1980">
                  <c:v>629.226485</c:v>
                </c:pt>
                <c:pt idx="1981">
                  <c:v>630.596559</c:v>
                </c:pt>
                <c:pt idx="1982">
                  <c:v>631.963742</c:v>
                </c:pt>
                <c:pt idx="1983">
                  <c:v>633.328007</c:v>
                </c:pt>
                <c:pt idx="1984">
                  <c:v>634.689328</c:v>
                </c:pt>
                <c:pt idx="1985">
                  <c:v>636.047679</c:v>
                </c:pt>
                <c:pt idx="1986">
                  <c:v>637.403035</c:v>
                </c:pt>
                <c:pt idx="1987">
                  <c:v>638.755369</c:v>
                </c:pt>
                <c:pt idx="1988">
                  <c:v>640.104656</c:v>
                </c:pt>
                <c:pt idx="1989">
                  <c:v>641.450870</c:v>
                </c:pt>
                <c:pt idx="1990">
                  <c:v>642.793984</c:v>
                </c:pt>
                <c:pt idx="1991">
                  <c:v>644.133972</c:v>
                </c:pt>
                <c:pt idx="1992">
                  <c:v>645.470810</c:v>
                </c:pt>
                <c:pt idx="1993">
                  <c:v>646.804470</c:v>
                </c:pt>
                <c:pt idx="1994">
                  <c:v>648.134927</c:v>
                </c:pt>
                <c:pt idx="1995">
                  <c:v>649.462154</c:v>
                </c:pt>
                <c:pt idx="1996">
                  <c:v>650.786127</c:v>
                </c:pt>
                <c:pt idx="1997">
                  <c:v>652.106819</c:v>
                </c:pt>
                <c:pt idx="1998">
                  <c:v>653.424204</c:v>
                </c:pt>
                <c:pt idx="1999">
                  <c:v>654.738256</c:v>
                </c:pt>
                <c:pt idx="2000">
                  <c:v>656.048949</c:v>
                </c:pt>
                <c:pt idx="2001">
                  <c:v>657.356258</c:v>
                </c:pt>
                <c:pt idx="2002">
                  <c:v>658.660157</c:v>
                </c:pt>
                <c:pt idx="2003">
                  <c:v>659.960620</c:v>
                </c:pt>
                <c:pt idx="2004">
                  <c:v>661.257620</c:v>
                </c:pt>
                <c:pt idx="2005">
                  <c:v>662.551133</c:v>
                </c:pt>
                <c:pt idx="2006">
                  <c:v>663.841133</c:v>
                </c:pt>
                <c:pt idx="2007">
                  <c:v>665.127593</c:v>
                </c:pt>
                <c:pt idx="2008">
                  <c:v>666.410489</c:v>
                </c:pt>
                <c:pt idx="2009">
                  <c:v>667.689794</c:v>
                </c:pt>
                <c:pt idx="2010">
                  <c:v>668.965484</c:v>
                </c:pt>
                <c:pt idx="2011">
                  <c:v>670.237532</c:v>
                </c:pt>
                <c:pt idx="2012">
                  <c:v>671.505913</c:v>
                </c:pt>
                <c:pt idx="2013">
                  <c:v>672.770601</c:v>
                </c:pt>
                <c:pt idx="2014">
                  <c:v>674.031572</c:v>
                </c:pt>
                <c:pt idx="2015">
                  <c:v>675.288799</c:v>
                </c:pt>
                <c:pt idx="2016">
                  <c:v>676.542257</c:v>
                </c:pt>
                <c:pt idx="2017">
                  <c:v>677.791922</c:v>
                </c:pt>
                <c:pt idx="2018">
                  <c:v>679.037768</c:v>
                </c:pt>
                <c:pt idx="2019">
                  <c:v>680.279769</c:v>
                </c:pt>
                <c:pt idx="2020">
                  <c:v>681.517901</c:v>
                </c:pt>
                <c:pt idx="2021">
                  <c:v>682.752138</c:v>
                </c:pt>
                <c:pt idx="2022">
                  <c:v>683.982456</c:v>
                </c:pt>
                <c:pt idx="2023">
                  <c:v>685.208830</c:v>
                </c:pt>
                <c:pt idx="2024">
                  <c:v>686.431234</c:v>
                </c:pt>
                <c:pt idx="2025">
                  <c:v>687.649645</c:v>
                </c:pt>
                <c:pt idx="2026">
                  <c:v>688.864036</c:v>
                </c:pt>
                <c:pt idx="2027">
                  <c:v>690.074384</c:v>
                </c:pt>
                <c:pt idx="2028">
                  <c:v>691.280664</c:v>
                </c:pt>
                <c:pt idx="2029">
                  <c:v>692.482852</c:v>
                </c:pt>
                <c:pt idx="2030">
                  <c:v>693.680922</c:v>
                </c:pt>
                <c:pt idx="2031">
                  <c:v>694.874851</c:v>
                </c:pt>
                <c:pt idx="2032">
                  <c:v>696.064614</c:v>
                </c:pt>
                <c:pt idx="2033">
                  <c:v>697.250188</c:v>
                </c:pt>
                <c:pt idx="2034">
                  <c:v>698.431547</c:v>
                </c:pt>
                <c:pt idx="2035">
                  <c:v>699.608669</c:v>
                </c:pt>
                <c:pt idx="2036">
                  <c:v>700.781528</c:v>
                </c:pt>
                <c:pt idx="2037">
                  <c:v>701.950102</c:v>
                </c:pt>
                <c:pt idx="2038">
                  <c:v>703.114365</c:v>
                </c:pt>
                <c:pt idx="2039">
                  <c:v>704.274296</c:v>
                </c:pt>
                <c:pt idx="2040">
                  <c:v>705.429869</c:v>
                </c:pt>
                <c:pt idx="2041">
                  <c:v>706.581063</c:v>
                </c:pt>
                <c:pt idx="2042">
                  <c:v>707.727852</c:v>
                </c:pt>
                <c:pt idx="2043">
                  <c:v>708.870214</c:v>
                </c:pt>
                <c:pt idx="2044">
                  <c:v>710.008126</c:v>
                </c:pt>
                <c:pt idx="2045">
                  <c:v>711.141564</c:v>
                </c:pt>
                <c:pt idx="2046">
                  <c:v>712.270506</c:v>
                </c:pt>
                <c:pt idx="2047">
                  <c:v>713.394929</c:v>
                </c:pt>
                <c:pt idx="2048">
                  <c:v>714.514809</c:v>
                </c:pt>
                <c:pt idx="2049">
                  <c:v>715.630125</c:v>
                </c:pt>
                <c:pt idx="2050">
                  <c:v>716.740853</c:v>
                </c:pt>
                <c:pt idx="2051">
                  <c:v>717.846971</c:v>
                </c:pt>
                <c:pt idx="2052">
                  <c:v>718.948457</c:v>
                </c:pt>
                <c:pt idx="2053">
                  <c:v>720.045289</c:v>
                </c:pt>
                <c:pt idx="2054">
                  <c:v>721.137444</c:v>
                </c:pt>
                <c:pt idx="2055">
                  <c:v>722.224901</c:v>
                </c:pt>
                <c:pt idx="2056">
                  <c:v>723.307637</c:v>
                </c:pt>
                <c:pt idx="2057">
                  <c:v>724.385631</c:v>
                </c:pt>
                <c:pt idx="2058">
                  <c:v>725.458861</c:v>
                </c:pt>
                <c:pt idx="2059">
                  <c:v>726.527306</c:v>
                </c:pt>
                <c:pt idx="2060">
                  <c:v>727.590944</c:v>
                </c:pt>
                <c:pt idx="2061">
                  <c:v>728.649753</c:v>
                </c:pt>
                <c:pt idx="2062">
                  <c:v>729.703714</c:v>
                </c:pt>
                <c:pt idx="2063">
                  <c:v>730.752805</c:v>
                </c:pt>
                <c:pt idx="2064">
                  <c:v>731.797004</c:v>
                </c:pt>
                <c:pt idx="2065">
                  <c:v>732.836291</c:v>
                </c:pt>
                <c:pt idx="2066">
                  <c:v>733.870646</c:v>
                </c:pt>
                <c:pt idx="2067">
                  <c:v>734.900048</c:v>
                </c:pt>
                <c:pt idx="2068">
                  <c:v>735.924477</c:v>
                </c:pt>
                <c:pt idx="2069">
                  <c:v>736.943912</c:v>
                </c:pt>
                <c:pt idx="2070">
                  <c:v>737.958334</c:v>
                </c:pt>
                <c:pt idx="2071">
                  <c:v>738.967721</c:v>
                </c:pt>
                <c:pt idx="2072">
                  <c:v>739.972056</c:v>
                </c:pt>
                <c:pt idx="2073">
                  <c:v>740.971317</c:v>
                </c:pt>
                <c:pt idx="2074">
                  <c:v>741.965486</c:v>
                </c:pt>
                <c:pt idx="2075">
                  <c:v>742.954542</c:v>
                </c:pt>
                <c:pt idx="2076">
                  <c:v>743.938467</c:v>
                </c:pt>
                <c:pt idx="2077">
                  <c:v>744.917242</c:v>
                </c:pt>
                <c:pt idx="2078">
                  <c:v>745.890848</c:v>
                </c:pt>
                <c:pt idx="2079">
                  <c:v>746.859265</c:v>
                </c:pt>
                <c:pt idx="2080">
                  <c:v>747.822475</c:v>
                </c:pt>
                <c:pt idx="2081">
                  <c:v>748.780460</c:v>
                </c:pt>
                <c:pt idx="2082">
                  <c:v>749.733201</c:v>
                </c:pt>
                <c:pt idx="2083">
                  <c:v>750.680680</c:v>
                </c:pt>
                <c:pt idx="2084">
                  <c:v>751.622879</c:v>
                </c:pt>
                <c:pt idx="2085">
                  <c:v>752.559780</c:v>
                </c:pt>
                <c:pt idx="2086">
                  <c:v>753.491366</c:v>
                </c:pt>
                <c:pt idx="2087">
                  <c:v>754.417617</c:v>
                </c:pt>
                <c:pt idx="2088">
                  <c:v>755.338518</c:v>
                </c:pt>
                <c:pt idx="2089">
                  <c:v>756.254050</c:v>
                </c:pt>
                <c:pt idx="2090">
                  <c:v>757.164197</c:v>
                </c:pt>
                <c:pt idx="2091">
                  <c:v>758.068942</c:v>
                </c:pt>
                <c:pt idx="2092">
                  <c:v>758.968267</c:v>
                </c:pt>
                <c:pt idx="2093">
                  <c:v>759.862156</c:v>
                </c:pt>
                <c:pt idx="2094">
                  <c:v>760.750592</c:v>
                </c:pt>
                <c:pt idx="2095">
                  <c:v>761.633559</c:v>
                </c:pt>
                <c:pt idx="2096">
                  <c:v>762.511041</c:v>
                </c:pt>
                <c:pt idx="2097">
                  <c:v>763.383022</c:v>
                </c:pt>
                <c:pt idx="2098">
                  <c:v>764.249485</c:v>
                </c:pt>
                <c:pt idx="2099">
                  <c:v>765.110415</c:v>
                </c:pt>
                <c:pt idx="2100">
                  <c:v>765.965796</c:v>
                </c:pt>
                <c:pt idx="2101">
                  <c:v>766.815613</c:v>
                </c:pt>
                <c:pt idx="2102">
                  <c:v>767.659851</c:v>
                </c:pt>
                <c:pt idx="2103">
                  <c:v>768.498493</c:v>
                </c:pt>
                <c:pt idx="2104">
                  <c:v>769.331527</c:v>
                </c:pt>
                <c:pt idx="2105">
                  <c:v>770.158935</c:v>
                </c:pt>
                <c:pt idx="2106">
                  <c:v>770.980704</c:v>
                </c:pt>
                <c:pt idx="2107">
                  <c:v>771.796820</c:v>
                </c:pt>
                <c:pt idx="2108">
                  <c:v>772.607267</c:v>
                </c:pt>
                <c:pt idx="2109">
                  <c:v>773.412032</c:v>
                </c:pt>
                <c:pt idx="2110">
                  <c:v>774.211101</c:v>
                </c:pt>
                <c:pt idx="2111">
                  <c:v>775.004460</c:v>
                </c:pt>
                <c:pt idx="2112">
                  <c:v>775.792094</c:v>
                </c:pt>
                <c:pt idx="2113">
                  <c:v>776.573991</c:v>
                </c:pt>
                <c:pt idx="2114">
                  <c:v>777.350137</c:v>
                </c:pt>
                <c:pt idx="2115">
                  <c:v>778.120519</c:v>
                </c:pt>
                <c:pt idx="2116">
                  <c:v>778.885123</c:v>
                </c:pt>
                <c:pt idx="2117">
                  <c:v>779.643937</c:v>
                </c:pt>
                <c:pt idx="2118">
                  <c:v>780.396948</c:v>
                </c:pt>
                <c:pt idx="2119">
                  <c:v>781.144144</c:v>
                </c:pt>
                <c:pt idx="2120">
                  <c:v>781.885511</c:v>
                </c:pt>
                <c:pt idx="2121">
                  <c:v>782.621038</c:v>
                </c:pt>
                <c:pt idx="2122">
                  <c:v>783.350713</c:v>
                </c:pt>
                <c:pt idx="2123">
                  <c:v>784.074522</c:v>
                </c:pt>
                <c:pt idx="2124">
                  <c:v>784.792456</c:v>
                </c:pt>
                <c:pt idx="2125">
                  <c:v>785.504501</c:v>
                </c:pt>
                <c:pt idx="2126">
                  <c:v>786.210647</c:v>
                </c:pt>
                <c:pt idx="2127">
                  <c:v>786.910882</c:v>
                </c:pt>
                <c:pt idx="2128">
                  <c:v>787.605194</c:v>
                </c:pt>
                <c:pt idx="2129">
                  <c:v>788.293574</c:v>
                </c:pt>
                <c:pt idx="2130">
                  <c:v>788.976009</c:v>
                </c:pt>
                <c:pt idx="2131">
                  <c:v>789.652489</c:v>
                </c:pt>
                <c:pt idx="2132">
                  <c:v>790.323004</c:v>
                </c:pt>
                <c:pt idx="2133">
                  <c:v>790.987543</c:v>
                </c:pt>
                <c:pt idx="2134">
                  <c:v>791.646096</c:v>
                </c:pt>
                <c:pt idx="2135">
                  <c:v>792.298652</c:v>
                </c:pt>
                <c:pt idx="2136">
                  <c:v>792.945203</c:v>
                </c:pt>
                <c:pt idx="2137">
                  <c:v>793.585737</c:v>
                </c:pt>
                <c:pt idx="2138">
                  <c:v>794.220245</c:v>
                </c:pt>
                <c:pt idx="2139">
                  <c:v>794.848718</c:v>
                </c:pt>
                <c:pt idx="2140">
                  <c:v>795.471146</c:v>
                </c:pt>
                <c:pt idx="2141">
                  <c:v>796.087521</c:v>
                </c:pt>
                <c:pt idx="2142">
                  <c:v>796.697832</c:v>
                </c:pt>
                <c:pt idx="2143">
                  <c:v>797.302072</c:v>
                </c:pt>
                <c:pt idx="2144">
                  <c:v>797.900231</c:v>
                </c:pt>
                <c:pt idx="2145">
                  <c:v>798.492300</c:v>
                </c:pt>
                <c:pt idx="2146">
                  <c:v>799.078272</c:v>
                </c:pt>
                <c:pt idx="2147">
                  <c:v>799.658137</c:v>
                </c:pt>
                <c:pt idx="2148">
                  <c:v>800.231889</c:v>
                </c:pt>
                <c:pt idx="2149">
                  <c:v>800.799517</c:v>
                </c:pt>
                <c:pt idx="2150">
                  <c:v>801.361016</c:v>
                </c:pt>
                <c:pt idx="2151">
                  <c:v>801.916376</c:v>
                </c:pt>
                <c:pt idx="2152">
                  <c:v>802.465591</c:v>
                </c:pt>
                <c:pt idx="2153">
                  <c:v>803.008653</c:v>
                </c:pt>
                <c:pt idx="2154">
                  <c:v>803.545554</c:v>
                </c:pt>
                <c:pt idx="2155">
                  <c:v>804.076288</c:v>
                </c:pt>
                <c:pt idx="2156">
                  <c:v>804.600847</c:v>
                </c:pt>
                <c:pt idx="2157">
                  <c:v>805.119224</c:v>
                </c:pt>
                <c:pt idx="2158">
                  <c:v>805.631413</c:v>
                </c:pt>
                <c:pt idx="2159">
                  <c:v>806.137407</c:v>
                </c:pt>
                <c:pt idx="2160">
                  <c:v>806.637200</c:v>
                </c:pt>
                <c:pt idx="2161">
                  <c:v>807.130784</c:v>
                </c:pt>
                <c:pt idx="2162">
                  <c:v>807.618155</c:v>
                </c:pt>
                <c:pt idx="2163">
                  <c:v>808.099305</c:v>
                </c:pt>
                <c:pt idx="2164">
                  <c:v>808.574229</c:v>
                </c:pt>
                <c:pt idx="2165">
                  <c:v>809.042922</c:v>
                </c:pt>
                <c:pt idx="2166">
                  <c:v>809.505376</c:v>
                </c:pt>
                <c:pt idx="2167">
                  <c:v>809.961588</c:v>
                </c:pt>
                <c:pt idx="2168">
                  <c:v>810.411551</c:v>
                </c:pt>
                <c:pt idx="2169">
                  <c:v>810.855260</c:v>
                </c:pt>
                <c:pt idx="2170">
                  <c:v>811.292710</c:v>
                </c:pt>
                <c:pt idx="2171">
                  <c:v>811.723896</c:v>
                </c:pt>
                <c:pt idx="2172">
                  <c:v>812.148813</c:v>
                </c:pt>
                <c:pt idx="2173">
                  <c:v>812.567456</c:v>
                </c:pt>
                <c:pt idx="2174">
                  <c:v>812.979821</c:v>
                </c:pt>
                <c:pt idx="2175">
                  <c:v>813.385904</c:v>
                </c:pt>
                <c:pt idx="2176">
                  <c:v>813.785699</c:v>
                </c:pt>
                <c:pt idx="2177">
                  <c:v>814.179202</c:v>
                </c:pt>
                <c:pt idx="2178">
                  <c:v>814.566410</c:v>
                </c:pt>
                <c:pt idx="2179">
                  <c:v>814.947318</c:v>
                </c:pt>
                <c:pt idx="2180">
                  <c:v>815.321923</c:v>
                </c:pt>
                <c:pt idx="2181">
                  <c:v>815.690220</c:v>
                </c:pt>
                <c:pt idx="2182">
                  <c:v>816.052206</c:v>
                </c:pt>
                <c:pt idx="2183">
                  <c:v>816.407878</c:v>
                </c:pt>
                <c:pt idx="2184">
                  <c:v>816.757233</c:v>
                </c:pt>
                <c:pt idx="2185">
                  <c:v>817.100266</c:v>
                </c:pt>
                <c:pt idx="2186">
                  <c:v>817.436974</c:v>
                </c:pt>
                <c:pt idx="2187">
                  <c:v>817.767356</c:v>
                </c:pt>
                <c:pt idx="2188">
                  <c:v>818.091407</c:v>
                </c:pt>
                <c:pt idx="2189">
                  <c:v>818.409126</c:v>
                </c:pt>
                <c:pt idx="2190">
                  <c:v>818.720509</c:v>
                </c:pt>
                <c:pt idx="2191">
                  <c:v>819.025553</c:v>
                </c:pt>
                <c:pt idx="2192">
                  <c:v>819.324257</c:v>
                </c:pt>
                <c:pt idx="2193">
                  <c:v>819.616618</c:v>
                </c:pt>
                <c:pt idx="2194">
                  <c:v>819.902634</c:v>
                </c:pt>
                <c:pt idx="2195">
                  <c:v>820.182303</c:v>
                </c:pt>
                <c:pt idx="2196">
                  <c:v>820.455622</c:v>
                </c:pt>
                <c:pt idx="2197">
                  <c:v>820.722590</c:v>
                </c:pt>
                <c:pt idx="2198">
                  <c:v>820.983206</c:v>
                </c:pt>
                <c:pt idx="2199">
                  <c:v>821.237467</c:v>
                </c:pt>
                <c:pt idx="2200">
                  <c:v>821.485372</c:v>
                </c:pt>
                <c:pt idx="2201">
                  <c:v>821.726919</c:v>
                </c:pt>
                <c:pt idx="2202">
                  <c:v>821.962108</c:v>
                </c:pt>
                <c:pt idx="2203">
                  <c:v>822.190938</c:v>
                </c:pt>
                <c:pt idx="2204">
                  <c:v>822.413406</c:v>
                </c:pt>
                <c:pt idx="2205">
                  <c:v>822.629512</c:v>
                </c:pt>
                <c:pt idx="2206">
                  <c:v>822.839256</c:v>
                </c:pt>
                <c:pt idx="2207">
                  <c:v>823.042637</c:v>
                </c:pt>
                <c:pt idx="2208">
                  <c:v>823.239653</c:v>
                </c:pt>
                <c:pt idx="2209">
                  <c:v>823.430305</c:v>
                </c:pt>
                <c:pt idx="2210">
                  <c:v>823.614592</c:v>
                </c:pt>
                <c:pt idx="2211">
                  <c:v>823.792514</c:v>
                </c:pt>
                <c:pt idx="2212">
                  <c:v>823.964070</c:v>
                </c:pt>
                <c:pt idx="2213">
                  <c:v>824.129261</c:v>
                </c:pt>
                <c:pt idx="2214">
                  <c:v>824.288087</c:v>
                </c:pt>
                <c:pt idx="2215">
                  <c:v>824.440548</c:v>
                </c:pt>
                <c:pt idx="2216">
                  <c:v>824.586643</c:v>
                </c:pt>
                <c:pt idx="2217">
                  <c:v>824.726374</c:v>
                </c:pt>
                <c:pt idx="2218">
                  <c:v>824.859741</c:v>
                </c:pt>
                <c:pt idx="2219">
                  <c:v>824.986744</c:v>
                </c:pt>
                <c:pt idx="2220">
                  <c:v>825.107385</c:v>
                </c:pt>
                <c:pt idx="2221">
                  <c:v>825.221664</c:v>
                </c:pt>
                <c:pt idx="2222">
                  <c:v>825.329582</c:v>
                </c:pt>
                <c:pt idx="2223">
                  <c:v>825.431139</c:v>
                </c:pt>
                <c:pt idx="2224">
                  <c:v>825.526338</c:v>
                </c:pt>
                <c:pt idx="2225">
                  <c:v>825.615180</c:v>
                </c:pt>
                <c:pt idx="2226">
                  <c:v>825.697665</c:v>
                </c:pt>
                <c:pt idx="2227">
                  <c:v>825.773795</c:v>
                </c:pt>
                <c:pt idx="2228">
                  <c:v>825.843573</c:v>
                </c:pt>
                <c:pt idx="2229">
                  <c:v>825.906999</c:v>
                </c:pt>
                <c:pt idx="2230">
                  <c:v>825.964075</c:v>
                </c:pt>
                <c:pt idx="2231">
                  <c:v>826.014804</c:v>
                </c:pt>
                <c:pt idx="2232">
                  <c:v>826.059187</c:v>
                </c:pt>
                <c:pt idx="2233">
                  <c:v>826.097226</c:v>
                </c:pt>
                <c:pt idx="2234">
                  <c:v>826.128924</c:v>
                </c:pt>
                <c:pt idx="2235">
                  <c:v>826.154284</c:v>
                </c:pt>
                <c:pt idx="2236">
                  <c:v>826.173306</c:v>
                </c:pt>
                <c:pt idx="2237">
                  <c:v>826.185995</c:v>
                </c:pt>
                <c:pt idx="2238">
                  <c:v>826.192353</c:v>
                </c:pt>
                <c:pt idx="2239">
                  <c:v>826.192383</c:v>
                </c:pt>
                <c:pt idx="2240">
                  <c:v>826.186087</c:v>
                </c:pt>
                <c:pt idx="2241">
                  <c:v>826.173469</c:v>
                </c:pt>
                <c:pt idx="2242">
                  <c:v>826.154531</c:v>
                </c:pt>
                <c:pt idx="2243">
                  <c:v>826.129278</c:v>
                </c:pt>
                <c:pt idx="2244">
                  <c:v>826.097712</c:v>
                </c:pt>
                <c:pt idx="2245">
                  <c:v>826.059837</c:v>
                </c:pt>
                <c:pt idx="2246">
                  <c:v>826.015656</c:v>
                </c:pt>
                <c:pt idx="2247">
                  <c:v>825.965174</c:v>
                </c:pt>
                <c:pt idx="2248">
                  <c:v>825.908394</c:v>
                </c:pt>
                <c:pt idx="2249">
                  <c:v>825.845320</c:v>
                </c:pt>
                <c:pt idx="2250">
                  <c:v>825.775956</c:v>
                </c:pt>
                <c:pt idx="2251">
                  <c:v>825.700306</c:v>
                </c:pt>
                <c:pt idx="2252">
                  <c:v>825.618376</c:v>
                </c:pt>
                <c:pt idx="2253">
                  <c:v>825.530168</c:v>
                </c:pt>
                <c:pt idx="2254">
                  <c:v>825.435687</c:v>
                </c:pt>
                <c:pt idx="2255">
                  <c:v>825.334939</c:v>
                </c:pt>
                <c:pt idx="2256">
                  <c:v>825.227929</c:v>
                </c:pt>
                <c:pt idx="2257">
                  <c:v>825.114660</c:v>
                </c:pt>
                <c:pt idx="2258">
                  <c:v>824.995138</c:v>
                </c:pt>
                <c:pt idx="2259">
                  <c:v>824.869368</c:v>
                </c:pt>
                <c:pt idx="2260">
                  <c:v>824.737356</c:v>
                </c:pt>
                <c:pt idx="2261">
                  <c:v>824.599107</c:v>
                </c:pt>
                <c:pt idx="2262">
                  <c:v>824.454626</c:v>
                </c:pt>
                <c:pt idx="2263">
                  <c:v>824.303919</c:v>
                </c:pt>
                <c:pt idx="2264">
                  <c:v>824.146992</c:v>
                </c:pt>
                <c:pt idx="2265">
                  <c:v>823.983850</c:v>
                </c:pt>
                <c:pt idx="2266">
                  <c:v>823.814500</c:v>
                </c:pt>
                <c:pt idx="2267">
                  <c:v>823.638948</c:v>
                </c:pt>
                <c:pt idx="2268">
                  <c:v>823.457200</c:v>
                </c:pt>
                <c:pt idx="2269">
                  <c:v>823.269263</c:v>
                </c:pt>
                <c:pt idx="2270">
                  <c:v>823.075143</c:v>
                </c:pt>
                <c:pt idx="2271">
                  <c:v>822.874847</c:v>
                </c:pt>
                <c:pt idx="2272">
                  <c:v>822.668381</c:v>
                </c:pt>
                <c:pt idx="2273">
                  <c:v>822.455752</c:v>
                </c:pt>
                <c:pt idx="2274">
                  <c:v>822.236968</c:v>
                </c:pt>
                <c:pt idx="2275">
                  <c:v>822.012036</c:v>
                </c:pt>
                <c:pt idx="2276">
                  <c:v>821.780963</c:v>
                </c:pt>
                <c:pt idx="2277">
                  <c:v>821.543756</c:v>
                </c:pt>
                <c:pt idx="2278">
                  <c:v>821.300423</c:v>
                </c:pt>
                <c:pt idx="2279">
                  <c:v>821.050972</c:v>
                </c:pt>
                <c:pt idx="2280">
                  <c:v>820.795411</c:v>
                </c:pt>
                <c:pt idx="2281">
                  <c:v>820.533748</c:v>
                </c:pt>
                <c:pt idx="2282">
                  <c:v>820.265990</c:v>
                </c:pt>
                <c:pt idx="2283">
                  <c:v>819.992146</c:v>
                </c:pt>
                <c:pt idx="2284">
                  <c:v>819.712225</c:v>
                </c:pt>
                <c:pt idx="2285">
                  <c:v>819.426235</c:v>
                </c:pt>
                <c:pt idx="2286">
                  <c:v>819.134184</c:v>
                </c:pt>
                <c:pt idx="2287">
                  <c:v>818.836082</c:v>
                </c:pt>
                <c:pt idx="2288">
                  <c:v>818.531938</c:v>
                </c:pt>
                <c:pt idx="2289">
                  <c:v>818.221760</c:v>
                </c:pt>
                <c:pt idx="2290">
                  <c:v>817.905558</c:v>
                </c:pt>
                <c:pt idx="2291">
                  <c:v>817.583342</c:v>
                </c:pt>
                <c:pt idx="2292">
                  <c:v>817.255120</c:v>
                </c:pt>
                <c:pt idx="2293">
                  <c:v>816.920903</c:v>
                </c:pt>
                <c:pt idx="2294">
                  <c:v>816.580700</c:v>
                </c:pt>
                <c:pt idx="2295">
                  <c:v>816.234522</c:v>
                </c:pt>
                <c:pt idx="2296">
                  <c:v>815.882378</c:v>
                </c:pt>
                <c:pt idx="2297">
                  <c:v>815.524279</c:v>
                </c:pt>
                <c:pt idx="2298">
                  <c:v>815.160235</c:v>
                </c:pt>
                <c:pt idx="2299">
                  <c:v>814.790257</c:v>
                </c:pt>
                <c:pt idx="2300">
                  <c:v>814.414356</c:v>
                </c:pt>
                <c:pt idx="2301">
                  <c:v>814.032542</c:v>
                </c:pt>
                <c:pt idx="2302">
                  <c:v>813.644826</c:v>
                </c:pt>
                <c:pt idx="2303">
                  <c:v>813.251220</c:v>
                </c:pt>
                <c:pt idx="2304">
                  <c:v>812.851735</c:v>
                </c:pt>
                <c:pt idx="2305">
                  <c:v>812.446382</c:v>
                </c:pt>
                <c:pt idx="2306">
                  <c:v>812.035173</c:v>
                </c:pt>
                <c:pt idx="2307">
                  <c:v>811.618120</c:v>
                </c:pt>
                <c:pt idx="2308">
                  <c:v>811.195234</c:v>
                </c:pt>
                <c:pt idx="2309">
                  <c:v>810.766529</c:v>
                </c:pt>
                <c:pt idx="2310">
                  <c:v>810.332016</c:v>
                </c:pt>
                <c:pt idx="2311">
                  <c:v>809.891707</c:v>
                </c:pt>
                <c:pt idx="2312">
                  <c:v>809.445615</c:v>
                </c:pt>
                <c:pt idx="2313">
                  <c:v>808.993753</c:v>
                </c:pt>
                <c:pt idx="2314">
                  <c:v>808.536133</c:v>
                </c:pt>
                <c:pt idx="2315">
                  <c:v>808.072769</c:v>
                </c:pt>
                <c:pt idx="2316">
                  <c:v>807.603674</c:v>
                </c:pt>
                <c:pt idx="2317">
                  <c:v>807.128861</c:v>
                </c:pt>
                <c:pt idx="2318">
                  <c:v>806.648344</c:v>
                </c:pt>
                <c:pt idx="2319">
                  <c:v>806.162136</c:v>
                </c:pt>
                <c:pt idx="2320">
                  <c:v>805.670252</c:v>
                </c:pt>
                <c:pt idx="2321">
                  <c:v>805.172704</c:v>
                </c:pt>
                <c:pt idx="2322">
                  <c:v>804.669508</c:v>
                </c:pt>
                <c:pt idx="2323">
                  <c:v>804.160677</c:v>
                </c:pt>
                <c:pt idx="2324">
                  <c:v>803.646226</c:v>
                </c:pt>
                <c:pt idx="2325">
                  <c:v>803.126170</c:v>
                </c:pt>
                <c:pt idx="2326">
                  <c:v>802.600523</c:v>
                </c:pt>
                <c:pt idx="2327">
                  <c:v>802.069301</c:v>
                </c:pt>
                <c:pt idx="2328">
                  <c:v>801.532518</c:v>
                </c:pt>
                <c:pt idx="2329">
                  <c:v>800.990189</c:v>
                </c:pt>
                <c:pt idx="2330">
                  <c:v>800.442331</c:v>
                </c:pt>
                <c:pt idx="2331">
                  <c:v>799.888958</c:v>
                </c:pt>
                <c:pt idx="2332">
                  <c:v>799.330087</c:v>
                </c:pt>
                <c:pt idx="2333">
                  <c:v>798.765733</c:v>
                </c:pt>
                <c:pt idx="2334">
                  <c:v>798.195912</c:v>
                </c:pt>
                <c:pt idx="2335">
                  <c:v>797.620641</c:v>
                </c:pt>
                <c:pt idx="2336">
                  <c:v>797.039935</c:v>
                </c:pt>
                <c:pt idx="2337">
                  <c:v>796.453812</c:v>
                </c:pt>
                <c:pt idx="2338">
                  <c:v>795.862288</c:v>
                </c:pt>
                <c:pt idx="2339">
                  <c:v>795.265380</c:v>
                </c:pt>
                <c:pt idx="2340">
                  <c:v>794.663105</c:v>
                </c:pt>
                <c:pt idx="2341">
                  <c:v>794.055480</c:v>
                </c:pt>
                <c:pt idx="2342">
                  <c:v>793.442523</c:v>
                </c:pt>
                <c:pt idx="2343">
                  <c:v>792.824250</c:v>
                </c:pt>
                <c:pt idx="2344">
                  <c:v>792.200680</c:v>
                </c:pt>
                <c:pt idx="2345">
                  <c:v>791.571831</c:v>
                </c:pt>
                <c:pt idx="2346">
                  <c:v>790.937719</c:v>
                </c:pt>
                <c:pt idx="2347">
                  <c:v>790.298365</c:v>
                </c:pt>
                <c:pt idx="2348">
                  <c:v>789.653785</c:v>
                </c:pt>
                <c:pt idx="2349">
                  <c:v>789.003998</c:v>
                </c:pt>
                <c:pt idx="2350">
                  <c:v>788.349023</c:v>
                </c:pt>
                <c:pt idx="2351">
                  <c:v>787.688878</c:v>
                </c:pt>
                <c:pt idx="2352">
                  <c:v>787.023583</c:v>
                </c:pt>
                <c:pt idx="2353">
                  <c:v>786.353157</c:v>
                </c:pt>
                <c:pt idx="2354">
                  <c:v>785.677618</c:v>
                </c:pt>
                <c:pt idx="2355">
                  <c:v>784.996986</c:v>
                </c:pt>
                <c:pt idx="2356">
                  <c:v>784.311281</c:v>
                </c:pt>
                <c:pt idx="2357">
                  <c:v>783.620521</c:v>
                </c:pt>
                <c:pt idx="2358">
                  <c:v>782.924728</c:v>
                </c:pt>
                <c:pt idx="2359">
                  <c:v>782.223921</c:v>
                </c:pt>
                <c:pt idx="2360">
                  <c:v>781.518120</c:v>
                </c:pt>
                <c:pt idx="2361">
                  <c:v>780.807346</c:v>
                </c:pt>
                <c:pt idx="2362">
                  <c:v>780.091618</c:v>
                </c:pt>
                <c:pt idx="2363">
                  <c:v>779.370958</c:v>
                </c:pt>
                <c:pt idx="2364">
                  <c:v>778.645386</c:v>
                </c:pt>
                <c:pt idx="2365">
                  <c:v>777.914922</c:v>
                </c:pt>
                <c:pt idx="2366">
                  <c:v>777.179589</c:v>
                </c:pt>
                <c:pt idx="2367">
                  <c:v>776.439407</c:v>
                </c:pt>
                <c:pt idx="2368">
                  <c:v>775.694398</c:v>
                </c:pt>
                <c:pt idx="2369">
                  <c:v>774.944582</c:v>
                </c:pt>
                <c:pt idx="2370">
                  <c:v>774.189981</c:v>
                </c:pt>
                <c:pt idx="2371">
                  <c:v>773.430618</c:v>
                </c:pt>
                <c:pt idx="2372">
                  <c:v>772.666514</c:v>
                </c:pt>
                <c:pt idx="2373">
                  <c:v>771.897691</c:v>
                </c:pt>
                <c:pt idx="2374">
                  <c:v>771.124171</c:v>
                </c:pt>
                <c:pt idx="2375">
                  <c:v>770.345977</c:v>
                </c:pt>
                <c:pt idx="2376">
                  <c:v>769.563130</c:v>
                </c:pt>
                <c:pt idx="2377">
                  <c:v>768.775654</c:v>
                </c:pt>
                <c:pt idx="2378">
                  <c:v>767.983571</c:v>
                </c:pt>
                <c:pt idx="2379">
                  <c:v>767.186904</c:v>
                </c:pt>
                <c:pt idx="2380">
                  <c:v>766.385675</c:v>
                </c:pt>
                <c:pt idx="2381">
                  <c:v>765.579909</c:v>
                </c:pt>
                <c:pt idx="2382">
                  <c:v>764.769627</c:v>
                </c:pt>
                <c:pt idx="2383">
                  <c:v>763.954854</c:v>
                </c:pt>
                <c:pt idx="2384">
                  <c:v>763.135613</c:v>
                </c:pt>
                <c:pt idx="2385">
                  <c:v>762.311927</c:v>
                </c:pt>
                <c:pt idx="2386">
                  <c:v>761.483821</c:v>
                </c:pt>
                <c:pt idx="2387">
                  <c:v>760.651317</c:v>
                </c:pt>
                <c:pt idx="2388">
                  <c:v>759.814440</c:v>
                </c:pt>
                <c:pt idx="2389">
                  <c:v>758.973215</c:v>
                </c:pt>
                <c:pt idx="2390">
                  <c:v>758.127664</c:v>
                </c:pt>
                <c:pt idx="2391">
                  <c:v>757.277813</c:v>
                </c:pt>
                <c:pt idx="2392">
                  <c:v>756.423685</c:v>
                </c:pt>
                <c:pt idx="2393">
                  <c:v>755.565306</c:v>
                </c:pt>
                <c:pt idx="2394">
                  <c:v>754.702700</c:v>
                </c:pt>
                <c:pt idx="2395">
                  <c:v>753.835892</c:v>
                </c:pt>
                <c:pt idx="2396">
                  <c:v>752.964906</c:v>
                </c:pt>
                <c:pt idx="2397">
                  <c:v>752.089767</c:v>
                </c:pt>
                <c:pt idx="2398">
                  <c:v>751.210501</c:v>
                </c:pt>
                <c:pt idx="2399">
                  <c:v>750.327133</c:v>
                </c:pt>
                <c:pt idx="2400">
                  <c:v>749.439688</c:v>
                </c:pt>
                <c:pt idx="2401">
                  <c:v>748.548191</c:v>
                </c:pt>
                <c:pt idx="2402">
                  <c:v>747.652668</c:v>
                </c:pt>
                <c:pt idx="2403">
                  <c:v>746.753144</c:v>
                </c:pt>
                <c:pt idx="2404">
                  <c:v>745.849645</c:v>
                </c:pt>
                <c:pt idx="2405">
                  <c:v>744.942197</c:v>
                </c:pt>
                <c:pt idx="2406">
                  <c:v>744.030826</c:v>
                </c:pt>
                <c:pt idx="2407">
                  <c:v>743.115557</c:v>
                </c:pt>
                <c:pt idx="2408">
                  <c:v>742.196416</c:v>
                </c:pt>
                <c:pt idx="2409">
                  <c:v>741.273430</c:v>
                </c:pt>
                <c:pt idx="2410">
                  <c:v>740.346625</c:v>
                </c:pt>
                <c:pt idx="2411">
                  <c:v>739.416027</c:v>
                </c:pt>
                <c:pt idx="2412">
                  <c:v>738.481662</c:v>
                </c:pt>
                <c:pt idx="2413">
                  <c:v>737.543557</c:v>
                </c:pt>
                <c:pt idx="2414">
                  <c:v>736.601739</c:v>
                </c:pt>
                <c:pt idx="2415">
                  <c:v>735.656233</c:v>
                </c:pt>
                <c:pt idx="2416">
                  <c:v>734.707067</c:v>
                </c:pt>
                <c:pt idx="2417">
                  <c:v>733.754267</c:v>
                </c:pt>
                <c:pt idx="2418">
                  <c:v>732.797860</c:v>
                </c:pt>
                <c:pt idx="2419">
                  <c:v>731.837873</c:v>
                </c:pt>
                <c:pt idx="2420">
                  <c:v>730.874333</c:v>
                </c:pt>
                <c:pt idx="2421">
                  <c:v>729.907266</c:v>
                </c:pt>
                <c:pt idx="2422">
                  <c:v>728.936701</c:v>
                </c:pt>
                <c:pt idx="2423">
                  <c:v>727.962663</c:v>
                </c:pt>
                <c:pt idx="2424">
                  <c:v>726.985181</c:v>
                </c:pt>
                <c:pt idx="2425">
                  <c:v>726.004281</c:v>
                </c:pt>
                <c:pt idx="2426">
                  <c:v>725.019990</c:v>
                </c:pt>
                <c:pt idx="2427">
                  <c:v>724.032337</c:v>
                </c:pt>
                <c:pt idx="2428">
                  <c:v>723.041348</c:v>
                </c:pt>
                <c:pt idx="2429">
                  <c:v>722.047050</c:v>
                </c:pt>
                <c:pt idx="2430">
                  <c:v>721.049472</c:v>
                </c:pt>
                <c:pt idx="2431">
                  <c:v>720.048640</c:v>
                </c:pt>
                <c:pt idx="2432">
                  <c:v>719.044583</c:v>
                </c:pt>
                <c:pt idx="2433">
                  <c:v>718.037328</c:v>
                </c:pt>
                <c:pt idx="2434">
                  <c:v>717.026902</c:v>
                </c:pt>
                <c:pt idx="2435">
                  <c:v>716.013334</c:v>
                </c:pt>
                <c:pt idx="2436">
                  <c:v>714.996650</c:v>
                </c:pt>
                <c:pt idx="2437">
                  <c:v>713.976880</c:v>
                </c:pt>
                <c:pt idx="2438">
                  <c:v>712.954049</c:v>
                </c:pt>
                <c:pt idx="2439">
                  <c:v>711.928187</c:v>
                </c:pt>
                <c:pt idx="2440">
                  <c:v>710.899321</c:v>
                </c:pt>
                <c:pt idx="2441">
                  <c:v>709.867479</c:v>
                </c:pt>
                <c:pt idx="2442">
                  <c:v>708.832689</c:v>
                </c:pt>
                <c:pt idx="2443">
                  <c:v>707.794978</c:v>
                </c:pt>
                <c:pt idx="2444">
                  <c:v>706.754375</c:v>
                </c:pt>
                <c:pt idx="2445">
                  <c:v>705.710908</c:v>
                </c:pt>
                <c:pt idx="2446">
                  <c:v>704.664604</c:v>
                </c:pt>
                <c:pt idx="2447">
                  <c:v>703.615491</c:v>
                </c:pt>
                <c:pt idx="2448">
                  <c:v>702.563598</c:v>
                </c:pt>
                <c:pt idx="2449">
                  <c:v>701.508952</c:v>
                </c:pt>
                <c:pt idx="2450">
                  <c:v>700.451582</c:v>
                </c:pt>
                <c:pt idx="2451">
                  <c:v>699.391515</c:v>
                </c:pt>
                <c:pt idx="2452">
                  <c:v>698.328780</c:v>
                </c:pt>
                <c:pt idx="2453">
                  <c:v>697.263404</c:v>
                </c:pt>
                <c:pt idx="2454">
                  <c:v>696.195415</c:v>
                </c:pt>
                <c:pt idx="2455">
                  <c:v>695.124842</c:v>
                </c:pt>
                <c:pt idx="2456">
                  <c:v>694.051712</c:v>
                </c:pt>
                <c:pt idx="2457">
                  <c:v>692.976053</c:v>
                </c:pt>
                <c:pt idx="2458">
                  <c:v>691.897893</c:v>
                </c:pt>
                <c:pt idx="2459">
                  <c:v>690.817261</c:v>
                </c:pt>
                <c:pt idx="2460">
                  <c:v>689.734184</c:v>
                </c:pt>
                <c:pt idx="2461">
                  <c:v>688.648691</c:v>
                </c:pt>
                <c:pt idx="2462">
                  <c:v>687.560808</c:v>
                </c:pt>
                <c:pt idx="2463">
                  <c:v>686.470564</c:v>
                </c:pt>
                <c:pt idx="2464">
                  <c:v>685.377987</c:v>
                </c:pt>
                <c:pt idx="2465">
                  <c:v>684.283105</c:v>
                </c:pt>
                <c:pt idx="2466">
                  <c:v>683.185946</c:v>
                </c:pt>
                <c:pt idx="2467">
                  <c:v>682.086536</c:v>
                </c:pt>
                <c:pt idx="2468">
                  <c:v>680.984905</c:v>
                </c:pt>
                <c:pt idx="2469">
                  <c:v>679.881080</c:v>
                </c:pt>
                <c:pt idx="2470">
                  <c:v>678.775089</c:v>
                </c:pt>
                <c:pt idx="2471">
                  <c:v>677.666958</c:v>
                </c:pt>
                <c:pt idx="2472">
                  <c:v>676.556717</c:v>
                </c:pt>
                <c:pt idx="2473">
                  <c:v>675.444393</c:v>
                </c:pt>
                <c:pt idx="2474">
                  <c:v>674.330013</c:v>
                </c:pt>
                <c:pt idx="2475">
                  <c:v>673.213604</c:v>
                </c:pt>
                <c:pt idx="2476">
                  <c:v>672.095195</c:v>
                </c:pt>
                <c:pt idx="2477">
                  <c:v>670.974812</c:v>
                </c:pt>
                <c:pt idx="2478">
                  <c:v>669.852484</c:v>
                </c:pt>
                <c:pt idx="2479">
                  <c:v>668.728237</c:v>
                </c:pt>
                <c:pt idx="2480">
                  <c:v>667.602099</c:v>
                </c:pt>
                <c:pt idx="2481">
                  <c:v>666.474097</c:v>
                </c:pt>
                <c:pt idx="2482">
                  <c:v>665.344259</c:v>
                </c:pt>
                <c:pt idx="2483">
                  <c:v>664.212611</c:v>
                </c:pt>
                <c:pt idx="2484">
                  <c:v>663.079181</c:v>
                </c:pt>
                <c:pt idx="2485">
                  <c:v>661.943996</c:v>
                </c:pt>
                <c:pt idx="2486">
                  <c:v>660.807082</c:v>
                </c:pt>
                <c:pt idx="2487">
                  <c:v>659.668467</c:v>
                </c:pt>
                <c:pt idx="2488">
                  <c:v>658.528178</c:v>
                </c:pt>
                <c:pt idx="2489">
                  <c:v>657.386241</c:v>
                </c:pt>
                <c:pt idx="2490">
                  <c:v>656.242683</c:v>
                </c:pt>
                <c:pt idx="2491">
                  <c:v>655.097532</c:v>
                </c:pt>
                <c:pt idx="2492">
                  <c:v>653.950813</c:v>
                </c:pt>
                <c:pt idx="2493">
                  <c:v>652.802553</c:v>
                </c:pt>
                <c:pt idx="2494">
                  <c:v>651.652778</c:v>
                </c:pt>
                <c:pt idx="2495">
                  <c:v>650.501516</c:v>
                </c:pt>
                <c:pt idx="2496">
                  <c:v>649.348792</c:v>
                </c:pt>
                <c:pt idx="2497">
                  <c:v>648.194632</c:v>
                </c:pt>
                <c:pt idx="2498">
                  <c:v>647.039064</c:v>
                </c:pt>
                <c:pt idx="2499">
                  <c:v>645.882113</c:v>
                </c:pt>
                <c:pt idx="2500">
                  <c:v>644.723804</c:v>
                </c:pt>
                <c:pt idx="2501">
                  <c:v>643.564165</c:v>
                </c:pt>
                <c:pt idx="2502">
                  <c:v>642.403221</c:v>
                </c:pt>
                <c:pt idx="2503">
                  <c:v>641.240998</c:v>
                </c:pt>
                <c:pt idx="2504">
                  <c:v>640.077521</c:v>
                </c:pt>
                <c:pt idx="2505">
                  <c:v>638.912816</c:v>
                </c:pt>
                <c:pt idx="2506">
                  <c:v>637.746909</c:v>
                </c:pt>
                <c:pt idx="2507">
                  <c:v>636.579825</c:v>
                </c:pt>
                <c:pt idx="2508">
                  <c:v>635.411590</c:v>
                </c:pt>
                <c:pt idx="2509">
                  <c:v>634.242229</c:v>
                </c:pt>
                <c:pt idx="2510">
                  <c:v>633.071767</c:v>
                </c:pt>
                <c:pt idx="2511">
                  <c:v>631.900230</c:v>
                </c:pt>
                <c:pt idx="2512">
                  <c:v>630.727641</c:v>
                </c:pt>
                <c:pt idx="2513">
                  <c:v>629.554027</c:v>
                </c:pt>
                <c:pt idx="2514">
                  <c:v>628.379412</c:v>
                </c:pt>
                <c:pt idx="2515">
                  <c:v>627.203821</c:v>
                </c:pt>
                <c:pt idx="2516">
                  <c:v>626.027279</c:v>
                </c:pt>
                <c:pt idx="2517">
                  <c:v>624.849809</c:v>
                </c:pt>
                <c:pt idx="2518">
                  <c:v>623.671437</c:v>
                </c:pt>
                <c:pt idx="2519">
                  <c:v>622.492187</c:v>
                </c:pt>
                <c:pt idx="2520">
                  <c:v>621.312083</c:v>
                </c:pt>
                <c:pt idx="2521">
                  <c:v>620.131150</c:v>
                </c:pt>
                <c:pt idx="2522">
                  <c:v>618.949411</c:v>
                </c:pt>
                <c:pt idx="2523">
                  <c:v>617.766890</c:v>
                </c:pt>
                <c:pt idx="2524">
                  <c:v>616.583612</c:v>
                </c:pt>
                <c:pt idx="2525">
                  <c:v>615.399599</c:v>
                </c:pt>
                <c:pt idx="2526">
                  <c:v>614.214877</c:v>
                </c:pt>
                <c:pt idx="2527">
                  <c:v>613.029467</c:v>
                </c:pt>
                <c:pt idx="2528">
                  <c:v>611.843394</c:v>
                </c:pt>
                <c:pt idx="2529">
                  <c:v>610.656681</c:v>
                </c:pt>
                <c:pt idx="2530">
                  <c:v>609.469351</c:v>
                </c:pt>
                <c:pt idx="2531">
                  <c:v>608.281427</c:v>
                </c:pt>
                <c:pt idx="2532">
                  <c:v>607.092933</c:v>
                </c:pt>
                <c:pt idx="2533">
                  <c:v>605.903890</c:v>
                </c:pt>
                <c:pt idx="2534">
                  <c:v>604.714323</c:v>
                </c:pt>
                <c:pt idx="2535">
                  <c:v>603.524253</c:v>
                </c:pt>
                <c:pt idx="2536">
                  <c:v>602.333704</c:v>
                </c:pt>
                <c:pt idx="2537">
                  <c:v>601.142696</c:v>
                </c:pt>
                <c:pt idx="2538">
                  <c:v>599.951254</c:v>
                </c:pt>
                <c:pt idx="2539">
                  <c:v>598.759399</c:v>
                </c:pt>
                <c:pt idx="2540">
                  <c:v>597.567153</c:v>
                </c:pt>
                <c:pt idx="2541">
                  <c:v>596.374538</c:v>
                </c:pt>
                <c:pt idx="2542">
                  <c:v>595.181577</c:v>
                </c:pt>
                <c:pt idx="2543">
                  <c:v>593.988290</c:v>
                </c:pt>
                <c:pt idx="2544">
                  <c:v>592.794699</c:v>
                </c:pt>
                <c:pt idx="2545">
                  <c:v>591.600827</c:v>
                </c:pt>
                <c:pt idx="2546">
                  <c:v>590.406693</c:v>
                </c:pt>
                <c:pt idx="2547">
                  <c:v>589.212320</c:v>
                </c:pt>
                <c:pt idx="2548">
                  <c:v>588.017729</c:v>
                </c:pt>
                <c:pt idx="2549">
                  <c:v>586.822941</c:v>
                </c:pt>
                <c:pt idx="2550">
                  <c:v>585.627976</c:v>
                </c:pt>
                <c:pt idx="2551">
                  <c:v>584.432856</c:v>
                </c:pt>
                <c:pt idx="2552">
                  <c:v>583.237601</c:v>
                </c:pt>
                <c:pt idx="2553">
                  <c:v>582.042232</c:v>
                </c:pt>
                <c:pt idx="2554">
                  <c:v>580.846769</c:v>
                </c:pt>
                <c:pt idx="2555">
                  <c:v>579.651232</c:v>
                </c:pt>
                <c:pt idx="2556">
                  <c:v>578.455641</c:v>
                </c:pt>
                <c:pt idx="2557">
                  <c:v>577.260018</c:v>
                </c:pt>
                <c:pt idx="2558">
                  <c:v>576.064381</c:v>
                </c:pt>
                <c:pt idx="2559">
                  <c:v>574.868750</c:v>
                </c:pt>
                <c:pt idx="2560">
                  <c:v>573.673145</c:v>
                </c:pt>
                <c:pt idx="2561">
                  <c:v>572.477586</c:v>
                </c:pt>
                <c:pt idx="2562">
                  <c:v>571.282092</c:v>
                </c:pt>
                <c:pt idx="2563">
                  <c:v>570.086682</c:v>
                </c:pt>
                <c:pt idx="2564">
                  <c:v>568.891376</c:v>
                </c:pt>
                <c:pt idx="2565">
                  <c:v>567.696193</c:v>
                </c:pt>
                <c:pt idx="2566">
                  <c:v>566.501151</c:v>
                </c:pt>
                <c:pt idx="2567">
                  <c:v>565.306269</c:v>
                </c:pt>
                <c:pt idx="2568">
                  <c:v>564.111567</c:v>
                </c:pt>
                <c:pt idx="2569">
                  <c:v>562.917062</c:v>
                </c:pt>
                <c:pt idx="2570">
                  <c:v>561.722773</c:v>
                </c:pt>
                <c:pt idx="2571">
                  <c:v>560.528719</c:v>
                </c:pt>
                <c:pt idx="2572">
                  <c:v>559.334917</c:v>
                </c:pt>
                <c:pt idx="2573">
                  <c:v>558.141385</c:v>
                </c:pt>
                <c:pt idx="2574">
                  <c:v>556.948143</c:v>
                </c:pt>
                <c:pt idx="2575">
                  <c:v>555.755206</c:v>
                </c:pt>
                <c:pt idx="2576">
                  <c:v>554.562593</c:v>
                </c:pt>
                <c:pt idx="2577">
                  <c:v>553.370323</c:v>
                </c:pt>
                <c:pt idx="2578">
                  <c:v>552.178411</c:v>
                </c:pt>
                <c:pt idx="2579">
                  <c:v>550.986875</c:v>
                </c:pt>
                <c:pt idx="2580">
                  <c:v>549.795733</c:v>
                </c:pt>
                <c:pt idx="2581">
                  <c:v>548.605001</c:v>
                </c:pt>
                <c:pt idx="2582">
                  <c:v>547.414696</c:v>
                </c:pt>
                <c:pt idx="2583">
                  <c:v>546.224836</c:v>
                </c:pt>
                <c:pt idx="2584">
                  <c:v>545.035437</c:v>
                </c:pt>
                <c:pt idx="2585">
                  <c:v>543.846515</c:v>
                </c:pt>
                <c:pt idx="2586">
                  <c:v>542.658087</c:v>
                </c:pt>
                <c:pt idx="2587">
                  <c:v>541.470169</c:v>
                </c:pt>
                <c:pt idx="2588">
                  <c:v>540.282777</c:v>
                </c:pt>
                <c:pt idx="2589">
                  <c:v>539.095928</c:v>
                </c:pt>
                <c:pt idx="2590">
                  <c:v>537.909636</c:v>
                </c:pt>
                <c:pt idx="2591">
                  <c:v>536.723919</c:v>
                </c:pt>
                <c:pt idx="2592">
                  <c:v>535.538791</c:v>
                </c:pt>
                <c:pt idx="2593">
                  <c:v>534.354269</c:v>
                </c:pt>
                <c:pt idx="2594">
                  <c:v>533.170367</c:v>
                </c:pt>
                <c:pt idx="2595">
                  <c:v>531.987101</c:v>
                </c:pt>
                <c:pt idx="2596">
                  <c:v>530.804486</c:v>
                </c:pt>
                <c:pt idx="2597">
                  <c:v>529.622537</c:v>
                </c:pt>
                <c:pt idx="2598">
                  <c:v>528.441269</c:v>
                </c:pt>
                <c:pt idx="2599">
                  <c:v>527.260697</c:v>
                </c:pt>
                <c:pt idx="2600">
                  <c:v>526.080835</c:v>
                </c:pt>
                <c:pt idx="2601">
                  <c:v>524.901698</c:v>
                </c:pt>
                <c:pt idx="2602">
                  <c:v>523.723301</c:v>
                </c:pt>
                <c:pt idx="2603">
                  <c:v>522.545657</c:v>
                </c:pt>
                <c:pt idx="2604">
                  <c:v>521.368780</c:v>
                </c:pt>
                <c:pt idx="2605">
                  <c:v>520.192686</c:v>
                </c:pt>
                <c:pt idx="2606">
                  <c:v>519.017388</c:v>
                </c:pt>
                <c:pt idx="2607">
                  <c:v>517.842899</c:v>
                </c:pt>
                <c:pt idx="2608">
                  <c:v>516.669233</c:v>
                </c:pt>
                <c:pt idx="2609">
                  <c:v>515.496404</c:v>
                </c:pt>
                <c:pt idx="2610">
                  <c:v>514.324425</c:v>
                </c:pt>
                <c:pt idx="2611">
                  <c:v>513.153310</c:v>
                </c:pt>
                <c:pt idx="2612">
                  <c:v>511.983071</c:v>
                </c:pt>
                <c:pt idx="2613">
                  <c:v>510.813722</c:v>
                </c:pt>
                <c:pt idx="2614">
                  <c:v>509.645276</c:v>
                </c:pt>
                <c:pt idx="2615">
                  <c:v>508.477745</c:v>
                </c:pt>
                <c:pt idx="2616">
                  <c:v>507.311143</c:v>
                </c:pt>
                <c:pt idx="2617">
                  <c:v>506.145482</c:v>
                </c:pt>
                <c:pt idx="2618">
                  <c:v>504.980773</c:v>
                </c:pt>
                <c:pt idx="2619">
                  <c:v>503.817031</c:v>
                </c:pt>
                <c:pt idx="2620">
                  <c:v>502.654266</c:v>
                </c:pt>
                <c:pt idx="2621">
                  <c:v>501.492492</c:v>
                </c:pt>
                <c:pt idx="2622">
                  <c:v>500.331719</c:v>
                </c:pt>
                <c:pt idx="2623">
                  <c:v>499.171961</c:v>
                </c:pt>
                <c:pt idx="2624">
                  <c:v>498.013228</c:v>
                </c:pt>
                <c:pt idx="2625">
                  <c:v>496.855532</c:v>
                </c:pt>
                <c:pt idx="2626">
                  <c:v>495.698885</c:v>
                </c:pt>
                <c:pt idx="2627">
                  <c:v>494.543298</c:v>
                </c:pt>
                <c:pt idx="2628">
                  <c:v>493.388783</c:v>
                </c:pt>
                <c:pt idx="2629">
                  <c:v>492.235351</c:v>
                </c:pt>
                <c:pt idx="2630">
                  <c:v>491.083013</c:v>
                </c:pt>
                <c:pt idx="2631">
                  <c:v>489.931779</c:v>
                </c:pt>
                <c:pt idx="2632">
                  <c:v>488.781661</c:v>
                </c:pt>
                <c:pt idx="2633">
                  <c:v>487.632669</c:v>
                </c:pt>
                <c:pt idx="2634">
                  <c:v>486.484814</c:v>
                </c:pt>
                <c:pt idx="2635">
                  <c:v>485.338107</c:v>
                </c:pt>
                <c:pt idx="2636">
                  <c:v>484.192558</c:v>
                </c:pt>
                <c:pt idx="2637">
                  <c:v>483.048177</c:v>
                </c:pt>
                <c:pt idx="2638">
                  <c:v>481.904974</c:v>
                </c:pt>
                <c:pt idx="2639">
                  <c:v>480.762960</c:v>
                </c:pt>
                <c:pt idx="2640">
                  <c:v>479.622144</c:v>
                </c:pt>
                <c:pt idx="2641">
                  <c:v>478.482536</c:v>
                </c:pt>
                <c:pt idx="2642">
                  <c:v>477.344146</c:v>
                </c:pt>
                <c:pt idx="2643">
                  <c:v>476.206984</c:v>
                </c:pt>
                <c:pt idx="2644">
                  <c:v>475.071059</c:v>
                </c:pt>
                <c:pt idx="2645">
                  <c:v>473.936381</c:v>
                </c:pt>
                <c:pt idx="2646">
                  <c:v>472.802958</c:v>
                </c:pt>
                <c:pt idx="2647">
                  <c:v>471.670801</c:v>
                </c:pt>
                <c:pt idx="2648">
                  <c:v>470.539917</c:v>
                </c:pt>
                <c:pt idx="2649">
                  <c:v>469.410317</c:v>
                </c:pt>
                <c:pt idx="2650">
                  <c:v>468.282009</c:v>
                </c:pt>
                <c:pt idx="2651">
                  <c:v>467.155002</c:v>
                </c:pt>
                <c:pt idx="2652">
                  <c:v>466.029304</c:v>
                </c:pt>
                <c:pt idx="2653">
                  <c:v>464.904924</c:v>
                </c:pt>
                <c:pt idx="2654">
                  <c:v>463.781871</c:v>
                </c:pt>
                <c:pt idx="2655">
                  <c:v>462.660153</c:v>
                </c:pt>
                <c:pt idx="2656">
                  <c:v>461.539778</c:v>
                </c:pt>
                <c:pt idx="2657">
                  <c:v>460.420755</c:v>
                </c:pt>
                <c:pt idx="2658">
                  <c:v>459.303091</c:v>
                </c:pt>
                <c:pt idx="2659">
                  <c:v>458.186794</c:v>
                </c:pt>
                <c:pt idx="2660">
                  <c:v>457.071873</c:v>
                </c:pt>
                <c:pt idx="2661">
                  <c:v>455.958335</c:v>
                </c:pt>
                <c:pt idx="2662">
                  <c:v>454.846187</c:v>
                </c:pt>
                <c:pt idx="2663">
                  <c:v>453.735438</c:v>
                </c:pt>
                <c:pt idx="2664">
                  <c:v>452.626095</c:v>
                </c:pt>
                <c:pt idx="2665">
                  <c:v>451.518165</c:v>
                </c:pt>
                <c:pt idx="2666">
                  <c:v>450.411655</c:v>
                </c:pt>
                <c:pt idx="2667">
                  <c:v>449.306573</c:v>
                </c:pt>
                <c:pt idx="2668">
                  <c:v>448.202926</c:v>
                </c:pt>
                <c:pt idx="2669">
                  <c:v>447.100721</c:v>
                </c:pt>
                <c:pt idx="2670">
                  <c:v>445.999964</c:v>
                </c:pt>
                <c:pt idx="2671">
                  <c:v>444.900663</c:v>
                </c:pt>
                <c:pt idx="2672">
                  <c:v>443.802824</c:v>
                </c:pt>
                <c:pt idx="2673">
                  <c:v>442.706454</c:v>
                </c:pt>
                <c:pt idx="2674">
                  <c:v>441.611559</c:v>
                </c:pt>
                <c:pt idx="2675">
                  <c:v>440.518146</c:v>
                </c:pt>
                <c:pt idx="2676">
                  <c:v>439.426222</c:v>
                </c:pt>
                <c:pt idx="2677">
                  <c:v>438.335792</c:v>
                </c:pt>
                <c:pt idx="2678">
                  <c:v>437.246862</c:v>
                </c:pt>
                <c:pt idx="2679">
                  <c:v>436.159439</c:v>
                </c:pt>
                <c:pt idx="2680">
                  <c:v>435.073529</c:v>
                </c:pt>
                <c:pt idx="2681">
                  <c:v>433.989138</c:v>
                </c:pt>
                <c:pt idx="2682">
                  <c:v>432.906271</c:v>
                </c:pt>
                <c:pt idx="2683">
                  <c:v>431.824934</c:v>
                </c:pt>
                <c:pt idx="2684">
                  <c:v>430.745133</c:v>
                </c:pt>
                <c:pt idx="2685">
                  <c:v>429.666874</c:v>
                </c:pt>
                <c:pt idx="2686">
                  <c:v>428.590161</c:v>
                </c:pt>
                <c:pt idx="2687">
                  <c:v>427.515001</c:v>
                </c:pt>
                <c:pt idx="2688">
                  <c:v>426.441398</c:v>
                </c:pt>
                <c:pt idx="2689">
                  <c:v>425.369358</c:v>
                </c:pt>
                <c:pt idx="2690">
                  <c:v>424.298887</c:v>
                </c:pt>
                <c:pt idx="2691">
                  <c:v>423.229988</c:v>
                </c:pt>
                <c:pt idx="2692">
                  <c:v>422.162667</c:v>
                </c:pt>
                <c:pt idx="2693">
                  <c:v>421.096929</c:v>
                </c:pt>
                <c:pt idx="2694">
                  <c:v>420.032779</c:v>
                </c:pt>
                <c:pt idx="2695">
                  <c:v>418.970222</c:v>
                </c:pt>
                <c:pt idx="2696">
                  <c:v>417.909262</c:v>
                </c:pt>
                <c:pt idx="2697">
                  <c:v>416.849903</c:v>
                </c:pt>
                <c:pt idx="2698">
                  <c:v>415.792151</c:v>
                </c:pt>
                <c:pt idx="2699">
                  <c:v>414.736009</c:v>
                </c:pt>
                <c:pt idx="2700">
                  <c:v>413.681482</c:v>
                </c:pt>
                <c:pt idx="2701">
                  <c:v>412.628575</c:v>
                </c:pt>
                <c:pt idx="2702">
                  <c:v>411.577291</c:v>
                </c:pt>
                <c:pt idx="2703">
                  <c:v>410.527635</c:v>
                </c:pt>
                <c:pt idx="2704">
                  <c:v>409.479610</c:v>
                </c:pt>
                <c:pt idx="2705">
                  <c:v>408.433221</c:v>
                </c:pt>
                <c:pt idx="2706">
                  <c:v>407.388472</c:v>
                </c:pt>
                <c:pt idx="2707">
                  <c:v>406.345365</c:v>
                </c:pt>
                <c:pt idx="2708">
                  <c:v>405.303906</c:v>
                </c:pt>
                <c:pt idx="2709">
                  <c:v>404.264098</c:v>
                </c:pt>
                <c:pt idx="2710">
                  <c:v>403.225944</c:v>
                </c:pt>
                <c:pt idx="2711">
                  <c:v>402.189448</c:v>
                </c:pt>
                <c:pt idx="2712">
                  <c:v>401.154614</c:v>
                </c:pt>
                <c:pt idx="2713">
                  <c:v>400.121444</c:v>
                </c:pt>
                <c:pt idx="2714">
                  <c:v>399.089942</c:v>
                </c:pt>
                <c:pt idx="2715">
                  <c:v>398.060112</c:v>
                </c:pt>
                <c:pt idx="2716">
                  <c:v>397.031956</c:v>
                </c:pt>
                <c:pt idx="2717">
                  <c:v>396.005478</c:v>
                </c:pt>
                <c:pt idx="2718">
                  <c:v>394.980681</c:v>
                </c:pt>
                <c:pt idx="2719">
                  <c:v>393.957567</c:v>
                </c:pt>
                <c:pt idx="2720">
                  <c:v>392.936140</c:v>
                </c:pt>
                <c:pt idx="2721">
                  <c:v>391.916402</c:v>
                </c:pt>
                <c:pt idx="2722">
                  <c:v>390.898357</c:v>
                </c:pt>
                <c:pt idx="2723">
                  <c:v>389.882006</c:v>
                </c:pt>
                <c:pt idx="2724">
                  <c:v>388.867353</c:v>
                </c:pt>
                <c:pt idx="2725">
                  <c:v>387.854401</c:v>
                </c:pt>
                <c:pt idx="2726">
                  <c:v>386.843151</c:v>
                </c:pt>
                <c:pt idx="2727">
                  <c:v>385.833606</c:v>
                </c:pt>
                <c:pt idx="2728">
                  <c:v>384.825769</c:v>
                </c:pt>
                <c:pt idx="2729">
                  <c:v>383.819642</c:v>
                </c:pt>
                <c:pt idx="2730">
                  <c:v>382.815227</c:v>
                </c:pt>
                <c:pt idx="2731">
                  <c:v>381.812527</c:v>
                </c:pt>
                <c:pt idx="2732">
                  <c:v>380.811543</c:v>
                </c:pt>
                <c:pt idx="2733">
                  <c:v>379.812279</c:v>
                </c:pt>
                <c:pt idx="2734">
                  <c:v>378.814734</c:v>
                </c:pt>
                <c:pt idx="2735">
                  <c:v>377.818913</c:v>
                </c:pt>
                <c:pt idx="2736">
                  <c:v>376.824816</c:v>
                </c:pt>
                <c:pt idx="2737">
                  <c:v>375.832446</c:v>
                </c:pt>
                <c:pt idx="2738">
                  <c:v>374.841804</c:v>
                </c:pt>
                <c:pt idx="2739">
                  <c:v>373.852893</c:v>
                </c:pt>
                <c:pt idx="2740">
                  <c:v>372.865713</c:v>
                </c:pt>
                <c:pt idx="2741">
                  <c:v>371.880267</c:v>
                </c:pt>
                <c:pt idx="2742">
                  <c:v>370.896556</c:v>
                </c:pt>
                <c:pt idx="2743">
                  <c:v>369.914581</c:v>
                </c:pt>
                <c:pt idx="2744">
                  <c:v>368.934344</c:v>
                </c:pt>
                <c:pt idx="2745">
                  <c:v>367.955847</c:v>
                </c:pt>
                <c:pt idx="2746">
                  <c:v>366.979091</c:v>
                </c:pt>
                <c:pt idx="2747">
                  <c:v>366.004077</c:v>
                </c:pt>
                <c:pt idx="2748">
                  <c:v>365.030806</c:v>
                </c:pt>
                <c:pt idx="2749">
                  <c:v>364.059280</c:v>
                </c:pt>
                <c:pt idx="2750">
                  <c:v>363.089500</c:v>
                </c:pt>
                <c:pt idx="2751">
                  <c:v>362.121467</c:v>
                </c:pt>
                <c:pt idx="2752">
                  <c:v>361.155182</c:v>
                </c:pt>
                <c:pt idx="2753">
                  <c:v>360.190646</c:v>
                </c:pt>
                <c:pt idx="2754">
                  <c:v>359.227860</c:v>
                </c:pt>
                <c:pt idx="2755">
                  <c:v>358.266824</c:v>
                </c:pt>
                <c:pt idx="2756">
                  <c:v>357.307541</c:v>
                </c:pt>
                <c:pt idx="2757">
                  <c:v>356.350010</c:v>
                </c:pt>
                <c:pt idx="2758">
                  <c:v>355.394233</c:v>
                </c:pt>
                <c:pt idx="2759">
                  <c:v>354.440209</c:v>
                </c:pt>
                <c:pt idx="2760">
                  <c:v>353.487941</c:v>
                </c:pt>
                <c:pt idx="2761">
                  <c:v>352.537427</c:v>
                </c:pt>
                <c:pt idx="2762">
                  <c:v>351.588670</c:v>
                </c:pt>
                <c:pt idx="2763">
                  <c:v>350.641669</c:v>
                </c:pt>
                <c:pt idx="2764">
                  <c:v>349.696425</c:v>
                </c:pt>
                <c:pt idx="2765">
                  <c:v>348.752939</c:v>
                </c:pt>
                <c:pt idx="2766">
                  <c:v>347.811211</c:v>
                </c:pt>
                <c:pt idx="2767">
                  <c:v>346.871241</c:v>
                </c:pt>
                <c:pt idx="2768">
                  <c:v>345.933029</c:v>
                </c:pt>
                <c:pt idx="2769">
                  <c:v>344.996576</c:v>
                </c:pt>
                <c:pt idx="2770">
                  <c:v>344.061883</c:v>
                </c:pt>
                <c:pt idx="2771">
                  <c:v>343.128948</c:v>
                </c:pt>
                <c:pt idx="2772">
                  <c:v>342.197773</c:v>
                </c:pt>
                <c:pt idx="2773">
                  <c:v>341.268358</c:v>
                </c:pt>
                <c:pt idx="2774">
                  <c:v>340.340702</c:v>
                </c:pt>
                <c:pt idx="2775">
                  <c:v>339.414806</c:v>
                </c:pt>
                <c:pt idx="2776">
                  <c:v>338.490669</c:v>
                </c:pt>
                <c:pt idx="2777">
                  <c:v>337.568292</c:v>
                </c:pt>
                <c:pt idx="2778">
                  <c:v>336.647675</c:v>
                </c:pt>
                <c:pt idx="2779">
                  <c:v>335.728816</c:v>
                </c:pt>
                <c:pt idx="2780">
                  <c:v>334.811718</c:v>
                </c:pt>
                <c:pt idx="2781">
                  <c:v>333.896378</c:v>
                </c:pt>
                <c:pt idx="2782">
                  <c:v>332.982797</c:v>
                </c:pt>
                <c:pt idx="2783">
                  <c:v>332.070974</c:v>
                </c:pt>
                <c:pt idx="2784">
                  <c:v>331.160910</c:v>
                </c:pt>
                <c:pt idx="2785">
                  <c:v>330.252603</c:v>
                </c:pt>
                <c:pt idx="2786">
                  <c:v>329.346054</c:v>
                </c:pt>
                <c:pt idx="2787">
                  <c:v>328.441262</c:v>
                </c:pt>
                <c:pt idx="2788">
                  <c:v>327.538227</c:v>
                </c:pt>
                <c:pt idx="2789">
                  <c:v>326.636948</c:v>
                </c:pt>
                <c:pt idx="2790">
                  <c:v>325.737424</c:v>
                </c:pt>
                <c:pt idx="2791">
                  <c:v>324.839656</c:v>
                </c:pt>
                <c:pt idx="2792">
                  <c:v>323.943642</c:v>
                </c:pt>
                <c:pt idx="2793">
                  <c:v>323.049382</c:v>
                </c:pt>
                <c:pt idx="2794">
                  <c:v>322.156875</c:v>
                </c:pt>
                <c:pt idx="2795">
                  <c:v>321.266120</c:v>
                </c:pt>
                <c:pt idx="2796">
                  <c:v>320.377118</c:v>
                </c:pt>
                <c:pt idx="2797">
                  <c:v>319.489866</c:v>
                </c:pt>
                <c:pt idx="2798">
                  <c:v>318.604365</c:v>
                </c:pt>
                <c:pt idx="2799">
                  <c:v>317.720614</c:v>
                </c:pt>
                <c:pt idx="2800">
                  <c:v>316.838611</c:v>
                </c:pt>
                <c:pt idx="2801">
                  <c:v>315.958356</c:v>
                </c:pt>
                <c:pt idx="2802">
                  <c:v>315.079848</c:v>
                </c:pt>
                <c:pt idx="2803">
                  <c:v>314.203085</c:v>
                </c:pt>
                <c:pt idx="2804">
                  <c:v>313.328068</c:v>
                </c:pt>
                <c:pt idx="2805">
                  <c:v>312.454795</c:v>
                </c:pt>
                <c:pt idx="2806">
                  <c:v>311.583265</c:v>
                </c:pt>
                <c:pt idx="2807">
                  <c:v>310.713477</c:v>
                </c:pt>
                <c:pt idx="2808">
                  <c:v>309.845430</c:v>
                </c:pt>
                <c:pt idx="2809">
                  <c:v>308.979123</c:v>
                </c:pt>
                <c:pt idx="2810">
                  <c:v>308.114555</c:v>
                </c:pt>
                <c:pt idx="2811">
                  <c:v>307.251724</c:v>
                </c:pt>
                <c:pt idx="2812">
                  <c:v>306.390630</c:v>
                </c:pt>
                <c:pt idx="2813">
                  <c:v>305.531271</c:v>
                </c:pt>
                <c:pt idx="2814">
                  <c:v>304.673647</c:v>
                </c:pt>
                <c:pt idx="2815">
                  <c:v>303.817755</c:v>
                </c:pt>
                <c:pt idx="2816">
                  <c:v>302.963594</c:v>
                </c:pt>
                <c:pt idx="2817">
                  <c:v>302.111164</c:v>
                </c:pt>
                <c:pt idx="2818">
                  <c:v>301.260463</c:v>
                </c:pt>
                <c:pt idx="2819">
                  <c:v>300.411490</c:v>
                </c:pt>
                <c:pt idx="2820">
                  <c:v>299.564243</c:v>
                </c:pt>
                <c:pt idx="2821">
                  <c:v>298.718720</c:v>
                </c:pt>
                <c:pt idx="2822">
                  <c:v>297.874922</c:v>
                </c:pt>
                <c:pt idx="2823">
                  <c:v>297.032845</c:v>
                </c:pt>
                <c:pt idx="2824">
                  <c:v>296.192489</c:v>
                </c:pt>
                <c:pt idx="2825">
                  <c:v>295.353852</c:v>
                </c:pt>
                <c:pt idx="2826">
                  <c:v>294.516933</c:v>
                </c:pt>
                <c:pt idx="2827">
                  <c:v>293.681730</c:v>
                </c:pt>
                <c:pt idx="2828">
                  <c:v>292.848242</c:v>
                </c:pt>
                <c:pt idx="2829">
                  <c:v>292.016466</c:v>
                </c:pt>
                <c:pt idx="2830">
                  <c:v>291.186403</c:v>
                </c:pt>
                <c:pt idx="2831">
                  <c:v>290.358049</c:v>
                </c:pt>
                <c:pt idx="2832">
                  <c:v>289.531404</c:v>
                </c:pt>
                <c:pt idx="2833">
                  <c:v>288.706465</c:v>
                </c:pt>
                <c:pt idx="2834">
                  <c:v>287.883231</c:v>
                </c:pt>
                <c:pt idx="2835">
                  <c:v>287.061701</c:v>
                </c:pt>
                <c:pt idx="2836">
                  <c:v>286.241873</c:v>
                </c:pt>
                <c:pt idx="2837">
                  <c:v>285.423745</c:v>
                </c:pt>
                <c:pt idx="2838">
                  <c:v>284.607315</c:v>
                </c:pt>
                <c:pt idx="2839">
                  <c:v>283.792581</c:v>
                </c:pt>
                <c:pt idx="2840">
                  <c:v>282.979543</c:v>
                </c:pt>
                <c:pt idx="2841">
                  <c:v>282.168198</c:v>
                </c:pt>
                <c:pt idx="2842">
                  <c:v>281.358544</c:v>
                </c:pt>
                <c:pt idx="2843">
                  <c:v>280.550579</c:v>
                </c:pt>
                <c:pt idx="2844">
                  <c:v>279.744302</c:v>
                </c:pt>
                <c:pt idx="2845">
                  <c:v>278.939712</c:v>
                </c:pt>
                <c:pt idx="2846">
                  <c:v>278.136805</c:v>
                </c:pt>
                <c:pt idx="2847">
                  <c:v>277.335581</c:v>
                </c:pt>
                <c:pt idx="2848">
                  <c:v>276.536036</c:v>
                </c:pt>
                <c:pt idx="2849">
                  <c:v>275.738171</c:v>
                </c:pt>
                <c:pt idx="2850">
                  <c:v>274.941982</c:v>
                </c:pt>
                <c:pt idx="2851">
                  <c:v>274.147467</c:v>
                </c:pt>
                <c:pt idx="2852">
                  <c:v>273.354626</c:v>
                </c:pt>
                <c:pt idx="2853">
                  <c:v>272.563455</c:v>
                </c:pt>
                <c:pt idx="2854">
                  <c:v>271.773953</c:v>
                </c:pt>
                <c:pt idx="2855">
                  <c:v>270.986119</c:v>
                </c:pt>
                <c:pt idx="2856">
                  <c:v>270.199949</c:v>
                </c:pt>
                <c:pt idx="2857">
                  <c:v>269.415442</c:v>
                </c:pt>
                <c:pt idx="2858">
                  <c:v>268.632596</c:v>
                </c:pt>
                <c:pt idx="2859">
                  <c:v>267.851409</c:v>
                </c:pt>
                <c:pt idx="2860">
                  <c:v>267.071879</c:v>
                </c:pt>
                <c:pt idx="2861">
                  <c:v>266.294005</c:v>
                </c:pt>
                <c:pt idx="2862">
                  <c:v>265.517783</c:v>
                </c:pt>
                <c:pt idx="2863">
                  <c:v>264.743212</c:v>
                </c:pt>
                <c:pt idx="2864">
                  <c:v>263.970290</c:v>
                </c:pt>
                <c:pt idx="2865">
                  <c:v>263.199014</c:v>
                </c:pt>
                <c:pt idx="2866">
                  <c:v>262.429384</c:v>
                </c:pt>
                <c:pt idx="2867">
                  <c:v>261.661396</c:v>
                </c:pt>
                <c:pt idx="2868">
                  <c:v>260.895049</c:v>
                </c:pt>
                <c:pt idx="2869">
                  <c:v>260.130340</c:v>
                </c:pt>
                <c:pt idx="2870">
                  <c:v>259.367268</c:v>
                </c:pt>
                <c:pt idx="2871">
                  <c:v>258.605829</c:v>
                </c:pt>
                <c:pt idx="2872">
                  <c:v>257.846023</c:v>
                </c:pt>
                <c:pt idx="2873">
                  <c:v>257.087848</c:v>
                </c:pt>
                <c:pt idx="2874">
                  <c:v>256.331300</c:v>
                </c:pt>
                <c:pt idx="2875">
                  <c:v>255.576377</c:v>
                </c:pt>
                <c:pt idx="2876">
                  <c:v>254.823079</c:v>
                </c:pt>
                <c:pt idx="2877">
                  <c:v>254.071402</c:v>
                </c:pt>
                <c:pt idx="2878">
                  <c:v>253.321344</c:v>
                </c:pt>
                <c:pt idx="2879">
                  <c:v>252.572903</c:v>
                </c:pt>
                <c:pt idx="2880">
                  <c:v>251.826078</c:v>
                </c:pt>
                <c:pt idx="2881">
                  <c:v>251.080865</c:v>
                </c:pt>
                <c:pt idx="2882">
                  <c:v>250.337263</c:v>
                </c:pt>
                <c:pt idx="2883">
                  <c:v>249.595269</c:v>
                </c:pt>
                <c:pt idx="2884">
                  <c:v>248.854882</c:v>
                </c:pt>
                <c:pt idx="2885">
                  <c:v>248.116099</c:v>
                </c:pt>
                <c:pt idx="2886">
                  <c:v>247.378918</c:v>
                </c:pt>
                <c:pt idx="2887">
                  <c:v>246.643336</c:v>
                </c:pt>
                <c:pt idx="2888">
                  <c:v>245.909353</c:v>
                </c:pt>
                <c:pt idx="2889">
                  <c:v>245.176964</c:v>
                </c:pt>
                <c:pt idx="2890">
                  <c:v>244.446169</c:v>
                </c:pt>
                <c:pt idx="2891">
                  <c:v>243.716964</c:v>
                </c:pt>
                <c:pt idx="2892">
                  <c:v>242.989349</c:v>
                </c:pt>
                <c:pt idx="2893">
                  <c:v>242.263320</c:v>
                </c:pt>
                <c:pt idx="2894">
                  <c:v>241.538875</c:v>
                </c:pt>
                <c:pt idx="2895">
                  <c:v>240.816012</c:v>
                </c:pt>
                <c:pt idx="2896">
                  <c:v>240.094729</c:v>
                </c:pt>
                <c:pt idx="2897">
                  <c:v>239.375024</c:v>
                </c:pt>
                <c:pt idx="2898">
                  <c:v>238.656895</c:v>
                </c:pt>
                <c:pt idx="2899">
                  <c:v>237.940338</c:v>
                </c:pt>
                <c:pt idx="2900">
                  <c:v>237.225353</c:v>
                </c:pt>
                <c:pt idx="2901">
                  <c:v>236.511937</c:v>
                </c:pt>
                <c:pt idx="2902">
                  <c:v>235.800087</c:v>
                </c:pt>
                <c:pt idx="2903">
                  <c:v>235.089802</c:v>
                </c:pt>
                <c:pt idx="2904">
                  <c:v>234.381079</c:v>
                </c:pt>
                <c:pt idx="2905">
                  <c:v>233.673916</c:v>
                </c:pt>
                <c:pt idx="2906">
                  <c:v>232.968310</c:v>
                </c:pt>
                <c:pt idx="2907">
                  <c:v>232.264261</c:v>
                </c:pt>
                <c:pt idx="2908">
                  <c:v>231.561765</c:v>
                </c:pt>
                <c:pt idx="2909">
                  <c:v>230.860820</c:v>
                </c:pt>
                <c:pt idx="2910">
                  <c:v>230.161424</c:v>
                </c:pt>
                <c:pt idx="2911">
                  <c:v>229.463574</c:v>
                </c:pt>
                <c:pt idx="2912">
                  <c:v>228.767270</c:v>
                </c:pt>
                <c:pt idx="2913">
                  <c:v>228.072508</c:v>
                </c:pt>
                <c:pt idx="2914">
                  <c:v>227.379286</c:v>
                </c:pt>
                <c:pt idx="2915">
                  <c:v>226.687602</c:v>
                </c:pt>
                <c:pt idx="2916">
                  <c:v>225.997454</c:v>
                </c:pt>
                <c:pt idx="2917">
                  <c:v>225.308840</c:v>
                </c:pt>
                <c:pt idx="2918">
                  <c:v>224.621757</c:v>
                </c:pt>
                <c:pt idx="2919">
                  <c:v>223.936204</c:v>
                </c:pt>
                <c:pt idx="2920">
                  <c:v>223.252177</c:v>
                </c:pt>
                <c:pt idx="2921">
                  <c:v>222.569676</c:v>
                </c:pt>
                <c:pt idx="2922">
                  <c:v>221.888698</c:v>
                </c:pt>
                <c:pt idx="2923">
                  <c:v>221.209241</c:v>
                </c:pt>
                <c:pt idx="2924">
                  <c:v>220.531302</c:v>
                </c:pt>
                <c:pt idx="2925">
                  <c:v>219.854880</c:v>
                </c:pt>
                <c:pt idx="2926">
                  <c:v>219.179972</c:v>
                </c:pt>
                <c:pt idx="2927">
                  <c:v>218.506577</c:v>
                </c:pt>
                <c:pt idx="2928">
                  <c:v>217.834692</c:v>
                </c:pt>
                <c:pt idx="2929">
                  <c:v>217.164314</c:v>
                </c:pt>
                <c:pt idx="2930">
                  <c:v>216.495443</c:v>
                </c:pt>
                <c:pt idx="2931">
                  <c:v>215.828076</c:v>
                </c:pt>
                <c:pt idx="2932">
                  <c:v>215.162210</c:v>
                </c:pt>
                <c:pt idx="2933">
                  <c:v>214.497845</c:v>
                </c:pt>
                <c:pt idx="2934">
                  <c:v>213.834976</c:v>
                </c:pt>
                <c:pt idx="2935">
                  <c:v>213.173604</c:v>
                </c:pt>
                <c:pt idx="2936">
                  <c:v>212.513725</c:v>
                </c:pt>
                <c:pt idx="2937">
                  <c:v>211.855338</c:v>
                </c:pt>
                <c:pt idx="2938">
                  <c:v>211.198440</c:v>
                </c:pt>
                <c:pt idx="2939">
                  <c:v>210.543030</c:v>
                </c:pt>
                <c:pt idx="2940">
                  <c:v>209.889105</c:v>
                </c:pt>
                <c:pt idx="2941">
                  <c:v>209.236664</c:v>
                </c:pt>
                <c:pt idx="2942">
                  <c:v>208.585705</c:v>
                </c:pt>
                <c:pt idx="2943">
                  <c:v>207.936225</c:v>
                </c:pt>
                <c:pt idx="2944">
                  <c:v>207.288222</c:v>
                </c:pt>
                <c:pt idx="2945">
                  <c:v>206.641696</c:v>
                </c:pt>
                <c:pt idx="2946">
                  <c:v>205.996643</c:v>
                </c:pt>
                <c:pt idx="2947">
                  <c:v>205.353062</c:v>
                </c:pt>
                <c:pt idx="2948">
                  <c:v>204.710951</c:v>
                </c:pt>
                <c:pt idx="2949">
                  <c:v>204.070307</c:v>
                </c:pt>
                <c:pt idx="2950">
                  <c:v>203.431130</c:v>
                </c:pt>
                <c:pt idx="2951">
                  <c:v>202.793418</c:v>
                </c:pt>
                <c:pt idx="2952">
                  <c:v>202.157168</c:v>
                </c:pt>
                <c:pt idx="2953">
                  <c:v>201.522378</c:v>
                </c:pt>
                <c:pt idx="2954">
                  <c:v>200.889047</c:v>
                </c:pt>
                <c:pt idx="2955">
                  <c:v>200.257173</c:v>
                </c:pt>
                <c:pt idx="2956">
                  <c:v>199.626754</c:v>
                </c:pt>
                <c:pt idx="2957">
                  <c:v>198.997788</c:v>
                </c:pt>
                <c:pt idx="2958">
                  <c:v>198.370274</c:v>
                </c:pt>
                <c:pt idx="2959">
                  <c:v>197.744210</c:v>
                </c:pt>
                <c:pt idx="2960">
                  <c:v>197.119594</c:v>
                </c:pt>
                <c:pt idx="2961">
                  <c:v>196.496424</c:v>
                </c:pt>
                <c:pt idx="2962">
                  <c:v>195.874699</c:v>
                </c:pt>
                <c:pt idx="2963">
                  <c:v>195.254417</c:v>
                </c:pt>
                <c:pt idx="2964">
                  <c:v>194.635576</c:v>
                </c:pt>
                <c:pt idx="2965">
                  <c:v>194.018175</c:v>
                </c:pt>
                <c:pt idx="2966">
                  <c:v>193.402212</c:v>
                </c:pt>
                <c:pt idx="2967">
                  <c:v>192.787685</c:v>
                </c:pt>
                <c:pt idx="2968">
                  <c:v>192.174593</c:v>
                </c:pt>
                <c:pt idx="2969">
                  <c:v>191.562935</c:v>
                </c:pt>
                <c:pt idx="2970">
                  <c:v>190.952707</c:v>
                </c:pt>
                <c:pt idx="2971">
                  <c:v>190.343910</c:v>
                </c:pt>
                <c:pt idx="2972">
                  <c:v>189.736542</c:v>
                </c:pt>
                <c:pt idx="2973">
                  <c:v>189.130601</c:v>
                </c:pt>
                <c:pt idx="2974">
                  <c:v>188.526085</c:v>
                </c:pt>
                <c:pt idx="2975">
                  <c:v>187.922993</c:v>
                </c:pt>
                <c:pt idx="2976">
                  <c:v>187.321324</c:v>
                </c:pt>
                <c:pt idx="2977">
                  <c:v>186.721077</c:v>
                </c:pt>
                <c:pt idx="2978">
                  <c:v>186.122249</c:v>
                </c:pt>
                <c:pt idx="2979">
                  <c:v>185.524840</c:v>
                </c:pt>
                <c:pt idx="2980">
                  <c:v>184.928847</c:v>
                </c:pt>
                <c:pt idx="2981">
                  <c:v>184.334271</c:v>
                </c:pt>
                <c:pt idx="2982">
                  <c:v>183.741109</c:v>
                </c:pt>
                <c:pt idx="2983">
                  <c:v>183.149360</c:v>
                </c:pt>
                <c:pt idx="2984">
                  <c:v>182.559023</c:v>
                </c:pt>
                <c:pt idx="2985">
                  <c:v>181.970097</c:v>
                </c:pt>
                <c:pt idx="2986">
                  <c:v>181.382581</c:v>
                </c:pt>
                <c:pt idx="2987">
                  <c:v>180.796472</c:v>
                </c:pt>
                <c:pt idx="2988">
                  <c:v>180.211771</c:v>
                </c:pt>
                <c:pt idx="2989">
                  <c:v>179.628476</c:v>
                </c:pt>
                <c:pt idx="2990">
                  <c:v>179.046586</c:v>
                </c:pt>
                <c:pt idx="2991">
                  <c:v>178.466099</c:v>
                </c:pt>
                <c:pt idx="2992">
                  <c:v>177.887015</c:v>
                </c:pt>
                <c:pt idx="2993">
                  <c:v>177.309333</c:v>
                </c:pt>
                <c:pt idx="2994">
                  <c:v>176.733051</c:v>
                </c:pt>
                <c:pt idx="2995">
                  <c:v>176.158169</c:v>
                </c:pt>
                <c:pt idx="2996">
                  <c:v>175.584686</c:v>
                </c:pt>
                <c:pt idx="2997">
                  <c:v>175.012601</c:v>
                </c:pt>
                <c:pt idx="2998">
                  <c:v>174.441912</c:v>
                </c:pt>
                <c:pt idx="2999">
                  <c:v>173.872620</c:v>
                </c:pt>
                <c:pt idx="3000">
                  <c:v>173.304723</c:v>
                </c:pt>
                <c:pt idx="3001">
                  <c:v>172.738220</c:v>
                </c:pt>
                <c:pt idx="3002">
                  <c:v>172.173110</c:v>
                </c:pt>
                <c:pt idx="3003">
                  <c:v>171.609394</c:v>
                </c:pt>
                <c:pt idx="3004">
                  <c:v>171.047069</c:v>
                </c:pt>
                <c:pt idx="3005">
                  <c:v>170.486136</c:v>
                </c:pt>
                <c:pt idx="3006">
                  <c:v>169.926594</c:v>
                </c:pt>
                <c:pt idx="3007">
                  <c:v>169.368442</c:v>
                </c:pt>
                <c:pt idx="3008">
                  <c:v>168.811680</c:v>
                </c:pt>
                <c:pt idx="3009">
                  <c:v>168.256306</c:v>
                </c:pt>
                <c:pt idx="3010">
                  <c:v>167.702321</c:v>
                </c:pt>
                <c:pt idx="3011">
                  <c:v>167.149724</c:v>
                </c:pt>
                <c:pt idx="3012">
                  <c:v>166.598515</c:v>
                </c:pt>
                <c:pt idx="3013">
                  <c:v>166.048692</c:v>
                </c:pt>
                <c:pt idx="3014">
                  <c:v>165.500257</c:v>
                </c:pt>
                <c:pt idx="3015">
                  <c:v>164.953207</c:v>
                </c:pt>
                <c:pt idx="3016">
                  <c:v>164.407544</c:v>
                </c:pt>
                <c:pt idx="3017">
                  <c:v>163.863266</c:v>
                </c:pt>
                <c:pt idx="3018">
                  <c:v>163.320374</c:v>
                </c:pt>
                <c:pt idx="3019">
                  <c:v>162.778868</c:v>
                </c:pt>
                <c:pt idx="3020">
                  <c:v>162.238746</c:v>
                </c:pt>
                <c:pt idx="3021">
                  <c:v>161.700009</c:v>
                </c:pt>
                <c:pt idx="3022">
                  <c:v>161.162658</c:v>
                </c:pt>
                <c:pt idx="3023">
                  <c:v>160.626691</c:v>
                </c:pt>
                <c:pt idx="3024">
                  <c:v>160.092109</c:v>
                </c:pt>
                <c:pt idx="3025">
                  <c:v>159.558912</c:v>
                </c:pt>
                <c:pt idx="3026">
                  <c:v>159.027100</c:v>
                </c:pt>
                <c:pt idx="3027">
                  <c:v>158.496672</c:v>
                </c:pt>
                <c:pt idx="3028">
                  <c:v>157.967631</c:v>
                </c:pt>
                <c:pt idx="3029">
                  <c:v>157.439974</c:v>
                </c:pt>
                <c:pt idx="3030">
                  <c:v>156.913703</c:v>
                </c:pt>
                <c:pt idx="3031">
                  <c:v>156.388818</c:v>
                </c:pt>
                <c:pt idx="3032">
                  <c:v>155.865319</c:v>
                </c:pt>
                <c:pt idx="3033">
                  <c:v>155.343207</c:v>
                </c:pt>
                <c:pt idx="3034">
                  <c:v>154.822481</c:v>
                </c:pt>
                <c:pt idx="3035">
                  <c:v>154.303143</c:v>
                </c:pt>
                <c:pt idx="3036">
                  <c:v>153.785194</c:v>
                </c:pt>
                <c:pt idx="3037">
                  <c:v>153.268632</c:v>
                </c:pt>
                <c:pt idx="3038">
                  <c:v>152.753460</c:v>
                </c:pt>
                <c:pt idx="3039">
                  <c:v>152.239677</c:v>
                </c:pt>
                <c:pt idx="3040">
                  <c:v>151.727285</c:v>
                </c:pt>
                <c:pt idx="3041">
                  <c:v>151.216283</c:v>
                </c:pt>
                <c:pt idx="3042">
                  <c:v>150.706674</c:v>
                </c:pt>
                <c:pt idx="3043">
                  <c:v>150.198458</c:v>
                </c:pt>
                <c:pt idx="3044">
                  <c:v>149.691635</c:v>
                </c:pt>
                <c:pt idx="3045">
                  <c:v>149.186206</c:v>
                </c:pt>
                <c:pt idx="3046">
                  <c:v>148.682174</c:v>
                </c:pt>
                <c:pt idx="3047">
                  <c:v>148.179537</c:v>
                </c:pt>
                <c:pt idx="3048">
                  <c:v>147.678299</c:v>
                </c:pt>
                <c:pt idx="3049">
                  <c:v>147.178459</c:v>
                </c:pt>
                <c:pt idx="3050">
                  <c:v>146.680019</c:v>
                </c:pt>
                <c:pt idx="3051">
                  <c:v>146.182981</c:v>
                </c:pt>
                <c:pt idx="3052">
                  <c:v>145.687345</c:v>
                </c:pt>
                <c:pt idx="3053">
                  <c:v>145.193113</c:v>
                </c:pt>
                <c:pt idx="3054">
                  <c:v>144.700286</c:v>
                </c:pt>
                <c:pt idx="3055">
                  <c:v>144.208866</c:v>
                </c:pt>
                <c:pt idx="3056">
                  <c:v>143.718854</c:v>
                </c:pt>
                <c:pt idx="3057">
                  <c:v>143.230252</c:v>
                </c:pt>
                <c:pt idx="3058">
                  <c:v>142.743062</c:v>
                </c:pt>
                <c:pt idx="3059">
                  <c:v>142.257285</c:v>
                </c:pt>
                <c:pt idx="3060">
                  <c:v>141.772923</c:v>
                </c:pt>
                <c:pt idx="3061">
                  <c:v>141.289978</c:v>
                </c:pt>
                <c:pt idx="3062">
                  <c:v>140.808451</c:v>
                </c:pt>
                <c:pt idx="3063">
                  <c:v>140.328345</c:v>
                </c:pt>
                <c:pt idx="3064">
                  <c:v>139.849662</c:v>
                </c:pt>
                <c:pt idx="3065">
                  <c:v>139.372403</c:v>
                </c:pt>
                <c:pt idx="3066">
                  <c:v>138.896572</c:v>
                </c:pt>
                <c:pt idx="3067">
                  <c:v>138.422169</c:v>
                </c:pt>
                <c:pt idx="3068">
                  <c:v>137.949198</c:v>
                </c:pt>
                <c:pt idx="3069">
                  <c:v>137.477660</c:v>
                </c:pt>
                <c:pt idx="3070">
                  <c:v>137.007558</c:v>
                </c:pt>
                <c:pt idx="3071">
                  <c:v>136.538895</c:v>
                </c:pt>
                <c:pt idx="3072">
                  <c:v>136.071672</c:v>
                </c:pt>
                <c:pt idx="3073">
                  <c:v>135.605893</c:v>
                </c:pt>
                <c:pt idx="3074">
                  <c:v>135.141561</c:v>
                </c:pt>
                <c:pt idx="3075">
                  <c:v>134.678677</c:v>
                </c:pt>
                <c:pt idx="3076">
                  <c:v>134.217245</c:v>
                </c:pt>
                <c:pt idx="3077">
                  <c:v>133.757268</c:v>
                </c:pt>
                <c:pt idx="3078">
                  <c:v>133.298748</c:v>
                </c:pt>
                <c:pt idx="3079">
                  <c:v>132.841689</c:v>
                </c:pt>
                <c:pt idx="3080">
                  <c:v>132.386094</c:v>
                </c:pt>
                <c:pt idx="3081">
                  <c:v>131.931965</c:v>
                </c:pt>
                <c:pt idx="3082">
                  <c:v>131.479306</c:v>
                </c:pt>
                <c:pt idx="3083">
                  <c:v>131.028121</c:v>
                </c:pt>
                <c:pt idx="3084">
                  <c:v>130.578413</c:v>
                </c:pt>
                <c:pt idx="3085">
                  <c:v>130.130184</c:v>
                </c:pt>
                <c:pt idx="3086">
                  <c:v>129.683440</c:v>
                </c:pt>
                <c:pt idx="3087">
                  <c:v>129.238182</c:v>
                </c:pt>
                <c:pt idx="3088">
                  <c:v>128.794416</c:v>
                </c:pt>
                <c:pt idx="3089">
                  <c:v>128.352145</c:v>
                </c:pt>
                <c:pt idx="3090">
                  <c:v>127.911372</c:v>
                </c:pt>
                <c:pt idx="3091">
                  <c:v>127.472102</c:v>
                </c:pt>
                <c:pt idx="3092">
                  <c:v>127.034339</c:v>
                </c:pt>
                <c:pt idx="3093">
                  <c:v>126.598086</c:v>
                </c:pt>
                <c:pt idx="3094">
                  <c:v>126.163348</c:v>
                </c:pt>
                <c:pt idx="3095">
                  <c:v>125.730130</c:v>
                </c:pt>
                <c:pt idx="3096">
                  <c:v>125.298434</c:v>
                </c:pt>
                <c:pt idx="3097">
                  <c:v>124.868267</c:v>
                </c:pt>
                <c:pt idx="3098">
                  <c:v>124.439632</c:v>
                </c:pt>
                <c:pt idx="3099">
                  <c:v>124.012535</c:v>
                </c:pt>
                <c:pt idx="3100">
                  <c:v>123.586979</c:v>
                </c:pt>
                <c:pt idx="3101">
                  <c:v>123.162969</c:v>
                </c:pt>
                <c:pt idx="3102">
                  <c:v>122.740511</c:v>
                </c:pt>
                <c:pt idx="3103">
                  <c:v>122.319609</c:v>
                </c:pt>
                <c:pt idx="3104">
                  <c:v>121.900269</c:v>
                </c:pt>
                <c:pt idx="3105">
                  <c:v>121.482495</c:v>
                </c:pt>
                <c:pt idx="3106">
                  <c:v>121.066293</c:v>
                </c:pt>
                <c:pt idx="3107">
                  <c:v>120.651668</c:v>
                </c:pt>
                <c:pt idx="3108">
                  <c:v>120.238626</c:v>
                </c:pt>
                <c:pt idx="3109">
                  <c:v>119.827171</c:v>
                </c:pt>
                <c:pt idx="3110">
                  <c:v>119.417310</c:v>
                </c:pt>
                <c:pt idx="3111">
                  <c:v>119.009049</c:v>
                </c:pt>
                <c:pt idx="3112">
                  <c:v>118.602392</c:v>
                </c:pt>
                <c:pt idx="3113">
                  <c:v>118.197346</c:v>
                </c:pt>
                <c:pt idx="3114">
                  <c:v>117.793918</c:v>
                </c:pt>
                <c:pt idx="3115">
                  <c:v>117.392112</c:v>
                </c:pt>
                <c:pt idx="3116">
                  <c:v>116.991936</c:v>
                </c:pt>
                <c:pt idx="3117">
                  <c:v>116.593394</c:v>
                </c:pt>
                <c:pt idx="3118">
                  <c:v>116.196495</c:v>
                </c:pt>
                <c:pt idx="3119">
                  <c:v>115.801244</c:v>
                </c:pt>
                <c:pt idx="3120">
                  <c:v>115.407648</c:v>
                </c:pt>
                <c:pt idx="3121">
                  <c:v>115.015714</c:v>
                </c:pt>
                <c:pt idx="3122">
                  <c:v>114.625448</c:v>
                </c:pt>
                <c:pt idx="3123">
                  <c:v>114.236857</c:v>
                </c:pt>
                <c:pt idx="3124">
                  <c:v>113.849948</c:v>
                </c:pt>
                <c:pt idx="3125">
                  <c:v>113.464729</c:v>
                </c:pt>
                <c:pt idx="3126">
                  <c:v>113.081206</c:v>
                </c:pt>
                <c:pt idx="3127">
                  <c:v>112.699386</c:v>
                </c:pt>
                <c:pt idx="3128">
                  <c:v>112.319278</c:v>
                </c:pt>
                <c:pt idx="3129">
                  <c:v>111.940889</c:v>
                </c:pt>
                <c:pt idx="3130">
                  <c:v>111.564225</c:v>
                </c:pt>
                <c:pt idx="3131">
                  <c:v>111.189296</c:v>
                </c:pt>
                <c:pt idx="3132">
                  <c:v>110.816108</c:v>
                </c:pt>
                <c:pt idx="3133">
                  <c:v>110.444670</c:v>
                </c:pt>
                <c:pt idx="3134">
                  <c:v>110.074990</c:v>
                </c:pt>
                <c:pt idx="3135">
                  <c:v>109.707076</c:v>
                </c:pt>
                <c:pt idx="3136">
                  <c:v>109.340935</c:v>
                </c:pt>
                <c:pt idx="3137">
                  <c:v>108.976578</c:v>
                </c:pt>
                <c:pt idx="3138">
                  <c:v>108.614010</c:v>
                </c:pt>
                <c:pt idx="3139">
                  <c:v>108.253243</c:v>
                </c:pt>
                <c:pt idx="3140">
                  <c:v>107.894283</c:v>
                </c:pt>
                <c:pt idx="3141">
                  <c:v>107.537141</c:v>
                </c:pt>
                <c:pt idx="3142">
                  <c:v>107.181824</c:v>
                </c:pt>
                <c:pt idx="3143">
                  <c:v>106.828342</c:v>
                </c:pt>
                <c:pt idx="3144">
                  <c:v>106.476704</c:v>
                </c:pt>
                <c:pt idx="3145">
                  <c:v>106.126919</c:v>
                </c:pt>
                <c:pt idx="3146">
                  <c:v>105.778996</c:v>
                </c:pt>
                <c:pt idx="3147">
                  <c:v>105.432946</c:v>
                </c:pt>
                <c:pt idx="3148">
                  <c:v>105.088776</c:v>
                </c:pt>
                <c:pt idx="3149">
                  <c:v>104.746498</c:v>
                </c:pt>
                <c:pt idx="3150">
                  <c:v>104.406121</c:v>
                </c:pt>
                <c:pt idx="3151">
                  <c:v>104.067654</c:v>
                </c:pt>
                <c:pt idx="3152">
                  <c:v>103.731108</c:v>
                </c:pt>
                <c:pt idx="3153">
                  <c:v>103.396492</c:v>
                </c:pt>
                <c:pt idx="3154">
                  <c:v>103.063818</c:v>
                </c:pt>
                <c:pt idx="3155">
                  <c:v>102.733094</c:v>
                </c:pt>
                <c:pt idx="3156">
                  <c:v>102.404333</c:v>
                </c:pt>
                <c:pt idx="3157">
                  <c:v>102.077543</c:v>
                </c:pt>
                <c:pt idx="3158">
                  <c:v>101.752736</c:v>
                </c:pt>
                <c:pt idx="3159">
                  <c:v>101.429923</c:v>
                </c:pt>
                <c:pt idx="3160">
                  <c:v>101.109114</c:v>
                </c:pt>
                <c:pt idx="3161">
                  <c:v>100.790320</c:v>
                </c:pt>
                <c:pt idx="3162">
                  <c:v>100.473552</c:v>
                </c:pt>
                <c:pt idx="3163">
                  <c:v>100.158822</c:v>
                </c:pt>
                <c:pt idx="3164">
                  <c:v>99.846140</c:v>
                </c:pt>
                <c:pt idx="3165">
                  <c:v>99.535518</c:v>
                </c:pt>
                <c:pt idx="3166">
                  <c:v>99.226967</c:v>
                </c:pt>
                <c:pt idx="3167">
                  <c:v>98.920500</c:v>
                </c:pt>
                <c:pt idx="3168">
                  <c:v>98.616127</c:v>
                </c:pt>
                <c:pt idx="3169">
                  <c:v>98.313860</c:v>
                </c:pt>
                <c:pt idx="3170">
                  <c:v>98.013711</c:v>
                </c:pt>
                <c:pt idx="3171">
                  <c:v>97.715692</c:v>
                </c:pt>
                <c:pt idx="3172">
                  <c:v>97.419815</c:v>
                </c:pt>
                <c:pt idx="3173">
                  <c:v>97.126092</c:v>
                </c:pt>
                <c:pt idx="3174">
                  <c:v>96.834535</c:v>
                </c:pt>
                <c:pt idx="3175">
                  <c:v>96.545157</c:v>
                </c:pt>
                <c:pt idx="3176">
                  <c:v>96.257970</c:v>
                </c:pt>
                <c:pt idx="3177">
                  <c:v>95.972986</c:v>
                </c:pt>
                <c:pt idx="3178">
                  <c:v>95.690218</c:v>
                </c:pt>
                <c:pt idx="3179">
                  <c:v>95.409678</c:v>
                </c:pt>
                <c:pt idx="3180">
                  <c:v>95.131380</c:v>
                </c:pt>
                <c:pt idx="3181">
                  <c:v>94.855335</c:v>
                </c:pt>
                <c:pt idx="3182">
                  <c:v>94.581557</c:v>
                </c:pt>
                <c:pt idx="3183">
                  <c:v>94.310059</c:v>
                </c:pt>
                <c:pt idx="3184">
                  <c:v>94.040853</c:v>
                </c:pt>
                <c:pt idx="3185">
                  <c:v>93.773954</c:v>
                </c:pt>
                <c:pt idx="3186">
                  <c:v>93.509373</c:v>
                </c:pt>
                <c:pt idx="3187">
                  <c:v>93.247124</c:v>
                </c:pt>
                <c:pt idx="3188">
                  <c:v>92.987220</c:v>
                </c:pt>
                <c:pt idx="3189">
                  <c:v>92.729675</c:v>
                </c:pt>
                <c:pt idx="3190">
                  <c:v>92.474502</c:v>
                </c:pt>
                <c:pt idx="3191">
                  <c:v>92.221714</c:v>
                </c:pt>
                <c:pt idx="3192">
                  <c:v>91.971325</c:v>
                </c:pt>
                <c:pt idx="3193">
                  <c:v>91.723348</c:v>
                </c:pt>
                <c:pt idx="3194">
                  <c:v>91.477797</c:v>
                </c:pt>
                <c:pt idx="3195">
                  <c:v>91.234685</c:v>
                </c:pt>
                <c:pt idx="3196">
                  <c:v>90.994027</c:v>
                </c:pt>
                <c:pt idx="3197">
                  <c:v>90.755835</c:v>
                </c:pt>
                <c:pt idx="3198">
                  <c:v>90.520124</c:v>
                </c:pt>
                <c:pt idx="3199">
                  <c:v>90.286907</c:v>
                </c:pt>
                <c:pt idx="3200">
                  <c:v>90.056198</c:v>
                </c:pt>
                <c:pt idx="3201">
                  <c:v>89.828010</c:v>
                </c:pt>
                <c:pt idx="3202">
                  <c:v>89.602358</c:v>
                </c:pt>
                <c:pt idx="3203">
                  <c:v>89.379255</c:v>
                </c:pt>
                <c:pt idx="3204">
                  <c:v>89.158716</c:v>
                </c:pt>
                <c:pt idx="3205">
                  <c:v>88.940753</c:v>
                </c:pt>
                <c:pt idx="3206">
                  <c:v>88.725381</c:v>
                </c:pt>
                <c:pt idx="3207">
                  <c:v>88.512613</c:v>
                </c:pt>
                <c:pt idx="3208">
                  <c:v>88.302464</c:v>
                </c:pt>
                <c:pt idx="3209">
                  <c:v>88.094947</c:v>
                </c:pt>
                <c:pt idx="3210">
                  <c:v>87.890076</c:v>
                </c:pt>
                <c:pt idx="3211">
                  <c:v>87.687864</c:v>
                </c:pt>
                <c:pt idx="3212">
                  <c:v>87.488326</c:v>
                </c:pt>
                <c:pt idx="3213">
                  <c:v>87.291474</c:v>
                </c:pt>
                <c:pt idx="3214">
                  <c:v>87.097324</c:v>
                </c:pt>
                <c:pt idx="3215">
                  <c:v>86.905887</c:v>
                </c:pt>
                <c:pt idx="3216">
                  <c:v>86.717179</c:v>
                </c:pt>
                <c:pt idx="3217">
                  <c:v>86.531212</c:v>
                </c:pt>
                <c:pt idx="3218">
                  <c:v>86.348000</c:v>
                </c:pt>
                <c:pt idx="3219">
                  <c:v>86.167556</c:v>
                </c:pt>
                <c:pt idx="3220">
                  <c:v>85.989894</c:v>
                </c:pt>
                <c:pt idx="3221">
                  <c:v>85.815027</c:v>
                </c:pt>
                <c:pt idx="3222">
                  <c:v>85.642968</c:v>
                </c:pt>
                <c:pt idx="3223">
                  <c:v>85.473730</c:v>
                </c:pt>
                <c:pt idx="3224">
                  <c:v>85.307326</c:v>
                </c:pt>
                <c:pt idx="3225">
                  <c:v>85.143770</c:v>
                </c:pt>
                <c:pt idx="3226">
                  <c:v>84.983074</c:v>
                </c:pt>
                <c:pt idx="3227">
                  <c:v>84.825251</c:v>
                </c:pt>
                <c:pt idx="3228">
                  <c:v>84.670313</c:v>
                </c:pt>
                <c:pt idx="3229">
                  <c:v>84.518273</c:v>
                </c:pt>
                <c:pt idx="3230">
                  <c:v>84.369144</c:v>
                </c:pt>
                <c:pt idx="3231">
                  <c:v>84.222938</c:v>
                </c:pt>
                <c:pt idx="3232">
                  <c:v>84.079666</c:v>
                </c:pt>
                <c:pt idx="3233">
                  <c:v>83.939342</c:v>
                </c:pt>
                <c:pt idx="3234">
                  <c:v>83.801976</c:v>
                </c:pt>
                <c:pt idx="3235">
                  <c:v>83.667581</c:v>
                </c:pt>
                <c:pt idx="3236">
                  <c:v>83.536168</c:v>
                </c:pt>
                <c:pt idx="3237">
                  <c:v>83.407749</c:v>
                </c:pt>
                <c:pt idx="3238">
                  <c:v>83.282335</c:v>
                </c:pt>
                <c:pt idx="3239">
                  <c:v>83.159936</c:v>
                </c:pt>
                <c:pt idx="3240">
                  <c:v>83.040565</c:v>
                </c:pt>
                <c:pt idx="3241">
                  <c:v>82.924231</c:v>
                </c:pt>
                <c:pt idx="3242">
                  <c:v>82.810946</c:v>
                </c:pt>
                <c:pt idx="3243">
                  <c:v>82.700720</c:v>
                </c:pt>
                <c:pt idx="3244">
                  <c:v>82.593562</c:v>
                </c:pt>
                <c:pt idx="3245">
                  <c:v>82.489484</c:v>
                </c:pt>
                <c:pt idx="3246">
                  <c:v>82.388494</c:v>
                </c:pt>
                <c:pt idx="3247">
                  <c:v>82.290602</c:v>
                </c:pt>
                <c:pt idx="3248">
                  <c:v>82.195819</c:v>
                </c:pt>
                <c:pt idx="3249">
                  <c:v>82.104152</c:v>
                </c:pt>
                <c:pt idx="3250">
                  <c:v>82.015611</c:v>
                </c:pt>
                <c:pt idx="3251">
                  <c:v>81.930204</c:v>
                </c:pt>
                <c:pt idx="3252">
                  <c:v>81.847941</c:v>
                </c:pt>
                <c:pt idx="3253">
                  <c:v>81.768829</c:v>
                </c:pt>
                <c:pt idx="3254">
                  <c:v>81.692876</c:v>
                </c:pt>
                <c:pt idx="3255">
                  <c:v>81.620090</c:v>
                </c:pt>
                <c:pt idx="3256">
                  <c:v>81.550479</c:v>
                </c:pt>
                <c:pt idx="3257">
                  <c:v>81.484049</c:v>
                </c:pt>
                <c:pt idx="3258">
                  <c:v>81.420809</c:v>
                </c:pt>
                <c:pt idx="3259">
                  <c:v>81.360763</c:v>
                </c:pt>
                <c:pt idx="3260">
                  <c:v>81.303920</c:v>
                </c:pt>
                <c:pt idx="3261">
                  <c:v>81.250285</c:v>
                </c:pt>
                <c:pt idx="3262">
                  <c:v>81.199864</c:v>
                </c:pt>
                <c:pt idx="3263">
                  <c:v>81.152663</c:v>
                </c:pt>
                <c:pt idx="3264">
                  <c:v>81.108687</c:v>
                </c:pt>
                <c:pt idx="3265">
                  <c:v>81.067941</c:v>
                </c:pt>
                <c:pt idx="3266">
                  <c:v>81.030430</c:v>
                </c:pt>
                <c:pt idx="3267">
                  <c:v>80.996159</c:v>
                </c:pt>
                <c:pt idx="3268">
                  <c:v>80.965131</c:v>
                </c:pt>
                <c:pt idx="3269">
                  <c:v>80.937351</c:v>
                </c:pt>
                <c:pt idx="3270">
                  <c:v>80.912823</c:v>
                </c:pt>
                <c:pt idx="3271">
                  <c:v>80.891549</c:v>
                </c:pt>
                <c:pt idx="3272">
                  <c:v>80.873533</c:v>
                </c:pt>
                <c:pt idx="3273">
                  <c:v>80.858777</c:v>
                </c:pt>
                <c:pt idx="3274">
                  <c:v>80.847285</c:v>
                </c:pt>
                <c:pt idx="3275">
                  <c:v>80.839057</c:v>
                </c:pt>
                <c:pt idx="3276">
                  <c:v>80.834096</c:v>
                </c:pt>
                <c:pt idx="3277">
                  <c:v>80.832404</c:v>
                </c:pt>
                <c:pt idx="3278">
                  <c:v>80.833981</c:v>
                </c:pt>
                <c:pt idx="3279">
                  <c:v>80.838829</c:v>
                </c:pt>
                <c:pt idx="3280">
                  <c:v>80.846947</c:v>
                </c:pt>
                <c:pt idx="3281">
                  <c:v>80.858338</c:v>
                </c:pt>
                <c:pt idx="3282">
                  <c:v>80.872999</c:v>
                </c:pt>
                <c:pt idx="3283">
                  <c:v>80.890932</c:v>
                </c:pt>
                <c:pt idx="3284">
                  <c:v>80.912136</c:v>
                </c:pt>
                <c:pt idx="3285">
                  <c:v>80.936609</c:v>
                </c:pt>
                <c:pt idx="3286">
                  <c:v>80.964350</c:v>
                </c:pt>
                <c:pt idx="3287">
                  <c:v>80.995358</c:v>
                </c:pt>
                <c:pt idx="3288">
                  <c:v>81.029631</c:v>
                </c:pt>
                <c:pt idx="3289">
                  <c:v>81.067167</c:v>
                </c:pt>
                <c:pt idx="3290">
                  <c:v>81.107964</c:v>
                </c:pt>
                <c:pt idx="3291">
                  <c:v>81.152018</c:v>
                </c:pt>
                <c:pt idx="3292">
                  <c:v>81.199326</c:v>
                </c:pt>
                <c:pt idx="3293">
                  <c:v>81.249886</c:v>
                </c:pt>
                <c:pt idx="3294">
                  <c:v>81.303694</c:v>
                </c:pt>
                <c:pt idx="3295">
                  <c:v>81.360745</c:v>
                </c:pt>
                <c:pt idx="3296">
                  <c:v>81.421036</c:v>
                </c:pt>
                <c:pt idx="3297">
                  <c:v>81.484562</c:v>
                </c:pt>
                <c:pt idx="3298">
                  <c:v>81.551319</c:v>
                </c:pt>
                <c:pt idx="3299">
                  <c:v>81.621300</c:v>
                </c:pt>
                <c:pt idx="3300">
                  <c:v>81.694502</c:v>
                </c:pt>
                <c:pt idx="3301">
                  <c:v>81.770917</c:v>
                </c:pt>
                <c:pt idx="3302">
                  <c:v>81.850542</c:v>
                </c:pt>
                <c:pt idx="3303">
                  <c:v>81.933368</c:v>
                </c:pt>
                <c:pt idx="3304">
                  <c:v>82.019391</c:v>
                </c:pt>
                <c:pt idx="3305">
                  <c:v>82.108602</c:v>
                </c:pt>
                <c:pt idx="3306">
                  <c:v>82.200996</c:v>
                </c:pt>
                <c:pt idx="3307">
                  <c:v>82.296566</c:v>
                </c:pt>
                <c:pt idx="3308">
                  <c:v>82.395303</c:v>
                </c:pt>
                <c:pt idx="3309">
                  <c:v>82.497200</c:v>
                </c:pt>
                <c:pt idx="3310">
                  <c:v>82.602249</c:v>
                </c:pt>
                <c:pt idx="3311">
                  <c:v>82.710442</c:v>
                </c:pt>
                <c:pt idx="3312">
                  <c:v>82.821771</c:v>
                </c:pt>
                <c:pt idx="3313">
                  <c:v>82.936228</c:v>
                </c:pt>
                <c:pt idx="3314">
                  <c:v>83.053802</c:v>
                </c:pt>
                <c:pt idx="3315">
                  <c:v>83.174486</c:v>
                </c:pt>
                <c:pt idx="3316">
                  <c:v>83.298271</c:v>
                </c:pt>
                <c:pt idx="3317">
                  <c:v>83.425145</c:v>
                </c:pt>
                <c:pt idx="3318">
                  <c:v>83.555101</c:v>
                </c:pt>
                <c:pt idx="3319">
                  <c:v>83.688129</c:v>
                </c:pt>
                <c:pt idx="3320">
                  <c:v>83.824217</c:v>
                </c:pt>
                <c:pt idx="3321">
                  <c:v>83.963356</c:v>
                </c:pt>
                <c:pt idx="3322">
                  <c:v>84.105537</c:v>
                </c:pt>
                <c:pt idx="3323">
                  <c:v>84.250747</c:v>
                </c:pt>
                <c:pt idx="3324">
                  <c:v>84.398976</c:v>
                </c:pt>
                <c:pt idx="3325">
                  <c:v>84.550215</c:v>
                </c:pt>
                <c:pt idx="3326">
                  <c:v>84.704450</c:v>
                </c:pt>
                <c:pt idx="3327">
                  <c:v>84.861672</c:v>
                </c:pt>
                <c:pt idx="3328">
                  <c:v>85.021869</c:v>
                </c:pt>
                <c:pt idx="3329">
                  <c:v>85.185029</c:v>
                </c:pt>
                <c:pt idx="3330">
                  <c:v>85.351141</c:v>
                </c:pt>
                <c:pt idx="3331">
                  <c:v>85.520193</c:v>
                </c:pt>
                <c:pt idx="3332">
                  <c:v>85.692173</c:v>
                </c:pt>
                <c:pt idx="3333">
                  <c:v>85.867070</c:v>
                </c:pt>
                <c:pt idx="3334">
                  <c:v>86.044870</c:v>
                </c:pt>
                <c:pt idx="3335">
                  <c:v>86.225563</c:v>
                </c:pt>
                <c:pt idx="3336">
                  <c:v>86.409134</c:v>
                </c:pt>
                <c:pt idx="3337">
                  <c:v>86.595573</c:v>
                </c:pt>
                <c:pt idx="3338">
                  <c:v>86.784866</c:v>
                </c:pt>
                <c:pt idx="3339">
                  <c:v>86.977002</c:v>
                </c:pt>
                <c:pt idx="3340">
                  <c:v>87.171966</c:v>
                </c:pt>
                <c:pt idx="3341">
                  <c:v>87.369747</c:v>
                </c:pt>
                <c:pt idx="3342">
                  <c:v>87.570331</c:v>
                </c:pt>
                <c:pt idx="3343">
                  <c:v>87.773706</c:v>
                </c:pt>
                <c:pt idx="3344">
                  <c:v>87.979859</c:v>
                </c:pt>
                <c:pt idx="3345">
                  <c:v>88.188776</c:v>
                </c:pt>
                <c:pt idx="3346">
                  <c:v>88.400445</c:v>
                </c:pt>
                <c:pt idx="3347">
                  <c:v>88.614852</c:v>
                </c:pt>
                <c:pt idx="3348">
                  <c:v>88.831984</c:v>
                </c:pt>
                <c:pt idx="3349">
                  <c:v>89.051828</c:v>
                </c:pt>
                <c:pt idx="3350">
                  <c:v>89.274370</c:v>
                </c:pt>
                <c:pt idx="3351">
                  <c:v>89.499598</c:v>
                </c:pt>
                <c:pt idx="3352">
                  <c:v>89.727497</c:v>
                </c:pt>
                <c:pt idx="3353">
                  <c:v>89.958055</c:v>
                </c:pt>
                <c:pt idx="3354">
                  <c:v>90.191259</c:v>
                </c:pt>
                <c:pt idx="3355">
                  <c:v>90.427094</c:v>
                </c:pt>
                <c:pt idx="3356">
                  <c:v>90.665547</c:v>
                </c:pt>
                <c:pt idx="3357">
                  <c:v>90.906605</c:v>
                </c:pt>
                <c:pt idx="3358">
                  <c:v>91.150255</c:v>
                </c:pt>
                <c:pt idx="3359">
                  <c:v>91.396482</c:v>
                </c:pt>
                <c:pt idx="3360">
                  <c:v>91.645275</c:v>
                </c:pt>
                <c:pt idx="3361">
                  <c:v>91.896618</c:v>
                </c:pt>
                <c:pt idx="3362">
                  <c:v>92.150500</c:v>
                </c:pt>
                <c:pt idx="3363">
                  <c:v>92.406906</c:v>
                </c:pt>
                <c:pt idx="3364">
                  <c:v>92.665823</c:v>
                </c:pt>
                <c:pt idx="3365">
                  <c:v>92.927237</c:v>
                </c:pt>
                <c:pt idx="3366">
                  <c:v>93.191136</c:v>
                </c:pt>
                <c:pt idx="3367">
                  <c:v>93.457507</c:v>
                </c:pt>
                <c:pt idx="3368">
                  <c:v>93.726335</c:v>
                </c:pt>
                <c:pt idx="3369">
                  <c:v>93.997608</c:v>
                </c:pt>
                <c:pt idx="3370">
                  <c:v>94.271312</c:v>
                </c:pt>
                <c:pt idx="3371">
                  <c:v>94.547434</c:v>
                </c:pt>
                <c:pt idx="3372">
                  <c:v>94.825962</c:v>
                </c:pt>
                <c:pt idx="3373">
                  <c:v>95.106882</c:v>
                </c:pt>
                <c:pt idx="3374">
                  <c:v>95.390181</c:v>
                </c:pt>
                <c:pt idx="3375">
                  <c:v>95.675847</c:v>
                </c:pt>
                <c:pt idx="3376">
                  <c:v>95.963866</c:v>
                </c:pt>
                <c:pt idx="3377">
                  <c:v>96.254225</c:v>
                </c:pt>
                <c:pt idx="3378">
                  <c:v>96.546912</c:v>
                </c:pt>
                <c:pt idx="3379">
                  <c:v>96.841914</c:v>
                </c:pt>
                <c:pt idx="3380">
                  <c:v>97.139218</c:v>
                </c:pt>
                <c:pt idx="3381">
                  <c:v>97.438812</c:v>
                </c:pt>
                <c:pt idx="3382">
                  <c:v>97.740683</c:v>
                </c:pt>
                <c:pt idx="3383">
                  <c:v>98.044818</c:v>
                </c:pt>
                <c:pt idx="3384">
                  <c:v>98.351206</c:v>
                </c:pt>
                <c:pt idx="3385">
                  <c:v>98.659834</c:v>
                </c:pt>
                <c:pt idx="3386">
                  <c:v>98.970690</c:v>
                </c:pt>
                <c:pt idx="3387">
                  <c:v>99.283761</c:v>
                </c:pt>
                <c:pt idx="3388">
                  <c:v>99.599036</c:v>
                </c:pt>
                <c:pt idx="3389">
                  <c:v>99.916502</c:v>
                </c:pt>
                <c:pt idx="3390">
                  <c:v>100.236148</c:v>
                </c:pt>
                <c:pt idx="3391">
                  <c:v>100.557962</c:v>
                </c:pt>
                <c:pt idx="3392">
                  <c:v>100.881931</c:v>
                </c:pt>
                <c:pt idx="3393">
                  <c:v>101.208044</c:v>
                </c:pt>
                <c:pt idx="3394">
                  <c:v>101.536290</c:v>
                </c:pt>
                <c:pt idx="3395">
                  <c:v>101.866657</c:v>
                </c:pt>
                <c:pt idx="3396">
                  <c:v>102.199134</c:v>
                </c:pt>
                <c:pt idx="3397">
                  <c:v>102.533709</c:v>
                </c:pt>
                <c:pt idx="3398">
                  <c:v>102.870371</c:v>
                </c:pt>
                <c:pt idx="3399">
                  <c:v>103.209109</c:v>
                </c:pt>
                <c:pt idx="3400">
                  <c:v>103.549911</c:v>
                </c:pt>
                <c:pt idx="3401">
                  <c:v>103.892767</c:v>
                </c:pt>
                <c:pt idx="3402">
                  <c:v>104.237666</c:v>
                </c:pt>
                <c:pt idx="3403">
                  <c:v>104.584598</c:v>
                </c:pt>
                <c:pt idx="3404">
                  <c:v>104.933550</c:v>
                </c:pt>
                <c:pt idx="3405">
                  <c:v>105.284513</c:v>
                </c:pt>
                <c:pt idx="3406">
                  <c:v>105.637476</c:v>
                </c:pt>
                <c:pt idx="3407">
                  <c:v>105.992429</c:v>
                </c:pt>
                <c:pt idx="3408">
                  <c:v>106.349362</c:v>
                </c:pt>
                <c:pt idx="3409">
                  <c:v>106.708263</c:v>
                </c:pt>
                <c:pt idx="3410">
                  <c:v>107.069124</c:v>
                </c:pt>
                <c:pt idx="3411">
                  <c:v>107.431933</c:v>
                </c:pt>
                <c:pt idx="3412">
                  <c:v>107.796681</c:v>
                </c:pt>
                <c:pt idx="3413">
                  <c:v>108.163359</c:v>
                </c:pt>
                <c:pt idx="3414">
                  <c:v>108.531955</c:v>
                </c:pt>
                <c:pt idx="3415">
                  <c:v>108.902461</c:v>
                </c:pt>
                <c:pt idx="3416">
                  <c:v>109.274868</c:v>
                </c:pt>
                <c:pt idx="3417">
                  <c:v>109.649164</c:v>
                </c:pt>
                <c:pt idx="3418">
                  <c:v>110.025342</c:v>
                </c:pt>
                <c:pt idx="3419">
                  <c:v>110.403392</c:v>
                </c:pt>
                <c:pt idx="3420">
                  <c:v>110.783304</c:v>
                </c:pt>
                <c:pt idx="3421">
                  <c:v>111.165070</c:v>
                </c:pt>
                <c:pt idx="3422">
                  <c:v>111.548681</c:v>
                </c:pt>
                <c:pt idx="3423">
                  <c:v>111.934127</c:v>
                </c:pt>
                <c:pt idx="3424">
                  <c:v>112.321399</c:v>
                </c:pt>
                <c:pt idx="3425">
                  <c:v>112.710490</c:v>
                </c:pt>
                <c:pt idx="3426">
                  <c:v>113.101390</c:v>
                </c:pt>
                <c:pt idx="3427">
                  <c:v>113.494091</c:v>
                </c:pt>
                <c:pt idx="3428">
                  <c:v>113.888584</c:v>
                </c:pt>
                <c:pt idx="3429">
                  <c:v>114.284861</c:v>
                </c:pt>
                <c:pt idx="3430">
                  <c:v>114.682914</c:v>
                </c:pt>
                <c:pt idx="3431">
                  <c:v>115.082735</c:v>
                </c:pt>
                <c:pt idx="3432">
                  <c:v>115.484315</c:v>
                </c:pt>
                <c:pt idx="3433">
                  <c:v>115.887646</c:v>
                </c:pt>
                <c:pt idx="3434">
                  <c:v>116.292721</c:v>
                </c:pt>
                <c:pt idx="3435">
                  <c:v>116.699532</c:v>
                </c:pt>
                <c:pt idx="3436">
                  <c:v>117.108070</c:v>
                </c:pt>
                <c:pt idx="3437">
                  <c:v>117.518329</c:v>
                </c:pt>
                <c:pt idx="3438">
                  <c:v>117.930301</c:v>
                </c:pt>
                <c:pt idx="3439">
                  <c:v>118.343978</c:v>
                </c:pt>
                <c:pt idx="3440">
                  <c:v>118.759354</c:v>
                </c:pt>
                <c:pt idx="3441">
                  <c:v>119.176419</c:v>
                </c:pt>
                <c:pt idx="3442">
                  <c:v>119.595169</c:v>
                </c:pt>
                <c:pt idx="3443">
                  <c:v>120.015594</c:v>
                </c:pt>
                <c:pt idx="3444">
                  <c:v>120.437689</c:v>
                </c:pt>
                <c:pt idx="3445">
                  <c:v>120.861447</c:v>
                </c:pt>
                <c:pt idx="3446">
                  <c:v>121.286859</c:v>
                </c:pt>
                <c:pt idx="3447">
                  <c:v>121.713921</c:v>
                </c:pt>
                <c:pt idx="3448">
                  <c:v>122.142624</c:v>
                </c:pt>
                <c:pt idx="3449">
                  <c:v>122.572963</c:v>
                </c:pt>
                <c:pt idx="3450">
                  <c:v>123.004931</c:v>
                </c:pt>
                <c:pt idx="3451">
                  <c:v>123.438521</c:v>
                </c:pt>
                <c:pt idx="3452">
                  <c:v>123.873727</c:v>
                </c:pt>
                <c:pt idx="3453">
                  <c:v>124.310543</c:v>
                </c:pt>
                <c:pt idx="3454">
                  <c:v>124.748962</c:v>
                </c:pt>
                <c:pt idx="3455">
                  <c:v>125.188979</c:v>
                </c:pt>
                <c:pt idx="3456">
                  <c:v>125.630586</c:v>
                </c:pt>
                <c:pt idx="3457">
                  <c:v>126.073779</c:v>
                </c:pt>
                <c:pt idx="3458">
                  <c:v>126.518552</c:v>
                </c:pt>
                <c:pt idx="3459">
                  <c:v>126.964897</c:v>
                </c:pt>
                <c:pt idx="3460">
                  <c:v>127.412811</c:v>
                </c:pt>
                <c:pt idx="3461">
                  <c:v>127.862286</c:v>
                </c:pt>
                <c:pt idx="3462">
                  <c:v>128.313318</c:v>
                </c:pt>
                <c:pt idx="3463">
                  <c:v>128.765900</c:v>
                </c:pt>
                <c:pt idx="3464">
                  <c:v>129.220028</c:v>
                </c:pt>
                <c:pt idx="3465">
                  <c:v>129.675696</c:v>
                </c:pt>
                <c:pt idx="3466">
                  <c:v>130.132898</c:v>
                </c:pt>
                <c:pt idx="3467">
                  <c:v>130.591630</c:v>
                </c:pt>
                <c:pt idx="3468">
                  <c:v>131.051885</c:v>
                </c:pt>
                <c:pt idx="3469">
                  <c:v>131.513659</c:v>
                </c:pt>
                <c:pt idx="3470">
                  <c:v>131.976947</c:v>
                </c:pt>
                <c:pt idx="3471">
                  <c:v>132.441744</c:v>
                </c:pt>
                <c:pt idx="3472">
                  <c:v>132.908044</c:v>
                </c:pt>
                <c:pt idx="3473">
                  <c:v>133.375844</c:v>
                </c:pt>
                <c:pt idx="3474">
                  <c:v>133.845137</c:v>
                </c:pt>
                <c:pt idx="3475">
                  <c:v>134.315920</c:v>
                </c:pt>
                <c:pt idx="3476">
                  <c:v>134.788187</c:v>
                </c:pt>
                <c:pt idx="3477">
                  <c:v>135.261934</c:v>
                </c:pt>
                <c:pt idx="3478">
                  <c:v>135.737156</c:v>
                </c:pt>
                <c:pt idx="3479">
                  <c:v>136.213849</c:v>
                </c:pt>
                <c:pt idx="3480">
                  <c:v>136.692009</c:v>
                </c:pt>
                <c:pt idx="3481">
                  <c:v>137.171630</c:v>
                </c:pt>
                <c:pt idx="3482">
                  <c:v>137.652708</c:v>
                </c:pt>
                <c:pt idx="3483">
                  <c:v>138.135240</c:v>
                </c:pt>
                <c:pt idx="3484">
                  <c:v>138.619221</c:v>
                </c:pt>
                <c:pt idx="3485">
                  <c:v>139.104646</c:v>
                </c:pt>
                <c:pt idx="3486">
                  <c:v>139.591512</c:v>
                </c:pt>
                <c:pt idx="3487">
                  <c:v>140.079815</c:v>
                </c:pt>
                <c:pt idx="3488">
                  <c:v>140.569550</c:v>
                </c:pt>
                <c:pt idx="3489">
                  <c:v>141.060713</c:v>
                </c:pt>
                <c:pt idx="3490">
                  <c:v>141.553300</c:v>
                </c:pt>
                <c:pt idx="3491">
                  <c:v>142.047308</c:v>
                </c:pt>
                <c:pt idx="3492">
                  <c:v>142.542733</c:v>
                </c:pt>
                <c:pt idx="3493">
                  <c:v>143.039571</c:v>
                </c:pt>
                <c:pt idx="3494">
                  <c:v>143.537818</c:v>
                </c:pt>
                <c:pt idx="3495">
                  <c:v>144.037470</c:v>
                </c:pt>
                <c:pt idx="3496">
                  <c:v>144.538523</c:v>
                </c:pt>
                <c:pt idx="3497">
                  <c:v>145.040975</c:v>
                </c:pt>
                <c:pt idx="3498">
                  <c:v>145.544822</c:v>
                </c:pt>
                <c:pt idx="3499">
                  <c:v>146.050059</c:v>
                </c:pt>
                <c:pt idx="3500">
                  <c:v>146.556684</c:v>
                </c:pt>
                <c:pt idx="3501">
                  <c:v>147.064693</c:v>
                </c:pt>
                <c:pt idx="3502">
                  <c:v>147.574082</c:v>
                </c:pt>
                <c:pt idx="3503">
                  <c:v>148.084848</c:v>
                </c:pt>
                <c:pt idx="3504">
                  <c:v>148.596989</c:v>
                </c:pt>
                <c:pt idx="3505">
                  <c:v>149.110500</c:v>
                </c:pt>
                <c:pt idx="3506">
                  <c:v>149.625378</c:v>
                </c:pt>
                <c:pt idx="3507">
                  <c:v>150.141620</c:v>
                </c:pt>
                <c:pt idx="3508">
                  <c:v>150.659223</c:v>
                </c:pt>
                <c:pt idx="3509">
                  <c:v>151.178183</c:v>
                </c:pt>
                <c:pt idx="3510">
                  <c:v>151.698499</c:v>
                </c:pt>
                <c:pt idx="3511">
                  <c:v>152.220165</c:v>
                </c:pt>
                <c:pt idx="3512">
                  <c:v>152.743180</c:v>
                </c:pt>
                <c:pt idx="3513">
                  <c:v>153.267541</c:v>
                </c:pt>
                <c:pt idx="3514">
                  <c:v>153.793244</c:v>
                </c:pt>
                <c:pt idx="3515">
                  <c:v>154.320286</c:v>
                </c:pt>
                <c:pt idx="3516">
                  <c:v>154.848664</c:v>
                </c:pt>
                <c:pt idx="3517">
                  <c:v>155.378377</c:v>
                </c:pt>
                <c:pt idx="3518">
                  <c:v>155.909419</c:v>
                </c:pt>
                <c:pt idx="3519">
                  <c:v>156.441790</c:v>
                </c:pt>
                <c:pt idx="3520">
                  <c:v>156.975486</c:v>
                </c:pt>
                <c:pt idx="3521">
                  <c:v>157.510504</c:v>
                </c:pt>
                <c:pt idx="3522">
                  <c:v>158.046841</c:v>
                </c:pt>
                <c:pt idx="3523">
                  <c:v>158.584495</c:v>
                </c:pt>
                <c:pt idx="3524">
                  <c:v>159.123463</c:v>
                </c:pt>
                <c:pt idx="3525">
                  <c:v>159.663742</c:v>
                </c:pt>
                <c:pt idx="3526">
                  <c:v>160.205329</c:v>
                </c:pt>
                <c:pt idx="3527">
                  <c:v>160.748223</c:v>
                </c:pt>
                <c:pt idx="3528">
                  <c:v>161.292420</c:v>
                </c:pt>
                <c:pt idx="3529">
                  <c:v>161.837917</c:v>
                </c:pt>
                <c:pt idx="3530">
                  <c:v>162.384713</c:v>
                </c:pt>
                <c:pt idx="3531">
                  <c:v>162.932804</c:v>
                </c:pt>
                <c:pt idx="3532">
                  <c:v>163.482188</c:v>
                </c:pt>
                <c:pt idx="3533">
                  <c:v>164.032862</c:v>
                </c:pt>
                <c:pt idx="3534">
                  <c:v>164.584824</c:v>
                </c:pt>
                <c:pt idx="3535">
                  <c:v>165.138072</c:v>
                </c:pt>
                <c:pt idx="3536">
                  <c:v>165.692603</c:v>
                </c:pt>
                <c:pt idx="3537">
                  <c:v>166.248413</c:v>
                </c:pt>
                <c:pt idx="3538">
                  <c:v>166.805502</c:v>
                </c:pt>
                <c:pt idx="3539">
                  <c:v>167.363867</c:v>
                </c:pt>
                <c:pt idx="3540">
                  <c:v>167.923504</c:v>
                </c:pt>
                <c:pt idx="3541">
                  <c:v>168.484412</c:v>
                </c:pt>
                <c:pt idx="3542">
                  <c:v>169.046588</c:v>
                </c:pt>
                <c:pt idx="3543">
                  <c:v>169.610031</c:v>
                </c:pt>
                <c:pt idx="3544">
                  <c:v>170.174736</c:v>
                </c:pt>
                <c:pt idx="3545">
                  <c:v>170.740703</c:v>
                </c:pt>
                <c:pt idx="3546">
                  <c:v>171.307929</c:v>
                </c:pt>
                <c:pt idx="3547">
                  <c:v>171.876411</c:v>
                </c:pt>
                <c:pt idx="3548">
                  <c:v>172.446147</c:v>
                </c:pt>
                <c:pt idx="3549">
                  <c:v>173.017134</c:v>
                </c:pt>
                <c:pt idx="3550">
                  <c:v>173.589371</c:v>
                </c:pt>
                <c:pt idx="3551">
                  <c:v>174.162856</c:v>
                </c:pt>
                <c:pt idx="3552">
                  <c:v>174.737584</c:v>
                </c:pt>
                <c:pt idx="3553">
                  <c:v>175.313556</c:v>
                </c:pt>
                <c:pt idx="3554">
                  <c:v>175.890767</c:v>
                </c:pt>
                <c:pt idx="3555">
                  <c:v>176.469216</c:v>
                </c:pt>
                <c:pt idx="3556">
                  <c:v>177.048901</c:v>
                </c:pt>
                <c:pt idx="3557">
                  <c:v>177.629819</c:v>
                </c:pt>
                <c:pt idx="3558">
                  <c:v>178.211968</c:v>
                </c:pt>
                <c:pt idx="3559">
                  <c:v>178.795346</c:v>
                </c:pt>
                <c:pt idx="3560">
                  <c:v>179.379950</c:v>
                </c:pt>
                <c:pt idx="3561">
                  <c:v>179.965778</c:v>
                </c:pt>
                <c:pt idx="3562">
                  <c:v>180.552827</c:v>
                </c:pt>
                <c:pt idx="3563">
                  <c:v>181.141097</c:v>
                </c:pt>
                <c:pt idx="3564">
                  <c:v>181.730583</c:v>
                </c:pt>
                <c:pt idx="3565">
                  <c:v>182.321284</c:v>
                </c:pt>
                <c:pt idx="3566">
                  <c:v>182.913198</c:v>
                </c:pt>
                <c:pt idx="3567">
                  <c:v>183.506322</c:v>
                </c:pt>
                <c:pt idx="3568">
                  <c:v>184.100655</c:v>
                </c:pt>
                <c:pt idx="3569">
                  <c:v>184.696192</c:v>
                </c:pt>
                <c:pt idx="3570">
                  <c:v>185.292934</c:v>
                </c:pt>
                <c:pt idx="3571">
                  <c:v>185.890876</c:v>
                </c:pt>
                <c:pt idx="3572">
                  <c:v>186.490017</c:v>
                </c:pt>
                <c:pt idx="3573">
                  <c:v>187.090354</c:v>
                </c:pt>
                <c:pt idx="3574">
                  <c:v>187.691886</c:v>
                </c:pt>
                <c:pt idx="3575">
                  <c:v>188.294609</c:v>
                </c:pt>
                <c:pt idx="3576">
                  <c:v>188.898521</c:v>
                </c:pt>
                <c:pt idx="3577">
                  <c:v>189.503621</c:v>
                </c:pt>
                <c:pt idx="3578">
                  <c:v>190.109905</c:v>
                </c:pt>
                <c:pt idx="3579">
                  <c:v>190.717371</c:v>
                </c:pt>
                <c:pt idx="3580">
                  <c:v>191.326018</c:v>
                </c:pt>
                <c:pt idx="3581">
                  <c:v>191.935841</c:v>
                </c:pt>
                <c:pt idx="3582">
                  <c:v>192.546840</c:v>
                </c:pt>
                <c:pt idx="3583">
                  <c:v>193.159011</c:v>
                </c:pt>
                <c:pt idx="3584">
                  <c:v>193.772353</c:v>
                </c:pt>
                <c:pt idx="3585">
                  <c:v>194.386862</c:v>
                </c:pt>
                <c:pt idx="3586">
                  <c:v>195.002536</c:v>
                </c:pt>
                <c:pt idx="3587">
                  <c:v>195.619373</c:v>
                </c:pt>
                <c:pt idx="3588">
                  <c:v>196.237371</c:v>
                </c:pt>
                <c:pt idx="3589">
                  <c:v>196.856526</c:v>
                </c:pt>
                <c:pt idx="3590">
                  <c:v>197.476836</c:v>
                </c:pt>
                <c:pt idx="3591">
                  <c:v>198.098299</c:v>
                </c:pt>
                <c:pt idx="3592">
                  <c:v>198.720912</c:v>
                </c:pt>
                <c:pt idx="3593">
                  <c:v>199.344673</c:v>
                </c:pt>
                <c:pt idx="3594">
                  <c:v>199.969579</c:v>
                </c:pt>
                <c:pt idx="3595">
                  <c:v>200.595626</c:v>
                </c:pt>
                <c:pt idx="3596">
                  <c:v>201.222814</c:v>
                </c:pt>
                <c:pt idx="3597">
                  <c:v>201.851138</c:v>
                </c:pt>
                <c:pt idx="3598">
                  <c:v>202.480597</c:v>
                </c:pt>
                <c:pt idx="3599">
                  <c:v>203.111188</c:v>
                </c:pt>
                <c:pt idx="3600">
                  <c:v>203.742907</c:v>
                </c:pt>
                <c:pt idx="3601">
                  <c:v>204.375753</c:v>
                </c:pt>
                <c:pt idx="3602">
                  <c:v>205.009722</c:v>
                </c:pt>
                <c:pt idx="3603">
                  <c:v>205.644811</c:v>
                </c:pt>
                <c:pt idx="3604">
                  <c:v>206.281018</c:v>
                </c:pt>
                <c:pt idx="3605">
                  <c:v>206.918341</c:v>
                </c:pt>
                <c:pt idx="3606">
                  <c:v>207.556775</c:v>
                </c:pt>
                <c:pt idx="3607">
                  <c:v>208.196318</c:v>
                </c:pt>
                <c:pt idx="3608">
                  <c:v>208.836968</c:v>
                </c:pt>
                <c:pt idx="3609">
                  <c:v>209.478721</c:v>
                </c:pt>
                <c:pt idx="3610">
                  <c:v>210.121575</c:v>
                </c:pt>
                <c:pt idx="3611">
                  <c:v>210.765526</c:v>
                </c:pt>
                <c:pt idx="3612">
                  <c:v>211.410571</c:v>
                </c:pt>
                <c:pt idx="3613">
                  <c:v>212.056707</c:v>
                </c:pt>
                <c:pt idx="3614">
                  <c:v>212.703932</c:v>
                </c:pt>
                <c:pt idx="3615">
                  <c:v>213.352241</c:v>
                </c:pt>
                <c:pt idx="3616">
                  <c:v>214.001633</c:v>
                </c:pt>
                <c:pt idx="3617">
                  <c:v>214.652103</c:v>
                </c:pt>
                <c:pt idx="3618">
                  <c:v>215.303649</c:v>
                </c:pt>
                <c:pt idx="3619">
                  <c:v>215.956267</c:v>
                </c:pt>
                <c:pt idx="3620">
                  <c:v>216.609954</c:v>
                </c:pt>
                <c:pt idx="3621">
                  <c:v>217.264707</c:v>
                </c:pt>
                <c:pt idx="3622">
                  <c:v>217.920523</c:v>
                </c:pt>
                <c:pt idx="3623">
                  <c:v>218.577397</c:v>
                </c:pt>
                <c:pt idx="3624">
                  <c:v>219.235327</c:v>
                </c:pt>
                <c:pt idx="3625">
                  <c:v>219.894309</c:v>
                </c:pt>
                <c:pt idx="3626">
                  <c:v>220.554339</c:v>
                </c:pt>
                <c:pt idx="3627">
                  <c:v>221.215415</c:v>
                </c:pt>
                <c:pt idx="3628">
                  <c:v>221.877533</c:v>
                </c:pt>
                <c:pt idx="3629">
                  <c:v>222.540688</c:v>
                </c:pt>
                <c:pt idx="3630">
                  <c:v>223.204878</c:v>
                </c:pt>
                <c:pt idx="3631">
                  <c:v>223.870098</c:v>
                </c:pt>
                <c:pt idx="3632">
                  <c:v>224.536345</c:v>
                </c:pt>
                <c:pt idx="3633">
                  <c:v>225.203616</c:v>
                </c:pt>
                <c:pt idx="3634">
                  <c:v>225.871906</c:v>
                </c:pt>
                <c:pt idx="3635">
                  <c:v>226.541211</c:v>
                </c:pt>
                <c:pt idx="3636">
                  <c:v>227.211529</c:v>
                </c:pt>
                <c:pt idx="3637">
                  <c:v>227.882854</c:v>
                </c:pt>
                <c:pt idx="3638">
                  <c:v>228.555183</c:v>
                </c:pt>
                <c:pt idx="3639">
                  <c:v>229.228512</c:v>
                </c:pt>
                <c:pt idx="3640">
                  <c:v>229.902836</c:v>
                </c:pt>
                <c:pt idx="3641">
                  <c:v>230.578153</c:v>
                </c:pt>
                <c:pt idx="3642">
                  <c:v>231.254457</c:v>
                </c:pt>
                <c:pt idx="3643">
                  <c:v>231.931744</c:v>
                </c:pt>
                <c:pt idx="3644">
                  <c:v>232.610010</c:v>
                </c:pt>
                <c:pt idx="3645">
                  <c:v>233.289252</c:v>
                </c:pt>
                <c:pt idx="3646">
                  <c:v>233.969464</c:v>
                </c:pt>
                <c:pt idx="3647">
                  <c:v>234.650642</c:v>
                </c:pt>
                <c:pt idx="3648">
                  <c:v>235.332782</c:v>
                </c:pt>
                <c:pt idx="3649">
                  <c:v>236.015879</c:v>
                </c:pt>
                <c:pt idx="3650">
                  <c:v>236.699929</c:v>
                </c:pt>
                <c:pt idx="3651">
                  <c:v>237.384927</c:v>
                </c:pt>
                <c:pt idx="3652">
                  <c:v>238.070869</c:v>
                </c:pt>
                <c:pt idx="3653">
                  <c:v>238.757750</c:v>
                </c:pt>
                <c:pt idx="3654">
                  <c:v>239.445565</c:v>
                </c:pt>
                <c:pt idx="3655">
                  <c:v>240.134310</c:v>
                </c:pt>
                <c:pt idx="3656">
                  <c:v>240.823980</c:v>
                </c:pt>
                <c:pt idx="3657">
                  <c:v>241.514569</c:v>
                </c:pt>
                <c:pt idx="3658">
                  <c:v>242.206073</c:v>
                </c:pt>
                <c:pt idx="3659">
                  <c:v>242.898487</c:v>
                </c:pt>
                <c:pt idx="3660">
                  <c:v>243.591805</c:v>
                </c:pt>
                <c:pt idx="3661">
                  <c:v>244.286024</c:v>
                </c:pt>
                <c:pt idx="3662">
                  <c:v>244.981137</c:v>
                </c:pt>
                <c:pt idx="3663">
                  <c:v>245.677140</c:v>
                </c:pt>
                <c:pt idx="3664">
                  <c:v>246.374027</c:v>
                </c:pt>
                <c:pt idx="3665">
                  <c:v>247.071792</c:v>
                </c:pt>
                <c:pt idx="3666">
                  <c:v>247.770431</c:v>
                </c:pt>
                <c:pt idx="3667">
                  <c:v>248.469938</c:v>
                </c:pt>
                <c:pt idx="3668">
                  <c:v>249.170308</c:v>
                </c:pt>
                <c:pt idx="3669">
                  <c:v>249.871535</c:v>
                </c:pt>
                <c:pt idx="3670">
                  <c:v>250.573613</c:v>
                </c:pt>
                <c:pt idx="3671">
                  <c:v>251.276537</c:v>
                </c:pt>
                <c:pt idx="3672">
                  <c:v>251.980300</c:v>
                </c:pt>
                <c:pt idx="3673">
                  <c:v>252.684898</c:v>
                </c:pt>
                <c:pt idx="3674">
                  <c:v>253.390324</c:v>
                </c:pt>
                <c:pt idx="3675">
                  <c:v>254.096573</c:v>
                </c:pt>
                <c:pt idx="3676">
                  <c:v>254.803638</c:v>
                </c:pt>
                <c:pt idx="3677">
                  <c:v>255.511513</c:v>
                </c:pt>
                <c:pt idx="3678">
                  <c:v>256.220193</c:v>
                </c:pt>
                <c:pt idx="3679">
                  <c:v>256.929671</c:v>
                </c:pt>
                <c:pt idx="3680">
                  <c:v>257.639940</c:v>
                </c:pt>
                <c:pt idx="3681">
                  <c:v>258.350996</c:v>
                </c:pt>
                <c:pt idx="3682">
                  <c:v>259.062830</c:v>
                </c:pt>
                <c:pt idx="3683">
                  <c:v>259.775437</c:v>
                </c:pt>
                <c:pt idx="3684">
                  <c:v>260.488810</c:v>
                </c:pt>
                <c:pt idx="3685">
                  <c:v>261.202943</c:v>
                </c:pt>
                <c:pt idx="3686">
                  <c:v>261.917829</c:v>
                </c:pt>
                <c:pt idx="3687">
                  <c:v>262.633461</c:v>
                </c:pt>
                <c:pt idx="3688">
                  <c:v>263.349832</c:v>
                </c:pt>
                <c:pt idx="3689">
                  <c:v>264.066937</c:v>
                </c:pt>
                <c:pt idx="3690">
                  <c:v>264.784766</c:v>
                </c:pt>
                <c:pt idx="3691">
                  <c:v>265.503315</c:v>
                </c:pt>
                <c:pt idx="3692">
                  <c:v>266.222575</c:v>
                </c:pt>
                <c:pt idx="3693">
                  <c:v>266.942540</c:v>
                </c:pt>
                <c:pt idx="3694">
                  <c:v>267.663202</c:v>
                </c:pt>
                <c:pt idx="3695">
                  <c:v>268.384554</c:v>
                </c:pt>
                <c:pt idx="3696">
                  <c:v>269.106589</c:v>
                </c:pt>
                <c:pt idx="3697">
                  <c:v>269.829299</c:v>
                </c:pt>
                <c:pt idx="3698">
                  <c:v>270.552677</c:v>
                </c:pt>
                <c:pt idx="3699">
                  <c:v>271.276714</c:v>
                </c:pt>
                <c:pt idx="3700">
                  <c:v>272.001404</c:v>
                </c:pt>
                <c:pt idx="3701">
                  <c:v>272.726739</c:v>
                </c:pt>
                <c:pt idx="3702">
                  <c:v>273.452711</c:v>
                </c:pt>
                <c:pt idx="3703">
                  <c:v>274.179312</c:v>
                </c:pt>
                <c:pt idx="3704">
                  <c:v>274.906534</c:v>
                </c:pt>
                <c:pt idx="3705">
                  <c:v>275.634369</c:v>
                </c:pt>
                <c:pt idx="3706">
                  <c:v>276.362809</c:v>
                </c:pt>
                <c:pt idx="3707">
                  <c:v>277.091845</c:v>
                </c:pt>
                <c:pt idx="3708">
                  <c:v>277.821470</c:v>
                </c:pt>
                <c:pt idx="3709">
                  <c:v>278.551675</c:v>
                </c:pt>
                <c:pt idx="3710">
                  <c:v>279.282451</c:v>
                </c:pt>
                <c:pt idx="3711">
                  <c:v>280.013791</c:v>
                </c:pt>
                <c:pt idx="3712">
                  <c:v>280.745685</c:v>
                </c:pt>
                <c:pt idx="3713">
                  <c:v>281.478125</c:v>
                </c:pt>
                <c:pt idx="3714">
                  <c:v>282.211102</c:v>
                </c:pt>
                <c:pt idx="3715">
                  <c:v>282.944606</c:v>
                </c:pt>
                <c:pt idx="3716">
                  <c:v>283.678630</c:v>
                </c:pt>
                <c:pt idx="3717">
                  <c:v>284.413165</c:v>
                </c:pt>
                <c:pt idx="3718">
                  <c:v>285.148200</c:v>
                </c:pt>
                <c:pt idx="3719">
                  <c:v>285.883727</c:v>
                </c:pt>
                <c:pt idx="3720">
                  <c:v>286.619737</c:v>
                </c:pt>
                <c:pt idx="3721">
                  <c:v>287.356220</c:v>
                </c:pt>
                <c:pt idx="3722">
                  <c:v>288.093167</c:v>
                </c:pt>
                <c:pt idx="3723">
                  <c:v>288.830568</c:v>
                </c:pt>
                <c:pt idx="3724">
                  <c:v>289.568414</c:v>
                </c:pt>
                <c:pt idx="3725">
                  <c:v>290.306695</c:v>
                </c:pt>
                <c:pt idx="3726">
                  <c:v>291.045400</c:v>
                </c:pt>
                <c:pt idx="3727">
                  <c:v>291.784521</c:v>
                </c:pt>
                <c:pt idx="3728">
                  <c:v>292.524048</c:v>
                </c:pt>
                <c:pt idx="3729">
                  <c:v>293.263969</c:v>
                </c:pt>
                <c:pt idx="3730">
                  <c:v>294.004276</c:v>
                </c:pt>
                <c:pt idx="3731">
                  <c:v>294.744957</c:v>
                </c:pt>
                <c:pt idx="3732">
                  <c:v>295.486003</c:v>
                </c:pt>
                <c:pt idx="3733">
                  <c:v>296.227403</c:v>
                </c:pt>
                <c:pt idx="3734">
                  <c:v>296.969146</c:v>
                </c:pt>
                <c:pt idx="3735">
                  <c:v>297.711223</c:v>
                </c:pt>
                <c:pt idx="3736">
                  <c:v>298.453621</c:v>
                </c:pt>
                <c:pt idx="3737">
                  <c:v>299.196332</c:v>
                </c:pt>
                <c:pt idx="3738">
                  <c:v>299.939342</c:v>
                </c:pt>
                <c:pt idx="3739">
                  <c:v>300.682643</c:v>
                </c:pt>
                <c:pt idx="3740">
                  <c:v>301.426221</c:v>
                </c:pt>
                <c:pt idx="3741">
                  <c:v>302.170068</c:v>
                </c:pt>
                <c:pt idx="3742">
                  <c:v>302.914170</c:v>
                </c:pt>
                <c:pt idx="3743">
                  <c:v>303.658517</c:v>
                </c:pt>
                <c:pt idx="3744">
                  <c:v>304.403097</c:v>
                </c:pt>
                <c:pt idx="3745">
                  <c:v>305.147899</c:v>
                </c:pt>
                <c:pt idx="3746">
                  <c:v>305.892912</c:v>
                </c:pt>
                <c:pt idx="3747">
                  <c:v>306.638122</c:v>
                </c:pt>
                <c:pt idx="3748">
                  <c:v>307.383520</c:v>
                </c:pt>
                <c:pt idx="3749">
                  <c:v>308.129092</c:v>
                </c:pt>
                <c:pt idx="3750">
                  <c:v>308.874826</c:v>
                </c:pt>
                <c:pt idx="3751">
                  <c:v>309.620711</c:v>
                </c:pt>
                <c:pt idx="3752">
                  <c:v>310.366735</c:v>
                </c:pt>
                <c:pt idx="3753">
                  <c:v>311.112884</c:v>
                </c:pt>
                <c:pt idx="3754">
                  <c:v>311.859147</c:v>
                </c:pt>
                <c:pt idx="3755">
                  <c:v>312.605512</c:v>
                </c:pt>
                <c:pt idx="3756">
                  <c:v>313.351964</c:v>
                </c:pt>
                <c:pt idx="3757">
                  <c:v>314.098493</c:v>
                </c:pt>
                <c:pt idx="3758">
                  <c:v>314.845085</c:v>
                </c:pt>
                <c:pt idx="3759">
                  <c:v>315.591726</c:v>
                </c:pt>
                <c:pt idx="3760">
                  <c:v>316.338405</c:v>
                </c:pt>
                <c:pt idx="3761">
                  <c:v>317.085108</c:v>
                </c:pt>
                <c:pt idx="3762">
                  <c:v>317.831822</c:v>
                </c:pt>
                <c:pt idx="3763">
                  <c:v>318.578533</c:v>
                </c:pt>
                <c:pt idx="3764">
                  <c:v>319.325228</c:v>
                </c:pt>
                <c:pt idx="3765">
                  <c:v>320.071894</c:v>
                </c:pt>
                <c:pt idx="3766">
                  <c:v>320.818517</c:v>
                </c:pt>
                <c:pt idx="3767">
                  <c:v>321.565084</c:v>
                </c:pt>
                <c:pt idx="3768">
                  <c:v>322.311580</c:v>
                </c:pt>
                <c:pt idx="3769">
                  <c:v>323.057991</c:v>
                </c:pt>
                <c:pt idx="3770">
                  <c:v>323.804305</c:v>
                </c:pt>
                <c:pt idx="3771">
                  <c:v>324.550506</c:v>
                </c:pt>
                <c:pt idx="3772">
                  <c:v>325.296580</c:v>
                </c:pt>
                <c:pt idx="3773">
                  <c:v>326.042514</c:v>
                </c:pt>
                <c:pt idx="3774">
                  <c:v>326.788292</c:v>
                </c:pt>
                <c:pt idx="3775">
                  <c:v>327.533901</c:v>
                </c:pt>
                <c:pt idx="3776">
                  <c:v>328.279325</c:v>
                </c:pt>
                <c:pt idx="3777">
                  <c:v>329.024550</c:v>
                </c:pt>
                <c:pt idx="3778">
                  <c:v>329.769561</c:v>
                </c:pt>
                <c:pt idx="3779">
                  <c:v>330.514344</c:v>
                </c:pt>
                <c:pt idx="3780">
                  <c:v>331.258883</c:v>
                </c:pt>
                <c:pt idx="3781">
                  <c:v>332.003162</c:v>
                </c:pt>
                <c:pt idx="3782">
                  <c:v>332.747168</c:v>
                </c:pt>
                <c:pt idx="3783">
                  <c:v>333.490885</c:v>
                </c:pt>
                <c:pt idx="3784">
                  <c:v>334.234296</c:v>
                </c:pt>
                <c:pt idx="3785">
                  <c:v>334.977388</c:v>
                </c:pt>
                <c:pt idx="3786">
                  <c:v>335.720144</c:v>
                </c:pt>
                <c:pt idx="3787">
                  <c:v>336.462548</c:v>
                </c:pt>
                <c:pt idx="3788">
                  <c:v>337.204584</c:v>
                </c:pt>
                <c:pt idx="3789">
                  <c:v>337.946238</c:v>
                </c:pt>
                <c:pt idx="3790">
                  <c:v>338.687492</c:v>
                </c:pt>
                <c:pt idx="3791">
                  <c:v>339.428330</c:v>
                </c:pt>
                <c:pt idx="3792">
                  <c:v>340.168737</c:v>
                </c:pt>
                <c:pt idx="3793">
                  <c:v>340.908696</c:v>
                </c:pt>
                <c:pt idx="3794">
                  <c:v>341.648191</c:v>
                </c:pt>
                <c:pt idx="3795">
                  <c:v>342.387205</c:v>
                </c:pt>
                <c:pt idx="3796">
                  <c:v>343.125722</c:v>
                </c:pt>
                <c:pt idx="3797">
                  <c:v>343.863724</c:v>
                </c:pt>
                <c:pt idx="3798">
                  <c:v>344.601196</c:v>
                </c:pt>
                <c:pt idx="3799">
                  <c:v>345.338120</c:v>
                </c:pt>
                <c:pt idx="3800">
                  <c:v>346.074479</c:v>
                </c:pt>
                <c:pt idx="3801">
                  <c:v>346.810256</c:v>
                </c:pt>
                <c:pt idx="3802">
                  <c:v>347.545433</c:v>
                </c:pt>
                <c:pt idx="3803">
                  <c:v>348.279995</c:v>
                </c:pt>
                <c:pt idx="3804">
                  <c:v>349.013922</c:v>
                </c:pt>
                <c:pt idx="3805">
                  <c:v>349.747199</c:v>
                </c:pt>
                <c:pt idx="3806">
                  <c:v>350.479806</c:v>
                </c:pt>
                <c:pt idx="3807">
                  <c:v>351.211727</c:v>
                </c:pt>
                <c:pt idx="3808">
                  <c:v>351.942943</c:v>
                </c:pt>
                <c:pt idx="3809">
                  <c:v>352.673438</c:v>
                </c:pt>
                <c:pt idx="3810">
                  <c:v>353.403192</c:v>
                </c:pt>
                <c:pt idx="3811">
                  <c:v>354.132188</c:v>
                </c:pt>
                <c:pt idx="3812">
                  <c:v>354.860407</c:v>
                </c:pt>
                <c:pt idx="3813">
                  <c:v>355.587832</c:v>
                </c:pt>
                <c:pt idx="3814">
                  <c:v>356.314444</c:v>
                </c:pt>
                <c:pt idx="3815">
                  <c:v>357.040225</c:v>
                </c:pt>
                <c:pt idx="3816">
                  <c:v>357.765155</c:v>
                </c:pt>
                <c:pt idx="3817">
                  <c:v>358.489217</c:v>
                </c:pt>
                <c:pt idx="3818">
                  <c:v>359.212392</c:v>
                </c:pt>
                <c:pt idx="3819">
                  <c:v>359.934661</c:v>
                </c:pt>
                <c:pt idx="3820">
                  <c:v>360.656004</c:v>
                </c:pt>
                <c:pt idx="3821">
                  <c:v>361.376404</c:v>
                </c:pt>
                <c:pt idx="3822">
                  <c:v>362.095841</c:v>
                </c:pt>
                <c:pt idx="3823">
                  <c:v>362.814296</c:v>
                </c:pt>
                <c:pt idx="3824">
                  <c:v>363.531749</c:v>
                </c:pt>
                <c:pt idx="3825">
                  <c:v>364.248181</c:v>
                </c:pt>
                <c:pt idx="3826">
                  <c:v>364.963574</c:v>
                </c:pt>
                <c:pt idx="3827">
                  <c:v>365.677906</c:v>
                </c:pt>
                <c:pt idx="3828">
                  <c:v>366.391160</c:v>
                </c:pt>
                <c:pt idx="3829">
                  <c:v>367.103314</c:v>
                </c:pt>
                <c:pt idx="3830">
                  <c:v>367.814350</c:v>
                </c:pt>
                <c:pt idx="3831">
                  <c:v>368.524248</c:v>
                </c:pt>
                <c:pt idx="3832">
                  <c:v>369.232987</c:v>
                </c:pt>
                <c:pt idx="3833">
                  <c:v>369.940547</c:v>
                </c:pt>
                <c:pt idx="3834">
                  <c:v>370.646909</c:v>
                </c:pt>
                <c:pt idx="3835">
                  <c:v>371.352053</c:v>
                </c:pt>
                <c:pt idx="3836">
                  <c:v>372.055957</c:v>
                </c:pt>
                <c:pt idx="3837">
                  <c:v>372.758603</c:v>
                </c:pt>
                <c:pt idx="3838">
                  <c:v>373.459968</c:v>
                </c:pt>
                <c:pt idx="3839">
                  <c:v>374.160034</c:v>
                </c:pt>
                <c:pt idx="3840">
                  <c:v>374.858779</c:v>
                </c:pt>
                <c:pt idx="3841">
                  <c:v>375.556183</c:v>
                </c:pt>
                <c:pt idx="3842">
                  <c:v>376.252225</c:v>
                </c:pt>
                <c:pt idx="3843">
                  <c:v>376.946884</c:v>
                </c:pt>
                <c:pt idx="3844">
                  <c:v>377.640140</c:v>
                </c:pt>
                <c:pt idx="3845">
                  <c:v>378.331971</c:v>
                </c:pt>
                <c:pt idx="3846">
                  <c:v>379.022357</c:v>
                </c:pt>
                <c:pt idx="3847">
                  <c:v>379.711277</c:v>
                </c:pt>
                <c:pt idx="3848">
                  <c:v>380.398709</c:v>
                </c:pt>
                <c:pt idx="3849">
                  <c:v>381.084633</c:v>
                </c:pt>
                <c:pt idx="3850">
                  <c:v>381.769027</c:v>
                </c:pt>
                <c:pt idx="3851">
                  <c:v>382.451869</c:v>
                </c:pt>
                <c:pt idx="3852">
                  <c:v>383.133139</c:v>
                </c:pt>
                <c:pt idx="3853">
                  <c:v>383.812816</c:v>
                </c:pt>
                <c:pt idx="3854">
                  <c:v>384.490876</c:v>
                </c:pt>
                <c:pt idx="3855">
                  <c:v>385.167300</c:v>
                </c:pt>
                <c:pt idx="3856">
                  <c:v>385.842065</c:v>
                </c:pt>
                <c:pt idx="3857">
                  <c:v>386.515150</c:v>
                </c:pt>
                <c:pt idx="3858">
                  <c:v>387.186534</c:v>
                </c:pt>
                <c:pt idx="3859">
                  <c:v>387.856193</c:v>
                </c:pt>
                <c:pt idx="3860">
                  <c:v>388.524108</c:v>
                </c:pt>
                <c:pt idx="3861">
                  <c:v>389.190255</c:v>
                </c:pt>
                <c:pt idx="3862">
                  <c:v>389.854613</c:v>
                </c:pt>
                <c:pt idx="3863">
                  <c:v>390.517159</c:v>
                </c:pt>
                <c:pt idx="3864">
                  <c:v>391.177873</c:v>
                </c:pt>
                <c:pt idx="3865">
                  <c:v>391.836731</c:v>
                </c:pt>
                <c:pt idx="3866">
                  <c:v>392.493713</c:v>
                </c:pt>
                <c:pt idx="3867">
                  <c:v>393.148795</c:v>
                </c:pt>
                <c:pt idx="3868">
                  <c:v>393.801955</c:v>
                </c:pt>
                <c:pt idx="3869">
                  <c:v>394.453172</c:v>
                </c:pt>
                <c:pt idx="3870">
                  <c:v>395.102423</c:v>
                </c:pt>
                <c:pt idx="3871">
                  <c:v>395.749686</c:v>
                </c:pt>
                <c:pt idx="3872">
                  <c:v>396.394938</c:v>
                </c:pt>
                <c:pt idx="3873">
                  <c:v>397.038158</c:v>
                </c:pt>
                <c:pt idx="3874">
                  <c:v>397.679322</c:v>
                </c:pt>
                <c:pt idx="3875">
                  <c:v>398.318409</c:v>
                </c:pt>
                <c:pt idx="3876">
                  <c:v>398.955396</c:v>
                </c:pt>
                <c:pt idx="3877">
                  <c:v>399.590260</c:v>
                </c:pt>
                <c:pt idx="3878">
                  <c:v>400.222980</c:v>
                </c:pt>
                <c:pt idx="3879">
                  <c:v>400.853532</c:v>
                </c:pt>
                <c:pt idx="3880">
                  <c:v>401.481894</c:v>
                </c:pt>
                <c:pt idx="3881">
                  <c:v>402.108044</c:v>
                </c:pt>
                <c:pt idx="3882">
                  <c:v>402.731958</c:v>
                </c:pt>
                <c:pt idx="3883">
                  <c:v>403.353616</c:v>
                </c:pt>
                <c:pt idx="3884">
                  <c:v>403.972993</c:v>
                </c:pt>
                <c:pt idx="3885">
                  <c:v>404.590067</c:v>
                </c:pt>
                <c:pt idx="3886">
                  <c:v>405.204816</c:v>
                </c:pt>
                <c:pt idx="3887">
                  <c:v>405.817218</c:v>
                </c:pt>
                <c:pt idx="3888">
                  <c:v>406.427249</c:v>
                </c:pt>
                <c:pt idx="3889">
                  <c:v>407.034886</c:v>
                </c:pt>
                <c:pt idx="3890">
                  <c:v>407.640109</c:v>
                </c:pt>
                <c:pt idx="3891">
                  <c:v>408.242892</c:v>
                </c:pt>
                <c:pt idx="3892">
                  <c:v>408.843215</c:v>
                </c:pt>
                <c:pt idx="3893">
                  <c:v>409.441055</c:v>
                </c:pt>
                <c:pt idx="3894">
                  <c:v>410.036388</c:v>
                </c:pt>
                <c:pt idx="3895">
                  <c:v>410.629193</c:v>
                </c:pt>
                <c:pt idx="3896">
                  <c:v>411.219446</c:v>
                </c:pt>
                <c:pt idx="3897">
                  <c:v>411.807125</c:v>
                </c:pt>
                <c:pt idx="3898">
                  <c:v>412.392209</c:v>
                </c:pt>
                <c:pt idx="3899">
                  <c:v>412.974673</c:v>
                </c:pt>
                <c:pt idx="3900">
                  <c:v>413.554496</c:v>
                </c:pt>
                <c:pt idx="3901">
                  <c:v>414.131655</c:v>
                </c:pt>
                <c:pt idx="3902">
                  <c:v>414.706127</c:v>
                </c:pt>
                <c:pt idx="3903">
                  <c:v>415.277891</c:v>
                </c:pt>
                <c:pt idx="3904">
                  <c:v>415.846924</c:v>
                </c:pt>
                <c:pt idx="3905">
                  <c:v>416.413202</c:v>
                </c:pt>
                <c:pt idx="3906">
                  <c:v>416.976705</c:v>
                </c:pt>
                <c:pt idx="3907">
                  <c:v>417.537410</c:v>
                </c:pt>
                <c:pt idx="3908">
                  <c:v>418.095294</c:v>
                </c:pt>
                <c:pt idx="3909">
                  <c:v>418.650335</c:v>
                </c:pt>
                <c:pt idx="3910">
                  <c:v>419.202512</c:v>
                </c:pt>
                <c:pt idx="3911">
                  <c:v>419.751801</c:v>
                </c:pt>
                <c:pt idx="3912">
                  <c:v>420.298180</c:v>
                </c:pt>
                <c:pt idx="3913">
                  <c:v>420.841629</c:v>
                </c:pt>
                <c:pt idx="3914">
                  <c:v>421.382124</c:v>
                </c:pt>
                <c:pt idx="3915">
                  <c:v>421.919643</c:v>
                </c:pt>
                <c:pt idx="3916">
                  <c:v>422.454165</c:v>
                </c:pt>
                <c:pt idx="3917">
                  <c:v>422.985668</c:v>
                </c:pt>
                <c:pt idx="3918">
                  <c:v>423.514130</c:v>
                </c:pt>
                <c:pt idx="3919">
                  <c:v>424.039530</c:v>
                </c:pt>
                <c:pt idx="3920">
                  <c:v>424.561845</c:v>
                </c:pt>
                <c:pt idx="3921">
                  <c:v>425.081054</c:v>
                </c:pt>
                <c:pt idx="3922">
                  <c:v>425.597136</c:v>
                </c:pt>
                <c:pt idx="3923">
                  <c:v>426.110068</c:v>
                </c:pt>
                <c:pt idx="3924">
                  <c:v>426.619830</c:v>
                </c:pt>
                <c:pt idx="3925">
                  <c:v>427.126401</c:v>
                </c:pt>
                <c:pt idx="3926">
                  <c:v>427.629758</c:v>
                </c:pt>
                <c:pt idx="3927">
                  <c:v>428.129881</c:v>
                </c:pt>
                <c:pt idx="3928">
                  <c:v>428.626749</c:v>
                </c:pt>
                <c:pt idx="3929">
                  <c:v>429.120341</c:v>
                </c:pt>
                <c:pt idx="3930">
                  <c:v>429.610636</c:v>
                </c:pt>
                <c:pt idx="3931">
                  <c:v>430.097613</c:v>
                </c:pt>
                <c:pt idx="3932">
                  <c:v>430.581251</c:v>
                </c:pt>
                <c:pt idx="3933">
                  <c:v>431.061529</c:v>
                </c:pt>
                <c:pt idx="3934">
                  <c:v>431.538428</c:v>
                </c:pt>
                <c:pt idx="3935">
                  <c:v>432.011927</c:v>
                </c:pt>
                <c:pt idx="3936">
                  <c:v>432.482005</c:v>
                </c:pt>
                <c:pt idx="3937">
                  <c:v>432.948641</c:v>
                </c:pt>
                <c:pt idx="3938">
                  <c:v>433.411817</c:v>
                </c:pt>
                <c:pt idx="3939">
                  <c:v>433.871512</c:v>
                </c:pt>
                <c:pt idx="3940">
                  <c:v>434.327706</c:v>
                </c:pt>
                <c:pt idx="3941">
                  <c:v>434.780379</c:v>
                </c:pt>
                <c:pt idx="3942">
                  <c:v>435.229512</c:v>
                </c:pt>
                <c:pt idx="3943">
                  <c:v>435.675084</c:v>
                </c:pt>
                <c:pt idx="3944">
                  <c:v>436.117077</c:v>
                </c:pt>
                <c:pt idx="3945">
                  <c:v>436.555471</c:v>
                </c:pt>
                <c:pt idx="3946">
                  <c:v>436.990248</c:v>
                </c:pt>
                <c:pt idx="3947">
                  <c:v>437.421387</c:v>
                </c:pt>
                <c:pt idx="3948">
                  <c:v>437.848870</c:v>
                </c:pt>
                <c:pt idx="3949">
                  <c:v>438.272678</c:v>
                </c:pt>
                <c:pt idx="3950">
                  <c:v>438.692793</c:v>
                </c:pt>
                <c:pt idx="3951">
                  <c:v>439.109196</c:v>
                </c:pt>
                <c:pt idx="3952">
                  <c:v>439.521868</c:v>
                </c:pt>
                <c:pt idx="3953">
                  <c:v>439.930792</c:v>
                </c:pt>
                <c:pt idx="3954">
                  <c:v>440.335948</c:v>
                </c:pt>
                <c:pt idx="3955">
                  <c:v>440.737320</c:v>
                </c:pt>
                <c:pt idx="3956">
                  <c:v>441.134890</c:v>
                </c:pt>
                <c:pt idx="3957">
                  <c:v>441.528639</c:v>
                </c:pt>
                <c:pt idx="3958">
                  <c:v>441.918550</c:v>
                </c:pt>
                <c:pt idx="3959">
                  <c:v>442.304606</c:v>
                </c:pt>
                <c:pt idx="3960">
                  <c:v>442.686790</c:v>
                </c:pt>
                <c:pt idx="3961">
                  <c:v>443.065085</c:v>
                </c:pt>
                <c:pt idx="3962">
                  <c:v>443.439473</c:v>
                </c:pt>
                <c:pt idx="3963">
                  <c:v>443.809938</c:v>
                </c:pt>
                <c:pt idx="3964">
                  <c:v>444.176464</c:v>
                </c:pt>
                <c:pt idx="3965">
                  <c:v>444.539033</c:v>
                </c:pt>
                <c:pt idx="3966">
                  <c:v>444.897631</c:v>
                </c:pt>
                <c:pt idx="3967">
                  <c:v>445.252240</c:v>
                </c:pt>
                <c:pt idx="3968">
                  <c:v>445.602846</c:v>
                </c:pt>
                <c:pt idx="3969">
                  <c:v>445.949431</c:v>
                </c:pt>
                <c:pt idx="3970">
                  <c:v>446.291982</c:v>
                </c:pt>
                <c:pt idx="3971">
                  <c:v>446.630482</c:v>
                </c:pt>
                <c:pt idx="3972">
                  <c:v>446.964916</c:v>
                </c:pt>
                <c:pt idx="3973">
                  <c:v>447.295269</c:v>
                </c:pt>
                <c:pt idx="3974">
                  <c:v>447.621527</c:v>
                </c:pt>
                <c:pt idx="3975">
                  <c:v>447.943675</c:v>
                </c:pt>
                <c:pt idx="3976">
                  <c:v>448.261699</c:v>
                </c:pt>
                <c:pt idx="3977">
                  <c:v>448.575584</c:v>
                </c:pt>
                <c:pt idx="3978">
                  <c:v>448.885317</c:v>
                </c:pt>
                <c:pt idx="3979">
                  <c:v>449.190883</c:v>
                </c:pt>
                <c:pt idx="3980">
                  <c:v>449.492269</c:v>
                </c:pt>
                <c:pt idx="3981">
                  <c:v>449.789462</c:v>
                </c:pt>
                <c:pt idx="3982">
                  <c:v>450.082448</c:v>
                </c:pt>
                <c:pt idx="3983">
                  <c:v>450.371215</c:v>
                </c:pt>
                <c:pt idx="3984">
                  <c:v>450.655749</c:v>
                </c:pt>
                <c:pt idx="3985">
                  <c:v>450.936038</c:v>
                </c:pt>
                <c:pt idx="3986">
                  <c:v>451.212070</c:v>
                </c:pt>
                <c:pt idx="3987">
                  <c:v>451.483833</c:v>
                </c:pt>
                <c:pt idx="3988">
                  <c:v>451.751314</c:v>
                </c:pt>
                <c:pt idx="3989">
                  <c:v>452.014502</c:v>
                </c:pt>
                <c:pt idx="3990">
                  <c:v>452.273385</c:v>
                </c:pt>
                <c:pt idx="3991">
                  <c:v>452.527953</c:v>
                </c:pt>
                <c:pt idx="3992">
                  <c:v>452.778193</c:v>
                </c:pt>
                <c:pt idx="3993">
                  <c:v>453.024096</c:v>
                </c:pt>
                <c:pt idx="3994">
                  <c:v>453.265650</c:v>
                </c:pt>
                <c:pt idx="3995">
                  <c:v>453.502845</c:v>
                </c:pt>
                <c:pt idx="3996">
                  <c:v>453.735671</c:v>
                </c:pt>
                <c:pt idx="3997">
                  <c:v>453.964118</c:v>
                </c:pt>
                <c:pt idx="3998">
                  <c:v>454.188177</c:v>
                </c:pt>
                <c:pt idx="3999">
                  <c:v>454.407837</c:v>
                </c:pt>
                <c:pt idx="4000">
                  <c:v>454.623090</c:v>
                </c:pt>
                <c:pt idx="4001">
                  <c:v>454.833926</c:v>
                </c:pt>
                <c:pt idx="4002">
                  <c:v>455.040337</c:v>
                </c:pt>
                <c:pt idx="4003">
                  <c:v>455.242314</c:v>
                </c:pt>
                <c:pt idx="4004">
                  <c:v>455.439849</c:v>
                </c:pt>
                <c:pt idx="4005">
                  <c:v>455.632933</c:v>
                </c:pt>
                <c:pt idx="4006">
                  <c:v>455.821560</c:v>
                </c:pt>
                <c:pt idx="4007">
                  <c:v>456.005721</c:v>
                </c:pt>
                <c:pt idx="4008">
                  <c:v>456.185409</c:v>
                </c:pt>
                <c:pt idx="4009">
                  <c:v>456.360616</c:v>
                </c:pt>
                <c:pt idx="4010">
                  <c:v>456.531337</c:v>
                </c:pt>
                <c:pt idx="4011">
                  <c:v>456.697564</c:v>
                </c:pt>
                <c:pt idx="4012">
                  <c:v>456.859291</c:v>
                </c:pt>
                <c:pt idx="4013">
                  <c:v>457.016512</c:v>
                </c:pt>
                <c:pt idx="4014">
                  <c:v>457.169221</c:v>
                </c:pt>
                <c:pt idx="4015">
                  <c:v>457.317412</c:v>
                </c:pt>
                <c:pt idx="4016">
                  <c:v>457.461080</c:v>
                </c:pt>
                <c:pt idx="4017">
                  <c:v>457.600220</c:v>
                </c:pt>
                <c:pt idx="4018">
                  <c:v>457.734826</c:v>
                </c:pt>
                <c:pt idx="4019">
                  <c:v>457.864895</c:v>
                </c:pt>
                <c:pt idx="4020">
                  <c:v>457.990422</c:v>
                </c:pt>
                <c:pt idx="4021">
                  <c:v>458.111402</c:v>
                </c:pt>
                <c:pt idx="4022">
                  <c:v>458.227832</c:v>
                </c:pt>
                <c:pt idx="4023">
                  <c:v>458.339708</c:v>
                </c:pt>
                <c:pt idx="4024">
                  <c:v>458.447028</c:v>
                </c:pt>
                <c:pt idx="4025">
                  <c:v>458.549786</c:v>
                </c:pt>
                <c:pt idx="4026">
                  <c:v>458.647982</c:v>
                </c:pt>
                <c:pt idx="4027">
                  <c:v>458.741612</c:v>
                </c:pt>
                <c:pt idx="4028">
                  <c:v>458.830673</c:v>
                </c:pt>
                <c:pt idx="4029">
                  <c:v>458.915164</c:v>
                </c:pt>
                <c:pt idx="4030">
                  <c:v>458.995083</c:v>
                </c:pt>
                <c:pt idx="4031">
                  <c:v>459.070429</c:v>
                </c:pt>
                <c:pt idx="4032">
                  <c:v>459.141199</c:v>
                </c:pt>
                <c:pt idx="4033">
                  <c:v>459.207393</c:v>
                </c:pt>
                <c:pt idx="4034">
                  <c:v>459.269010</c:v>
                </c:pt>
                <c:pt idx="4035">
                  <c:v>459.326050</c:v>
                </c:pt>
                <c:pt idx="4036">
                  <c:v>459.378512</c:v>
                </c:pt>
                <c:pt idx="4037">
                  <c:v>459.426396</c:v>
                </c:pt>
                <c:pt idx="4038">
                  <c:v>459.469702</c:v>
                </c:pt>
                <c:pt idx="4039">
                  <c:v>459.508431</c:v>
                </c:pt>
                <c:pt idx="4040">
                  <c:v>459.542583</c:v>
                </c:pt>
                <c:pt idx="4041">
                  <c:v>459.572160</c:v>
                </c:pt>
                <c:pt idx="4042">
                  <c:v>459.597162</c:v>
                </c:pt>
                <c:pt idx="4043">
                  <c:v>459.617592</c:v>
                </c:pt>
                <c:pt idx="4044">
                  <c:v>459.633450</c:v>
                </c:pt>
                <c:pt idx="4045">
                  <c:v>459.644739</c:v>
                </c:pt>
                <c:pt idx="4046">
                  <c:v>459.651462</c:v>
                </c:pt>
                <c:pt idx="4047">
                  <c:v>459.653620</c:v>
                </c:pt>
                <c:pt idx="4048">
                  <c:v>459.651216</c:v>
                </c:pt>
                <c:pt idx="4049">
                  <c:v>459.644254</c:v>
                </c:pt>
                <c:pt idx="4050">
                  <c:v>459.632736</c:v>
                </c:pt>
                <c:pt idx="4051">
                  <c:v>459.616666</c:v>
                </c:pt>
                <c:pt idx="4052">
                  <c:v>459.596049</c:v>
                </c:pt>
                <c:pt idx="4053">
                  <c:v>459.570887</c:v>
                </c:pt>
                <c:pt idx="4054">
                  <c:v>459.541186</c:v>
                </c:pt>
                <c:pt idx="4055">
                  <c:v>459.506949</c:v>
                </c:pt>
                <c:pt idx="4056">
                  <c:v>459.468181</c:v>
                </c:pt>
                <c:pt idx="4057">
                  <c:v>459.424888</c:v>
                </c:pt>
                <c:pt idx="4058">
                  <c:v>459.377075</c:v>
                </c:pt>
                <c:pt idx="4059">
                  <c:v>459.324747</c:v>
                </c:pt>
                <c:pt idx="4060">
                  <c:v>459.267910</c:v>
                </c:pt>
                <c:pt idx="4061">
                  <c:v>459.206570</c:v>
                </c:pt>
                <c:pt idx="4062">
                  <c:v>459.140733</c:v>
                </c:pt>
                <c:pt idx="4063">
                  <c:v>459.070406</c:v>
                </c:pt>
                <c:pt idx="4064">
                  <c:v>458.995596</c:v>
                </c:pt>
                <c:pt idx="4065">
                  <c:v>458.916308</c:v>
                </c:pt>
                <c:pt idx="4066">
                  <c:v>458.832552</c:v>
                </c:pt>
                <c:pt idx="4067">
                  <c:v>458.744333</c:v>
                </c:pt>
                <c:pt idx="4068">
                  <c:v>458.651660</c:v>
                </c:pt>
                <c:pt idx="4069">
                  <c:v>458.554541</c:v>
                </c:pt>
                <c:pt idx="4070">
                  <c:v>458.452983</c:v>
                </c:pt>
                <c:pt idx="4071">
                  <c:v>458.346996</c:v>
                </c:pt>
                <c:pt idx="4072">
                  <c:v>458.236587</c:v>
                </c:pt>
                <c:pt idx="4073">
                  <c:v>458.121766</c:v>
                </c:pt>
                <c:pt idx="4074">
                  <c:v>458.002542</c:v>
                </c:pt>
                <c:pt idx="4075">
                  <c:v>457.878924</c:v>
                </c:pt>
                <c:pt idx="4076">
                  <c:v>457.750921</c:v>
                </c:pt>
                <c:pt idx="4077">
                  <c:v>457.618544</c:v>
                </c:pt>
                <c:pt idx="4078">
                  <c:v>457.481801</c:v>
                </c:pt>
                <c:pt idx="4079">
                  <c:v>457.340705</c:v>
                </c:pt>
                <c:pt idx="4080">
                  <c:v>457.195264</c:v>
                </c:pt>
                <c:pt idx="4081">
                  <c:v>457.045490</c:v>
                </c:pt>
                <c:pt idx="4082">
                  <c:v>456.891393</c:v>
                </c:pt>
                <c:pt idx="4083">
                  <c:v>456.732984</c:v>
                </c:pt>
                <c:pt idx="4084">
                  <c:v>456.570276</c:v>
                </c:pt>
                <c:pt idx="4085">
                  <c:v>456.403278</c:v>
                </c:pt>
                <c:pt idx="4086">
                  <c:v>456.232004</c:v>
                </c:pt>
                <c:pt idx="4087">
                  <c:v>456.056465</c:v>
                </c:pt>
                <c:pt idx="4088">
                  <c:v>455.876672</c:v>
                </c:pt>
                <c:pt idx="4089">
                  <c:v>455.692639</c:v>
                </c:pt>
                <c:pt idx="4090">
                  <c:v>455.504378</c:v>
                </c:pt>
                <c:pt idx="4091">
                  <c:v>455.311902</c:v>
                </c:pt>
                <c:pt idx="4092">
                  <c:v>455.115223</c:v>
                </c:pt>
                <c:pt idx="4093">
                  <c:v>454.914355</c:v>
                </c:pt>
                <c:pt idx="4094">
                  <c:v>454.709311</c:v>
                </c:pt>
                <c:pt idx="4095">
                  <c:v>454.500105</c:v>
                </c:pt>
                <c:pt idx="4096">
                  <c:v>454.286750</c:v>
                </c:pt>
                <c:pt idx="4097">
                  <c:v>454.069260</c:v>
                </c:pt>
                <c:pt idx="4098">
                  <c:v>453.847650</c:v>
                </c:pt>
                <c:pt idx="4099">
                  <c:v>453.621933</c:v>
                </c:pt>
                <c:pt idx="4100">
                  <c:v>453.392125</c:v>
                </c:pt>
                <c:pt idx="4101">
                  <c:v>453.158240</c:v>
                </c:pt>
                <c:pt idx="4102">
                  <c:v>452.920292</c:v>
                </c:pt>
                <c:pt idx="4103">
                  <c:v>452.678296</c:v>
                </c:pt>
                <c:pt idx="4104">
                  <c:v>452.432269</c:v>
                </c:pt>
                <c:pt idx="4105">
                  <c:v>452.182225</c:v>
                </c:pt>
                <c:pt idx="4106">
                  <c:v>451.928180</c:v>
                </c:pt>
                <c:pt idx="4107">
                  <c:v>451.670149</c:v>
                </c:pt>
                <c:pt idx="4108">
                  <c:v>451.408149</c:v>
                </c:pt>
                <c:pt idx="4109">
                  <c:v>451.142195</c:v>
                </c:pt>
                <c:pt idx="4110">
                  <c:v>450.872304</c:v>
                </c:pt>
                <c:pt idx="4111">
                  <c:v>450.598492</c:v>
                </c:pt>
                <c:pt idx="4112">
                  <c:v>450.320775</c:v>
                </c:pt>
                <c:pt idx="4113">
                  <c:v>450.039171</c:v>
                </c:pt>
                <c:pt idx="4114">
                  <c:v>449.753696</c:v>
                </c:pt>
                <c:pt idx="4115">
                  <c:v>449.464367</c:v>
                </c:pt>
                <c:pt idx="4116">
                  <c:v>449.171202</c:v>
                </c:pt>
                <c:pt idx="4117">
                  <c:v>448.874217</c:v>
                </c:pt>
                <c:pt idx="4118">
                  <c:v>448.573430</c:v>
                </c:pt>
                <c:pt idx="4119">
                  <c:v>448.268859</c:v>
                </c:pt>
                <c:pt idx="4120">
                  <c:v>447.960521</c:v>
                </c:pt>
                <c:pt idx="4121">
                  <c:v>447.648434</c:v>
                </c:pt>
                <c:pt idx="4122">
                  <c:v>447.332617</c:v>
                </c:pt>
                <c:pt idx="4123">
                  <c:v>447.013087</c:v>
                </c:pt>
                <c:pt idx="4124">
                  <c:v>446.689863</c:v>
                </c:pt>
                <c:pt idx="4125">
                  <c:v>446.362962</c:v>
                </c:pt>
                <c:pt idx="4126">
                  <c:v>446.032405</c:v>
                </c:pt>
                <c:pt idx="4127">
                  <c:v>445.698209</c:v>
                </c:pt>
                <c:pt idx="4128">
                  <c:v>445.360393</c:v>
                </c:pt>
                <c:pt idx="4129">
                  <c:v>445.018975</c:v>
                </c:pt>
                <c:pt idx="4130">
                  <c:v>444.673976</c:v>
                </c:pt>
                <c:pt idx="4131">
                  <c:v>444.325414</c:v>
                </c:pt>
                <c:pt idx="4132">
                  <c:v>443.973309</c:v>
                </c:pt>
                <c:pt idx="4133">
                  <c:v>443.617679</c:v>
                </c:pt>
                <c:pt idx="4134">
                  <c:v>443.258545</c:v>
                </c:pt>
                <c:pt idx="4135">
                  <c:v>442.895925</c:v>
                </c:pt>
                <c:pt idx="4136">
                  <c:v>442.529840</c:v>
                </c:pt>
                <c:pt idx="4137">
                  <c:v>442.160309</c:v>
                </c:pt>
                <c:pt idx="4138">
                  <c:v>441.787353</c:v>
                </c:pt>
                <c:pt idx="4139">
                  <c:v>441.410991</c:v>
                </c:pt>
                <c:pt idx="4140">
                  <c:v>441.031243</c:v>
                </c:pt>
                <c:pt idx="4141">
                  <c:v>440.648130</c:v>
                </c:pt>
                <c:pt idx="4142">
                  <c:v>440.261671</c:v>
                </c:pt>
                <c:pt idx="4143">
                  <c:v>439.871888</c:v>
                </c:pt>
                <c:pt idx="4144">
                  <c:v>439.478800</c:v>
                </c:pt>
                <c:pt idx="4145">
                  <c:v>439.082428</c:v>
                </c:pt>
                <c:pt idx="4146">
                  <c:v>438.682793</c:v>
                </c:pt>
                <c:pt idx="4147">
                  <c:v>438.279915</c:v>
                </c:pt>
                <c:pt idx="4148">
                  <c:v>437.873816</c:v>
                </c:pt>
                <c:pt idx="4149">
                  <c:v>437.464515</c:v>
                </c:pt>
                <c:pt idx="4150">
                  <c:v>437.052035</c:v>
                </c:pt>
                <c:pt idx="4151">
                  <c:v>436.636395</c:v>
                </c:pt>
                <c:pt idx="4152">
                  <c:v>436.217618</c:v>
                </c:pt>
                <c:pt idx="4153">
                  <c:v>435.795723</c:v>
                </c:pt>
                <c:pt idx="4154">
                  <c:v>435.370733</c:v>
                </c:pt>
                <c:pt idx="4155">
                  <c:v>434.942668</c:v>
                </c:pt>
                <c:pt idx="4156">
                  <c:v>434.511550</c:v>
                </c:pt>
                <c:pt idx="4157">
                  <c:v>434.077401</c:v>
                </c:pt>
                <c:pt idx="4158">
                  <c:v>433.640241</c:v>
                </c:pt>
                <c:pt idx="4159">
                  <c:v>433.200092</c:v>
                </c:pt>
                <c:pt idx="4160">
                  <c:v>432.756975</c:v>
                </c:pt>
                <c:pt idx="4161">
                  <c:v>432.310913</c:v>
                </c:pt>
                <c:pt idx="4162">
                  <c:v>431.861927</c:v>
                </c:pt>
                <c:pt idx="4163">
                  <c:v>431.410038</c:v>
                </c:pt>
                <c:pt idx="4164">
                  <c:v>430.955268</c:v>
                </c:pt>
                <c:pt idx="4165">
                  <c:v>430.497638</c:v>
                </c:pt>
                <c:pt idx="4166">
                  <c:v>430.037172</c:v>
                </c:pt>
                <c:pt idx="4167">
                  <c:v>429.573890</c:v>
                </c:pt>
                <c:pt idx="4168">
                  <c:v>429.107814</c:v>
                </c:pt>
                <c:pt idx="4169">
                  <c:v>428.638967</c:v>
                </c:pt>
                <c:pt idx="4170">
                  <c:v>428.167369</c:v>
                </c:pt>
                <c:pt idx="4171">
                  <c:v>427.693043</c:v>
                </c:pt>
                <c:pt idx="4172">
                  <c:v>427.216012</c:v>
                </c:pt>
                <c:pt idx="4173">
                  <c:v>426.736296</c:v>
                </c:pt>
                <c:pt idx="4174">
                  <c:v>426.253918</c:v>
                </c:pt>
                <c:pt idx="4175">
                  <c:v>425.768900</c:v>
                </c:pt>
                <c:pt idx="4176">
                  <c:v>425.281264</c:v>
                </c:pt>
                <c:pt idx="4177">
                  <c:v>424.791031</c:v>
                </c:pt>
                <c:pt idx="4178">
                  <c:v>424.298225</c:v>
                </c:pt>
                <c:pt idx="4179">
                  <c:v>423.802867</c:v>
                </c:pt>
                <c:pt idx="4180">
                  <c:v>423.304979</c:v>
                </c:pt>
                <c:pt idx="4181">
                  <c:v>422.804584</c:v>
                </c:pt>
                <c:pt idx="4182">
                  <c:v>422.301702</c:v>
                </c:pt>
                <c:pt idx="4183">
                  <c:v>421.796358</c:v>
                </c:pt>
                <c:pt idx="4184">
                  <c:v>421.288571</c:v>
                </c:pt>
                <c:pt idx="4185">
                  <c:v>420.778365</c:v>
                </c:pt>
                <c:pt idx="4186">
                  <c:v>420.265762</c:v>
                </c:pt>
                <c:pt idx="4187">
                  <c:v>419.750784</c:v>
                </c:pt>
                <c:pt idx="4188">
                  <c:v>419.233453</c:v>
                </c:pt>
                <c:pt idx="4189">
                  <c:v>418.713790</c:v>
                </c:pt>
                <c:pt idx="4190">
                  <c:v>418.191818</c:v>
                </c:pt>
                <c:pt idx="4191">
                  <c:v>417.667560</c:v>
                </c:pt>
                <c:pt idx="4192">
                  <c:v>417.141036</c:v>
                </c:pt>
                <c:pt idx="4193">
                  <c:v>416.612270</c:v>
                </c:pt>
                <c:pt idx="4194">
                  <c:v>416.081282</c:v>
                </c:pt>
                <c:pt idx="4195">
                  <c:v>415.548096</c:v>
                </c:pt>
                <c:pt idx="4196">
                  <c:v>415.012733</c:v>
                </c:pt>
                <c:pt idx="4197">
                  <c:v>414.475214</c:v>
                </c:pt>
                <c:pt idx="4198">
                  <c:v>413.935563</c:v>
                </c:pt>
                <c:pt idx="4199">
                  <c:v>413.393800</c:v>
                </c:pt>
                <c:pt idx="4200">
                  <c:v>412.849948</c:v>
                </c:pt>
                <c:pt idx="4201">
                  <c:v>412.304028</c:v>
                </c:pt>
                <c:pt idx="4202">
                  <c:v>411.756063</c:v>
                </c:pt>
                <c:pt idx="4203">
                  <c:v>411.206074</c:v>
                </c:pt>
                <c:pt idx="4204">
                  <c:v>410.654082</c:v>
                </c:pt>
                <c:pt idx="4205">
                  <c:v>410.100110</c:v>
                </c:pt>
                <c:pt idx="4206">
                  <c:v>409.544179</c:v>
                </c:pt>
                <c:pt idx="4207">
                  <c:v>408.986311</c:v>
                </c:pt>
                <c:pt idx="4208">
                  <c:v>408.426527</c:v>
                </c:pt>
                <c:pt idx="4209">
                  <c:v>407.864850</c:v>
                </c:pt>
                <c:pt idx="4210">
                  <c:v>407.301299</c:v>
                </c:pt>
                <c:pt idx="4211">
                  <c:v>406.735898</c:v>
                </c:pt>
                <c:pt idx="4212">
                  <c:v>406.168667</c:v>
                </c:pt>
                <c:pt idx="4213">
                  <c:v>405.599628</c:v>
                </c:pt>
                <c:pt idx="4214">
                  <c:v>405.028802</c:v>
                </c:pt>
                <c:pt idx="4215">
                  <c:v>404.456210</c:v>
                </c:pt>
                <c:pt idx="4216">
                  <c:v>403.881874</c:v>
                </c:pt>
                <c:pt idx="4217">
                  <c:v>403.305814</c:v>
                </c:pt>
                <c:pt idx="4218">
                  <c:v>402.728053</c:v>
                </c:pt>
                <c:pt idx="4219">
                  <c:v>402.148610</c:v>
                </c:pt>
                <c:pt idx="4220">
                  <c:v>401.567508</c:v>
                </c:pt>
                <c:pt idx="4221">
                  <c:v>400.984766</c:v>
                </c:pt>
                <c:pt idx="4222">
                  <c:v>400.400407</c:v>
                </c:pt>
                <c:pt idx="4223">
                  <c:v>399.814450</c:v>
                </c:pt>
                <c:pt idx="4224">
                  <c:v>399.226917</c:v>
                </c:pt>
                <c:pt idx="4225">
                  <c:v>398.637828</c:v>
                </c:pt>
                <c:pt idx="4226">
                  <c:v>398.047203</c:v>
                </c:pt>
                <c:pt idx="4227">
                  <c:v>397.455065</c:v>
                </c:pt>
                <c:pt idx="4228">
                  <c:v>396.861432</c:v>
                </c:pt>
                <c:pt idx="4229">
                  <c:v>396.266327</c:v>
                </c:pt>
                <c:pt idx="4230">
                  <c:v>395.669768</c:v>
                </c:pt>
                <c:pt idx="4231">
                  <c:v>395.071776</c:v>
                </c:pt>
                <c:pt idx="4232">
                  <c:v>394.472372</c:v>
                </c:pt>
                <c:pt idx="4233">
                  <c:v>393.871576</c:v>
                </c:pt>
                <c:pt idx="4234">
                  <c:v>393.269408</c:v>
                </c:pt>
                <c:pt idx="4235">
                  <c:v>392.665888</c:v>
                </c:pt>
                <c:pt idx="4236">
                  <c:v>392.061035</c:v>
                </c:pt>
                <c:pt idx="4237">
                  <c:v>391.454871</c:v>
                </c:pt>
                <c:pt idx="4238">
                  <c:v>390.847415</c:v>
                </c:pt>
                <c:pt idx="4239">
                  <c:v>390.238686</c:v>
                </c:pt>
                <c:pt idx="4240">
                  <c:v>389.628704</c:v>
                </c:pt>
                <c:pt idx="4241">
                  <c:v>389.017490</c:v>
                </c:pt>
                <c:pt idx="4242">
                  <c:v>388.405061</c:v>
                </c:pt>
                <c:pt idx="4243">
                  <c:v>387.791439</c:v>
                </c:pt>
                <c:pt idx="4244">
                  <c:v>387.176642</c:v>
                </c:pt>
                <c:pt idx="4245">
                  <c:v>386.560690</c:v>
                </c:pt>
                <c:pt idx="4246">
                  <c:v>385.943601</c:v>
                </c:pt>
                <c:pt idx="4247">
                  <c:v>385.325396</c:v>
                </c:pt>
                <c:pt idx="4248">
                  <c:v>384.706092</c:v>
                </c:pt>
                <c:pt idx="4249">
                  <c:v>384.085710</c:v>
                </c:pt>
                <c:pt idx="4250">
                  <c:v>383.464268</c:v>
                </c:pt>
                <c:pt idx="4251">
                  <c:v>382.841784</c:v>
                </c:pt>
                <c:pt idx="4252">
                  <c:v>382.218278</c:v>
                </c:pt>
                <c:pt idx="4253">
                  <c:v>381.593768</c:v>
                </c:pt>
                <c:pt idx="4254">
                  <c:v>380.968273</c:v>
                </c:pt>
                <c:pt idx="4255">
                  <c:v>380.341811</c:v>
                </c:pt>
                <c:pt idx="4256">
                  <c:v>379.714401</c:v>
                </c:pt>
                <c:pt idx="4257">
                  <c:v>379.086060</c:v>
                </c:pt>
                <c:pt idx="4258">
                  <c:v>378.456808</c:v>
                </c:pt>
                <c:pt idx="4259">
                  <c:v>377.826662</c:v>
                </c:pt>
                <c:pt idx="4260">
                  <c:v>377.195641</c:v>
                </c:pt>
                <c:pt idx="4261">
                  <c:v>376.563761</c:v>
                </c:pt>
                <c:pt idx="4262">
                  <c:v>375.931042</c:v>
                </c:pt>
                <c:pt idx="4263">
                  <c:v>375.297501</c:v>
                </c:pt>
                <c:pt idx="4264">
                  <c:v>374.663156</c:v>
                </c:pt>
                <c:pt idx="4265">
                  <c:v>374.028023</c:v>
                </c:pt>
                <c:pt idx="4266">
                  <c:v>373.392122</c:v>
                </c:pt>
                <c:pt idx="4267">
                  <c:v>372.755468</c:v>
                </c:pt>
                <c:pt idx="4268">
                  <c:v>372.118080</c:v>
                </c:pt>
                <c:pt idx="4269">
                  <c:v>371.479975</c:v>
                </c:pt>
                <c:pt idx="4270">
                  <c:v>370.841169</c:v>
                </c:pt>
                <c:pt idx="4271">
                  <c:v>370.201680</c:v>
                </c:pt>
                <c:pt idx="4272">
                  <c:v>369.561525</c:v>
                </c:pt>
                <c:pt idx="4273">
                  <c:v>368.920721</c:v>
                </c:pt>
                <c:pt idx="4274">
                  <c:v>368.279284</c:v>
                </c:pt>
                <c:pt idx="4275">
                  <c:v>367.637231</c:v>
                </c:pt>
                <c:pt idx="4276">
                  <c:v>366.994579</c:v>
                </c:pt>
                <c:pt idx="4277">
                  <c:v>366.351344</c:v>
                </c:pt>
                <c:pt idx="4278">
                  <c:v>365.707542</c:v>
                </c:pt>
                <c:pt idx="4279">
                  <c:v>365.063190</c:v>
                </c:pt>
                <c:pt idx="4280">
                  <c:v>364.418304</c:v>
                </c:pt>
                <c:pt idx="4281">
                  <c:v>363.772900</c:v>
                </c:pt>
                <c:pt idx="4282">
                  <c:v>363.126995</c:v>
                </c:pt>
                <c:pt idx="4283">
                  <c:v>362.480603</c:v>
                </c:pt>
                <c:pt idx="4284">
                  <c:v>361.833741</c:v>
                </c:pt>
                <c:pt idx="4285">
                  <c:v>361.186424</c:v>
                </c:pt>
                <c:pt idx="4286">
                  <c:v>360.538668</c:v>
                </c:pt>
                <c:pt idx="4287">
                  <c:v>359.890489</c:v>
                </c:pt>
                <c:pt idx="4288">
                  <c:v>359.241902</c:v>
                </c:pt>
                <c:pt idx="4289">
                  <c:v>358.592922</c:v>
                </c:pt>
                <c:pt idx="4290">
                  <c:v>357.943565</c:v>
                </c:pt>
                <c:pt idx="4291">
                  <c:v>357.293845</c:v>
                </c:pt>
                <c:pt idx="4292">
                  <c:v>356.643778</c:v>
                </c:pt>
                <c:pt idx="4293">
                  <c:v>355.993379</c:v>
                </c:pt>
                <c:pt idx="4294">
                  <c:v>355.342662</c:v>
                </c:pt>
                <c:pt idx="4295">
                  <c:v>354.691642</c:v>
                </c:pt>
                <c:pt idx="4296">
                  <c:v>354.040334</c:v>
                </c:pt>
                <c:pt idx="4297">
                  <c:v>353.388752</c:v>
                </c:pt>
                <c:pt idx="4298">
                  <c:v>352.736912</c:v>
                </c:pt>
                <c:pt idx="4299">
                  <c:v>352.084826</c:v>
                </c:pt>
                <c:pt idx="4300">
                  <c:v>351.432509</c:v>
                </c:pt>
                <c:pt idx="4301">
                  <c:v>350.779976</c:v>
                </c:pt>
                <c:pt idx="4302">
                  <c:v>350.127241</c:v>
                </c:pt>
                <c:pt idx="4303">
                  <c:v>349.474317</c:v>
                </c:pt>
                <c:pt idx="4304">
                  <c:v>348.821219</c:v>
                </c:pt>
                <c:pt idx="4305">
                  <c:v>348.167959</c:v>
                </c:pt>
                <c:pt idx="4306">
                  <c:v>347.514552</c:v>
                </c:pt>
                <c:pt idx="4307">
                  <c:v>346.861012</c:v>
                </c:pt>
                <c:pt idx="4308">
                  <c:v>346.207351</c:v>
                </c:pt>
                <c:pt idx="4309">
                  <c:v>345.553584</c:v>
                </c:pt>
                <c:pt idx="4310">
                  <c:v>344.899723</c:v>
                </c:pt>
                <c:pt idx="4311">
                  <c:v>344.245781</c:v>
                </c:pt>
                <c:pt idx="4312">
                  <c:v>343.591773</c:v>
                </c:pt>
                <c:pt idx="4313">
                  <c:v>342.937709</c:v>
                </c:pt>
                <c:pt idx="4314">
                  <c:v>342.283605</c:v>
                </c:pt>
                <c:pt idx="4315">
                  <c:v>341.629471</c:v>
                </c:pt>
                <c:pt idx="4316">
                  <c:v>340.975322</c:v>
                </c:pt>
                <c:pt idx="4317">
                  <c:v>340.321169</c:v>
                </c:pt>
                <c:pt idx="4318">
                  <c:v>339.667026</c:v>
                </c:pt>
                <c:pt idx="4319">
                  <c:v>339.012903</c:v>
                </c:pt>
                <c:pt idx="4320">
                  <c:v>338.358815</c:v>
                </c:pt>
                <c:pt idx="4321">
                  <c:v>337.704772</c:v>
                </c:pt>
                <c:pt idx="4322">
                  <c:v>337.050788</c:v>
                </c:pt>
                <c:pt idx="4323">
                  <c:v>336.396874</c:v>
                </c:pt>
                <c:pt idx="4324">
                  <c:v>335.743041</c:v>
                </c:pt>
                <c:pt idx="4325">
                  <c:v>335.089303</c:v>
                </c:pt>
                <c:pt idx="4326">
                  <c:v>334.435670</c:v>
                </c:pt>
                <c:pt idx="4327">
                  <c:v>333.782155</c:v>
                </c:pt>
                <c:pt idx="4328">
                  <c:v>333.128768</c:v>
                </c:pt>
                <c:pt idx="4329">
                  <c:v>332.475521</c:v>
                </c:pt>
                <c:pt idx="4330">
                  <c:v>331.822426</c:v>
                </c:pt>
                <c:pt idx="4331">
                  <c:v>331.169494</c:v>
                </c:pt>
                <c:pt idx="4332">
                  <c:v>330.516736</c:v>
                </c:pt>
                <c:pt idx="4333">
                  <c:v>329.864162</c:v>
                </c:pt>
                <c:pt idx="4334">
                  <c:v>329.211785</c:v>
                </c:pt>
                <c:pt idx="4335">
                  <c:v>328.559615</c:v>
                </c:pt>
                <c:pt idx="4336">
                  <c:v>327.907663</c:v>
                </c:pt>
                <c:pt idx="4337">
                  <c:v>327.255939</c:v>
                </c:pt>
                <c:pt idx="4338">
                  <c:v>326.604454</c:v>
                </c:pt>
                <c:pt idx="4339">
                  <c:v>325.953219</c:v>
                </c:pt>
                <c:pt idx="4340">
                  <c:v>325.302243</c:v>
                </c:pt>
                <c:pt idx="4341">
                  <c:v>324.651538</c:v>
                </c:pt>
                <c:pt idx="4342">
                  <c:v>324.001114</c:v>
                </c:pt>
                <c:pt idx="4343">
                  <c:v>323.350980</c:v>
                </c:pt>
                <c:pt idx="4344">
                  <c:v>322.701148</c:v>
                </c:pt>
                <c:pt idx="4345">
                  <c:v>322.051626</c:v>
                </c:pt>
                <c:pt idx="4346">
                  <c:v>321.402425</c:v>
                </c:pt>
                <c:pt idx="4347">
                  <c:v>320.753554</c:v>
                </c:pt>
                <c:pt idx="4348">
                  <c:v>320.105024</c:v>
                </c:pt>
                <c:pt idx="4349">
                  <c:v>319.456843</c:v>
                </c:pt>
                <c:pt idx="4350">
                  <c:v>318.809022</c:v>
                </c:pt>
                <c:pt idx="4351">
                  <c:v>318.161570</c:v>
                </c:pt>
                <c:pt idx="4352">
                  <c:v>317.514496</c:v>
                </c:pt>
                <c:pt idx="4353">
                  <c:v>316.867809</c:v>
                </c:pt>
                <c:pt idx="4354">
                  <c:v>316.221519</c:v>
                </c:pt>
                <c:pt idx="4355">
                  <c:v>315.575635</c:v>
                </c:pt>
                <c:pt idx="4356">
                  <c:v>314.930166</c:v>
                </c:pt>
                <c:pt idx="4357">
                  <c:v>314.285121</c:v>
                </c:pt>
                <c:pt idx="4358">
                  <c:v>313.640508</c:v>
                </c:pt>
                <c:pt idx="4359">
                  <c:v>312.996336</c:v>
                </c:pt>
                <c:pt idx="4360">
                  <c:v>312.352615</c:v>
                </c:pt>
                <c:pt idx="4361">
                  <c:v>311.709352</c:v>
                </c:pt>
                <c:pt idx="4362">
                  <c:v>311.066556</c:v>
                </c:pt>
                <c:pt idx="4363">
                  <c:v>310.424236</c:v>
                </c:pt>
                <c:pt idx="4364">
                  <c:v>309.782400</c:v>
                </c:pt>
                <c:pt idx="4365">
                  <c:v>309.141056</c:v>
                </c:pt>
                <c:pt idx="4366">
                  <c:v>308.500212</c:v>
                </c:pt>
                <c:pt idx="4367">
                  <c:v>307.859877</c:v>
                </c:pt>
                <c:pt idx="4368">
                  <c:v>307.220058</c:v>
                </c:pt>
                <c:pt idx="4369">
                  <c:v>306.580764</c:v>
                </c:pt>
                <c:pt idx="4370">
                  <c:v>305.942002</c:v>
                </c:pt>
                <c:pt idx="4371">
                  <c:v>305.303780</c:v>
                </c:pt>
                <c:pt idx="4372">
                  <c:v>304.666106</c:v>
                </c:pt>
                <c:pt idx="4373">
                  <c:v>304.028987</c:v>
                </c:pt>
                <c:pt idx="4374">
                  <c:v>303.392431</c:v>
                </c:pt>
                <c:pt idx="4375">
                  <c:v>302.756445</c:v>
                </c:pt>
                <c:pt idx="4376">
                  <c:v>302.121037</c:v>
                </c:pt>
                <c:pt idx="4377">
                  <c:v>301.486214</c:v>
                </c:pt>
                <c:pt idx="4378">
                  <c:v>300.851984</c:v>
                </c:pt>
                <c:pt idx="4379">
                  <c:v>300.218353</c:v>
                </c:pt>
                <c:pt idx="4380">
                  <c:v>299.585328</c:v>
                </c:pt>
                <c:pt idx="4381">
                  <c:v>298.952917</c:v>
                </c:pt>
                <c:pt idx="4382">
                  <c:v>298.321126</c:v>
                </c:pt>
                <c:pt idx="4383">
                  <c:v>297.689963</c:v>
                </c:pt>
                <c:pt idx="4384">
                  <c:v>297.059434</c:v>
                </c:pt>
                <c:pt idx="4385">
                  <c:v>296.429545</c:v>
                </c:pt>
                <c:pt idx="4386">
                  <c:v>295.800304</c:v>
                </c:pt>
                <c:pt idx="4387">
                  <c:v>295.171716</c:v>
                </c:pt>
                <c:pt idx="4388">
                  <c:v>294.543789</c:v>
                </c:pt>
                <c:pt idx="4389">
                  <c:v>293.916529</c:v>
                </c:pt>
                <c:pt idx="4390">
                  <c:v>293.289942</c:v>
                </c:pt>
                <c:pt idx="4391">
                  <c:v>292.664034</c:v>
                </c:pt>
                <c:pt idx="4392">
                  <c:v>292.038812</c:v>
                </c:pt>
                <c:pt idx="4393">
                  <c:v>291.414282</c:v>
                </c:pt>
                <c:pt idx="4394">
                  <c:v>290.790449</c:v>
                </c:pt>
                <c:pt idx="4395">
                  <c:v>290.167320</c:v>
                </c:pt>
                <c:pt idx="4396">
                  <c:v>289.544900</c:v>
                </c:pt>
                <c:pt idx="4397">
                  <c:v>288.923196</c:v>
                </c:pt>
                <c:pt idx="4398">
                  <c:v>288.302213</c:v>
                </c:pt>
                <c:pt idx="4399">
                  <c:v>287.681957</c:v>
                </c:pt>
                <c:pt idx="4400">
                  <c:v>287.062434</c:v>
                </c:pt>
                <c:pt idx="4401">
                  <c:v>286.443649</c:v>
                </c:pt>
                <c:pt idx="4402">
                  <c:v>285.825607</c:v>
                </c:pt>
                <c:pt idx="4403">
                  <c:v>285.208314</c:v>
                </c:pt>
                <c:pt idx="4404">
                  <c:v>284.591776</c:v>
                </c:pt>
                <c:pt idx="4405">
                  <c:v>283.975997</c:v>
                </c:pt>
                <c:pt idx="4406">
                  <c:v>283.360983</c:v>
                </c:pt>
                <c:pt idx="4407">
                  <c:v>282.746739</c:v>
                </c:pt>
                <c:pt idx="4408">
                  <c:v>282.133270</c:v>
                </c:pt>
                <c:pt idx="4409">
                  <c:v>281.520582</c:v>
                </c:pt>
                <c:pt idx="4410">
                  <c:v>280.908679</c:v>
                </c:pt>
                <c:pt idx="4411">
                  <c:v>280.297565</c:v>
                </c:pt>
                <c:pt idx="4412">
                  <c:v>279.687247</c:v>
                </c:pt>
                <c:pt idx="4413">
                  <c:v>279.077728</c:v>
                </c:pt>
                <c:pt idx="4414">
                  <c:v>278.469014</c:v>
                </c:pt>
                <c:pt idx="4415">
                  <c:v>277.861109</c:v>
                </c:pt>
                <c:pt idx="4416">
                  <c:v>277.254017</c:v>
                </c:pt>
                <c:pt idx="4417">
                  <c:v>276.647743</c:v>
                </c:pt>
                <c:pt idx="4418">
                  <c:v>276.042293</c:v>
                </c:pt>
                <c:pt idx="4419">
                  <c:v>275.437669</c:v>
                </c:pt>
                <c:pt idx="4420">
                  <c:v>274.833876</c:v>
                </c:pt>
                <c:pt idx="4421">
                  <c:v>274.230920</c:v>
                </c:pt>
                <c:pt idx="4422">
                  <c:v>273.628803</c:v>
                </c:pt>
                <c:pt idx="4423">
                  <c:v>273.027530</c:v>
                </c:pt>
                <c:pt idx="4424">
                  <c:v>272.427106</c:v>
                </c:pt>
                <c:pt idx="4425">
                  <c:v>271.827534</c:v>
                </c:pt>
                <c:pt idx="4426">
                  <c:v>271.228818</c:v>
                </c:pt>
                <c:pt idx="4427">
                  <c:v>270.630962</c:v>
                </c:pt>
                <c:pt idx="4428">
                  <c:v>270.033971</c:v>
                </c:pt>
                <c:pt idx="4429">
                  <c:v>269.437847</c:v>
                </c:pt>
                <c:pt idx="4430">
                  <c:v>268.842595</c:v>
                </c:pt>
                <c:pt idx="4431">
                  <c:v>268.248219</c:v>
                </c:pt>
                <c:pt idx="4432">
                  <c:v>267.654721</c:v>
                </c:pt>
                <c:pt idx="4433">
                  <c:v>267.062107</c:v>
                </c:pt>
                <c:pt idx="4434">
                  <c:v>266.470378</c:v>
                </c:pt>
                <c:pt idx="4435">
                  <c:v>265.879539</c:v>
                </c:pt>
                <c:pt idx="4436">
                  <c:v>265.289594</c:v>
                </c:pt>
                <c:pt idx="4437">
                  <c:v>264.700545</c:v>
                </c:pt>
                <c:pt idx="4438">
                  <c:v>264.112396</c:v>
                </c:pt>
                <c:pt idx="4439">
                  <c:v>263.525150</c:v>
                </c:pt>
                <c:pt idx="4440">
                  <c:v>262.938811</c:v>
                </c:pt>
                <c:pt idx="4441">
                  <c:v>262.353381</c:v>
                </c:pt>
                <c:pt idx="4442">
                  <c:v>261.768864</c:v>
                </c:pt>
                <c:pt idx="4443">
                  <c:v>261.185263</c:v>
                </c:pt>
                <c:pt idx="4444">
                  <c:v>260.602581</c:v>
                </c:pt>
                <c:pt idx="4445">
                  <c:v>260.020821</c:v>
                </c:pt>
                <c:pt idx="4446">
                  <c:v>259.439985</c:v>
                </c:pt>
                <c:pt idx="4447">
                  <c:v>258.860077</c:v>
                </c:pt>
                <c:pt idx="4448">
                  <c:v>258.281100</c:v>
                </c:pt>
                <c:pt idx="4449">
                  <c:v>257.703056</c:v>
                </c:pt>
                <c:pt idx="4450">
                  <c:v>257.125948</c:v>
                </c:pt>
                <c:pt idx="4451">
                  <c:v>256.549779</c:v>
                </c:pt>
                <c:pt idx="4452">
                  <c:v>255.974551</c:v>
                </c:pt>
                <c:pt idx="4453">
                  <c:v>255.400267</c:v>
                </c:pt>
                <c:pt idx="4454">
                  <c:v>254.826930</c:v>
                </c:pt>
                <c:pt idx="4455">
                  <c:v>254.254541</c:v>
                </c:pt>
                <c:pt idx="4456">
                  <c:v>253.683105</c:v>
                </c:pt>
                <c:pt idx="4457">
                  <c:v>253.112622</c:v>
                </c:pt>
                <c:pt idx="4458">
                  <c:v>252.543095</c:v>
                </c:pt>
                <c:pt idx="4459">
                  <c:v>251.974527</c:v>
                </c:pt>
                <c:pt idx="4460">
                  <c:v>251.406919</c:v>
                </c:pt>
                <c:pt idx="4461">
                  <c:v>250.840275</c:v>
                </c:pt>
                <c:pt idx="4462">
                  <c:v>250.274596</c:v>
                </c:pt>
                <c:pt idx="4463">
                  <c:v>249.709885</c:v>
                </c:pt>
                <c:pt idx="4464">
                  <c:v>249.146143</c:v>
                </c:pt>
                <c:pt idx="4465">
                  <c:v>248.583372</c:v>
                </c:pt>
                <c:pt idx="4466">
                  <c:v>248.021575</c:v>
                </c:pt>
                <c:pt idx="4467">
                  <c:v>247.460754</c:v>
                </c:pt>
                <c:pt idx="4468">
                  <c:v>246.900910</c:v>
                </c:pt>
                <c:pt idx="4469">
                  <c:v>246.342046</c:v>
                </c:pt>
                <c:pt idx="4470">
                  <c:v>245.784163</c:v>
                </c:pt>
                <c:pt idx="4471">
                  <c:v>245.227263</c:v>
                </c:pt>
                <c:pt idx="4472">
                  <c:v>244.671347</c:v>
                </c:pt>
                <c:pt idx="4473">
                  <c:v>244.116419</c:v>
                </c:pt>
                <c:pt idx="4474">
                  <c:v>243.562478</c:v>
                </c:pt>
                <c:pt idx="4475">
                  <c:v>243.009528</c:v>
                </c:pt>
                <c:pt idx="4476">
                  <c:v>242.457569</c:v>
                </c:pt>
                <c:pt idx="4477">
                  <c:v>241.906603</c:v>
                </c:pt>
                <c:pt idx="4478">
                  <c:v>241.356631</c:v>
                </c:pt>
                <c:pt idx="4479">
                  <c:v>240.807656</c:v>
                </c:pt>
                <c:pt idx="4480">
                  <c:v>240.259678</c:v>
                </c:pt>
                <c:pt idx="4481">
                  <c:v>239.712700</c:v>
                </c:pt>
                <c:pt idx="4482">
                  <c:v>239.166721</c:v>
                </c:pt>
                <c:pt idx="4483">
                  <c:v>238.621745</c:v>
                </c:pt>
                <c:pt idx="4484">
                  <c:v>238.077771</c:v>
                </c:pt>
                <c:pt idx="4485">
                  <c:v>237.534802</c:v>
                </c:pt>
                <c:pt idx="4486">
                  <c:v>236.992838</c:v>
                </c:pt>
                <c:pt idx="4487">
                  <c:v>236.451882</c:v>
                </c:pt>
                <c:pt idx="4488">
                  <c:v>235.911933</c:v>
                </c:pt>
                <c:pt idx="4489">
                  <c:v>235.372993</c:v>
                </c:pt>
                <c:pt idx="4490">
                  <c:v>234.835063</c:v>
                </c:pt>
                <c:pt idx="4491">
                  <c:v>234.298145</c:v>
                </c:pt>
                <c:pt idx="4492">
                  <c:v>233.762238</c:v>
                </c:pt>
                <c:pt idx="4493">
                  <c:v>233.227346</c:v>
                </c:pt>
                <c:pt idx="4494">
                  <c:v>232.693467</c:v>
                </c:pt>
                <c:pt idx="4495">
                  <c:v>232.160603</c:v>
                </c:pt>
                <c:pt idx="4496">
                  <c:v>231.628756</c:v>
                </c:pt>
                <c:pt idx="4497">
                  <c:v>231.097926</c:v>
                </c:pt>
                <c:pt idx="4498">
                  <c:v>230.568113</c:v>
                </c:pt>
                <c:pt idx="4499">
                  <c:v>230.039319</c:v>
                </c:pt>
                <c:pt idx="4500">
                  <c:v>229.511544</c:v>
                </c:pt>
                <c:pt idx="4501">
                  <c:v>228.984790</c:v>
                </c:pt>
                <c:pt idx="4502">
                  <c:v>228.459056</c:v>
                </c:pt>
                <c:pt idx="4503">
                  <c:v>227.934343</c:v>
                </c:pt>
                <c:pt idx="4504">
                  <c:v>227.410653</c:v>
                </c:pt>
                <c:pt idx="4505">
                  <c:v>226.887986</c:v>
                </c:pt>
                <c:pt idx="4506">
                  <c:v>226.366342</c:v>
                </c:pt>
                <c:pt idx="4507">
                  <c:v>225.845722</c:v>
                </c:pt>
                <c:pt idx="4508">
                  <c:v>225.326126</c:v>
                </c:pt>
                <c:pt idx="4509">
                  <c:v>224.807555</c:v>
                </c:pt>
                <c:pt idx="4510">
                  <c:v>224.290010</c:v>
                </c:pt>
                <c:pt idx="4511">
                  <c:v>223.773490</c:v>
                </c:pt>
                <c:pt idx="4512">
                  <c:v>223.257997</c:v>
                </c:pt>
                <c:pt idx="4513">
                  <c:v>222.743531</c:v>
                </c:pt>
                <c:pt idx="4514">
                  <c:v>222.230091</c:v>
                </c:pt>
                <c:pt idx="4515">
                  <c:v>221.717679</c:v>
                </c:pt>
                <c:pt idx="4516">
                  <c:v>221.206295</c:v>
                </c:pt>
                <c:pt idx="4517">
                  <c:v>220.695938</c:v>
                </c:pt>
                <c:pt idx="4518">
                  <c:v>220.186610</c:v>
                </c:pt>
                <c:pt idx="4519">
                  <c:v>219.678310</c:v>
                </c:pt>
                <c:pt idx="4520">
                  <c:v>219.171039</c:v>
                </c:pt>
                <c:pt idx="4521">
                  <c:v>218.664797</c:v>
                </c:pt>
                <c:pt idx="4522">
                  <c:v>218.159584</c:v>
                </c:pt>
                <c:pt idx="4523">
                  <c:v>217.655400</c:v>
                </c:pt>
                <c:pt idx="4524">
                  <c:v>217.152245</c:v>
                </c:pt>
                <c:pt idx="4525">
                  <c:v>216.650119</c:v>
                </c:pt>
                <c:pt idx="4526">
                  <c:v>216.149023</c:v>
                </c:pt>
                <c:pt idx="4527">
                  <c:v>215.648956</c:v>
                </c:pt>
                <c:pt idx="4528">
                  <c:v>215.149918</c:v>
                </c:pt>
                <c:pt idx="4529">
                  <c:v>214.651910</c:v>
                </c:pt>
                <c:pt idx="4530">
                  <c:v>214.154931</c:v>
                </c:pt>
                <c:pt idx="4531">
                  <c:v>213.658981</c:v>
                </c:pt>
                <c:pt idx="4532">
                  <c:v>213.164061</c:v>
                </c:pt>
                <c:pt idx="4533">
                  <c:v>212.670169</c:v>
                </c:pt>
                <c:pt idx="4534">
                  <c:v>212.177306</c:v>
                </c:pt>
                <c:pt idx="4535">
                  <c:v>211.685473</c:v>
                </c:pt>
                <c:pt idx="4536">
                  <c:v>211.194667</c:v>
                </c:pt>
                <c:pt idx="4537">
                  <c:v>210.704890</c:v>
                </c:pt>
                <c:pt idx="4538">
                  <c:v>210.216141</c:v>
                </c:pt>
                <c:pt idx="4539">
                  <c:v>209.728421</c:v>
                </c:pt>
                <c:pt idx="4540">
                  <c:v>209.241727</c:v>
                </c:pt>
                <c:pt idx="4541">
                  <c:v>208.756061</c:v>
                </c:pt>
                <c:pt idx="4542">
                  <c:v>208.271423</c:v>
                </c:pt>
                <c:pt idx="4543">
                  <c:v>207.787810</c:v>
                </c:pt>
                <c:pt idx="4544">
                  <c:v>207.305225</c:v>
                </c:pt>
                <c:pt idx="4545">
                  <c:v>206.823665</c:v>
                </c:pt>
                <c:pt idx="4546">
                  <c:v>206.343131</c:v>
                </c:pt>
                <c:pt idx="4547">
                  <c:v>205.863622</c:v>
                </c:pt>
                <c:pt idx="4548">
                  <c:v>205.385137</c:v>
                </c:pt>
                <c:pt idx="4549">
                  <c:v>204.907677</c:v>
                </c:pt>
                <c:pt idx="4550">
                  <c:v>204.431241</c:v>
                </c:pt>
                <c:pt idx="4551">
                  <c:v>203.955829</c:v>
                </c:pt>
                <c:pt idx="4552">
                  <c:v>203.481439</c:v>
                </c:pt>
                <c:pt idx="4553">
                  <c:v>203.008072</c:v>
                </c:pt>
                <c:pt idx="4554">
                  <c:v>202.535726</c:v>
                </c:pt>
                <c:pt idx="4555">
                  <c:v>202.064402</c:v>
                </c:pt>
                <c:pt idx="4556">
                  <c:v>201.594098</c:v>
                </c:pt>
                <c:pt idx="4557">
                  <c:v>201.124814</c:v>
                </c:pt>
                <c:pt idx="4558">
                  <c:v>200.656550</c:v>
                </c:pt>
                <c:pt idx="4559">
                  <c:v>200.189305</c:v>
                </c:pt>
                <c:pt idx="4560">
                  <c:v>199.723078</c:v>
                </c:pt>
                <c:pt idx="4561">
                  <c:v>199.257868</c:v>
                </c:pt>
                <c:pt idx="4562">
                  <c:v>198.793676</c:v>
                </c:pt>
                <c:pt idx="4563">
                  <c:v>198.330499</c:v>
                </c:pt>
                <c:pt idx="4564">
                  <c:v>197.868338</c:v>
                </c:pt>
                <c:pt idx="4565">
                  <c:v>197.407192</c:v>
                </c:pt>
                <c:pt idx="4566">
                  <c:v>196.947060</c:v>
                </c:pt>
                <c:pt idx="4567">
                  <c:v>196.487941</c:v>
                </c:pt>
                <c:pt idx="4568">
                  <c:v>196.029834</c:v>
                </c:pt>
                <c:pt idx="4569">
                  <c:v>195.572739</c:v>
                </c:pt>
                <c:pt idx="4570">
                  <c:v>195.116655</c:v>
                </c:pt>
                <c:pt idx="4571">
                  <c:v>194.661581</c:v>
                </c:pt>
                <c:pt idx="4572">
                  <c:v>194.207516</c:v>
                </c:pt>
                <c:pt idx="4573">
                  <c:v>193.754460</c:v>
                </c:pt>
                <c:pt idx="4574">
                  <c:v>193.302411</c:v>
                </c:pt>
                <c:pt idx="4575">
                  <c:v>192.851369</c:v>
                </c:pt>
                <c:pt idx="4576">
                  <c:v>192.401332</c:v>
                </c:pt>
                <c:pt idx="4577">
                  <c:v>191.952300</c:v>
                </c:pt>
                <c:pt idx="4578">
                  <c:v>191.504273</c:v>
                </c:pt>
                <c:pt idx="4579">
                  <c:v>191.057248</c:v>
                </c:pt>
                <c:pt idx="4580">
                  <c:v>190.611225</c:v>
                </c:pt>
                <c:pt idx="4581">
                  <c:v>190.166203</c:v>
                </c:pt>
                <c:pt idx="4582">
                  <c:v>189.722181</c:v>
                </c:pt>
                <c:pt idx="4583">
                  <c:v>189.279159</c:v>
                </c:pt>
                <c:pt idx="4584">
                  <c:v>188.837134</c:v>
                </c:pt>
                <c:pt idx="4585">
                  <c:v>188.396107</c:v>
                </c:pt>
                <c:pt idx="4586">
                  <c:v>187.956076</c:v>
                </c:pt>
                <c:pt idx="4587">
                  <c:v>187.517039</c:v>
                </c:pt>
                <c:pt idx="4588">
                  <c:v>187.078997</c:v>
                </c:pt>
                <c:pt idx="4589">
                  <c:v>186.641948</c:v>
                </c:pt>
                <c:pt idx="4590">
                  <c:v>186.205890</c:v>
                </c:pt>
                <c:pt idx="4591">
                  <c:v>185.770823</c:v>
                </c:pt>
                <c:pt idx="4592">
                  <c:v>185.336746</c:v>
                </c:pt>
                <c:pt idx="4593">
                  <c:v>184.903658</c:v>
                </c:pt>
                <c:pt idx="4594">
                  <c:v>184.471557</c:v>
                </c:pt>
                <c:pt idx="4595">
                  <c:v>184.040442</c:v>
                </c:pt>
                <c:pt idx="4596">
                  <c:v>183.610312</c:v>
                </c:pt>
                <c:pt idx="4597">
                  <c:v>183.181167</c:v>
                </c:pt>
                <c:pt idx="4598">
                  <c:v>182.753004</c:v>
                </c:pt>
                <c:pt idx="4599">
                  <c:v>182.325823</c:v>
                </c:pt>
                <c:pt idx="4600">
                  <c:v>181.899623</c:v>
                </c:pt>
                <c:pt idx="4601">
                  <c:v>181.474402</c:v>
                </c:pt>
                <c:pt idx="4602">
                  <c:v>181.050158</c:v>
                </c:pt>
                <c:pt idx="4603">
                  <c:v>180.626892</c:v>
                </c:pt>
                <c:pt idx="4604">
                  <c:v>180.204602</c:v>
                </c:pt>
                <c:pt idx="4605">
                  <c:v>179.783286</c:v>
                </c:pt>
                <c:pt idx="4606">
                  <c:v>179.362943</c:v>
                </c:pt>
                <c:pt idx="4607">
                  <c:v>178.943572</c:v>
                </c:pt>
                <c:pt idx="4608">
                  <c:v>178.525172</c:v>
                </c:pt>
                <c:pt idx="4609">
                  <c:v>178.107741</c:v>
                </c:pt>
                <c:pt idx="4610">
                  <c:v>177.691278</c:v>
                </c:pt>
                <c:pt idx="4611">
                  <c:v>177.275782</c:v>
                </c:pt>
                <c:pt idx="4612">
                  <c:v>176.861252</c:v>
                </c:pt>
                <c:pt idx="4613">
                  <c:v>176.447686</c:v>
                </c:pt>
                <c:pt idx="4614">
                  <c:v>176.035083</c:v>
                </c:pt>
                <c:pt idx="4615">
                  <c:v>175.623441</c:v>
                </c:pt>
                <c:pt idx="4616">
                  <c:v>175.212760</c:v>
                </c:pt>
                <c:pt idx="4617">
                  <c:v>174.803038</c:v>
                </c:pt>
                <c:pt idx="4618">
                  <c:v>174.394273</c:v>
                </c:pt>
                <c:pt idx="4619">
                  <c:v>173.986464</c:v>
                </c:pt>
                <c:pt idx="4620">
                  <c:v>173.579611</c:v>
                </c:pt>
                <c:pt idx="4621">
                  <c:v>173.173711</c:v>
                </c:pt>
                <c:pt idx="4622">
                  <c:v>172.768762</c:v>
                </c:pt>
                <c:pt idx="4623">
                  <c:v>172.364765</c:v>
                </c:pt>
                <c:pt idx="4624">
                  <c:v>171.961717</c:v>
                </c:pt>
                <c:pt idx="4625">
                  <c:v>171.559617</c:v>
                </c:pt>
                <c:pt idx="4626">
                  <c:v>171.158463</c:v>
                </c:pt>
                <c:pt idx="4627">
                  <c:v>170.758255</c:v>
                </c:pt>
                <c:pt idx="4628">
                  <c:v>170.358990</c:v>
                </c:pt>
                <c:pt idx="4629">
                  <c:v>169.960668</c:v>
                </c:pt>
                <c:pt idx="4630">
                  <c:v>169.563286</c:v>
                </c:pt>
                <c:pt idx="4631">
                  <c:v>169.166844</c:v>
                </c:pt>
                <c:pt idx="4632">
                  <c:v>168.771339</c:v>
                </c:pt>
                <c:pt idx="4633">
                  <c:v>168.376771</c:v>
                </c:pt>
                <c:pt idx="4634">
                  <c:v>167.983138</c:v>
                </c:pt>
                <c:pt idx="4635">
                  <c:v>167.590439</c:v>
                </c:pt>
                <c:pt idx="4636">
                  <c:v>167.198672</c:v>
                </c:pt>
                <c:pt idx="4637">
                  <c:v>166.807835</c:v>
                </c:pt>
                <c:pt idx="4638">
                  <c:v>166.417927</c:v>
                </c:pt>
                <c:pt idx="4639">
                  <c:v>166.028947</c:v>
                </c:pt>
                <c:pt idx="4640">
                  <c:v>165.640893</c:v>
                </c:pt>
                <c:pt idx="4641">
                  <c:v>165.253764</c:v>
                </c:pt>
                <c:pt idx="4642">
                  <c:v>164.867558</c:v>
                </c:pt>
                <c:pt idx="4643">
                  <c:v>164.482273</c:v>
                </c:pt>
                <c:pt idx="4644">
                  <c:v>164.097909</c:v>
                </c:pt>
                <c:pt idx="4645">
                  <c:v>163.714463</c:v>
                </c:pt>
                <c:pt idx="4646">
                  <c:v>163.331934</c:v>
                </c:pt>
                <c:pt idx="4647">
                  <c:v>162.950320</c:v>
                </c:pt>
                <c:pt idx="4648">
                  <c:v>162.569621</c:v>
                </c:pt>
                <c:pt idx="4649">
                  <c:v>162.189833</c:v>
                </c:pt>
                <c:pt idx="4650">
                  <c:v>161.810957</c:v>
                </c:pt>
                <c:pt idx="4651">
                  <c:v>161.432990</c:v>
                </c:pt>
                <c:pt idx="4652">
                  <c:v>161.055931</c:v>
                </c:pt>
                <c:pt idx="4653">
                  <c:v>160.679778</c:v>
                </c:pt>
                <c:pt idx="4654">
                  <c:v>160.304529</c:v>
                </c:pt>
                <c:pt idx="4655">
                  <c:v>159.930184</c:v>
                </c:pt>
                <c:pt idx="4656">
                  <c:v>159.556740</c:v>
                </c:pt>
                <c:pt idx="4657">
                  <c:v>159.184196</c:v>
                </c:pt>
                <c:pt idx="4658">
                  <c:v>158.812550</c:v>
                </c:pt>
                <c:pt idx="4659">
                  <c:v>158.441801</c:v>
                </c:pt>
                <c:pt idx="4660">
                  <c:v>158.071947</c:v>
                </c:pt>
                <c:pt idx="4661">
                  <c:v>157.702986</c:v>
                </c:pt>
                <c:pt idx="4662">
                  <c:v>157.334918</c:v>
                </c:pt>
                <c:pt idx="4663">
                  <c:v>156.967739</c:v>
                </c:pt>
                <c:pt idx="4664">
                  <c:v>156.601450</c:v>
                </c:pt>
                <c:pt idx="4665">
                  <c:v>156.236047</c:v>
                </c:pt>
                <c:pt idx="4666">
                  <c:v>155.871531</c:v>
                </c:pt>
                <c:pt idx="4667">
                  <c:v>155.507897</c:v>
                </c:pt>
                <c:pt idx="4668">
                  <c:v>155.145147</c:v>
                </c:pt>
                <c:pt idx="4669">
                  <c:v>154.783276</c:v>
                </c:pt>
                <c:pt idx="4670">
                  <c:v>154.422285</c:v>
                </c:pt>
                <c:pt idx="4671">
                  <c:v>154.062172</c:v>
                </c:pt>
                <c:pt idx="4672">
                  <c:v>153.702934</c:v>
                </c:pt>
                <c:pt idx="4673">
                  <c:v>153.344570</c:v>
                </c:pt>
                <c:pt idx="4674">
                  <c:v>152.987078</c:v>
                </c:pt>
                <c:pt idx="4675">
                  <c:v>152.630458</c:v>
                </c:pt>
                <c:pt idx="4676">
                  <c:v>152.274706</c:v>
                </c:pt>
                <c:pt idx="4677">
                  <c:v>151.919822</c:v>
                </c:pt>
                <c:pt idx="4678">
                  <c:v>151.565804</c:v>
                </c:pt>
                <c:pt idx="4679">
                  <c:v>151.212651</c:v>
                </c:pt>
                <c:pt idx="4680">
                  <c:v>150.860359</c:v>
                </c:pt>
                <c:pt idx="4681">
                  <c:v>150.508929</c:v>
                </c:pt>
                <c:pt idx="4682">
                  <c:v>150.158358</c:v>
                </c:pt>
                <c:pt idx="4683">
                  <c:v>149.808645</c:v>
                </c:pt>
                <c:pt idx="4684">
                  <c:v>149.459788</c:v>
                </c:pt>
                <c:pt idx="4685">
                  <c:v>149.111784</c:v>
                </c:pt>
                <c:pt idx="4686">
                  <c:v>148.764634</c:v>
                </c:pt>
                <c:pt idx="4687">
                  <c:v>148.418335</c:v>
                </c:pt>
                <c:pt idx="4688">
                  <c:v>148.072884</c:v>
                </c:pt>
                <c:pt idx="4689">
                  <c:v>147.728282</c:v>
                </c:pt>
                <c:pt idx="4690">
                  <c:v>147.384525</c:v>
                </c:pt>
                <c:pt idx="4691">
                  <c:v>147.041613</c:v>
                </c:pt>
                <c:pt idx="4692">
                  <c:v>146.699543</c:v>
                </c:pt>
                <c:pt idx="4693">
                  <c:v>146.358314</c:v>
                </c:pt>
                <c:pt idx="4694">
                  <c:v>146.017925</c:v>
                </c:pt>
                <c:pt idx="4695">
                  <c:v>145.678373</c:v>
                </c:pt>
                <c:pt idx="4696">
                  <c:v>145.339656</c:v>
                </c:pt>
                <c:pt idx="4697">
                  <c:v>145.001774</c:v>
                </c:pt>
                <c:pt idx="4698">
                  <c:v>144.664725</c:v>
                </c:pt>
                <c:pt idx="4699">
                  <c:v>144.328506</c:v>
                </c:pt>
                <c:pt idx="4700">
                  <c:v>143.993117</c:v>
                </c:pt>
                <c:pt idx="4701">
                  <c:v>143.658554</c:v>
                </c:pt>
                <c:pt idx="4702">
                  <c:v>143.324818</c:v>
                </c:pt>
                <c:pt idx="4703">
                  <c:v>142.991906</c:v>
                </c:pt>
                <c:pt idx="4704">
                  <c:v>142.659816</c:v>
                </c:pt>
                <c:pt idx="4705">
                  <c:v>142.328546</c:v>
                </c:pt>
                <c:pt idx="4706">
                  <c:v>141.998096</c:v>
                </c:pt>
                <c:pt idx="4707">
                  <c:v>141.668463</c:v>
                </c:pt>
                <c:pt idx="4708">
                  <c:v>141.339646</c:v>
                </c:pt>
                <c:pt idx="4709">
                  <c:v>141.011642</c:v>
                </c:pt>
                <c:pt idx="4710">
                  <c:v>140.684451</c:v>
                </c:pt>
                <c:pt idx="4711">
                  <c:v>140.358070</c:v>
                </c:pt>
                <c:pt idx="4712">
                  <c:v>140.032498</c:v>
                </c:pt>
                <c:pt idx="4713">
                  <c:v>139.707733</c:v>
                </c:pt>
                <c:pt idx="4714">
                  <c:v>139.383773</c:v>
                </c:pt>
                <c:pt idx="4715">
                  <c:v>139.060618</c:v>
                </c:pt>
                <c:pt idx="4716">
                  <c:v>138.738264</c:v>
                </c:pt>
                <c:pt idx="4717">
                  <c:v>138.416710</c:v>
                </c:pt>
                <c:pt idx="4718">
                  <c:v>138.095955</c:v>
                </c:pt>
                <c:pt idx="4719">
                  <c:v>137.775997</c:v>
                </c:pt>
                <c:pt idx="4720">
                  <c:v>137.456834</c:v>
                </c:pt>
                <c:pt idx="4721">
                  <c:v>137.138465</c:v>
                </c:pt>
                <c:pt idx="4722">
                  <c:v>136.820888</c:v>
                </c:pt>
                <c:pt idx="4723">
                  <c:v>136.504100</c:v>
                </c:pt>
                <c:pt idx="4724">
                  <c:v>136.188101</c:v>
                </c:pt>
                <c:pt idx="4725">
                  <c:v>135.872889</c:v>
                </c:pt>
                <c:pt idx="4726">
                  <c:v>135.558462</c:v>
                </c:pt>
                <c:pt idx="4727">
                  <c:v>135.244818</c:v>
                </c:pt>
                <c:pt idx="4728">
                  <c:v>134.931955</c:v>
                </c:pt>
                <c:pt idx="4729">
                  <c:v>134.619873</c:v>
                </c:pt>
                <c:pt idx="4730">
                  <c:v>134.308569</c:v>
                </c:pt>
                <c:pt idx="4731">
                  <c:v>133.998041</c:v>
                </c:pt>
                <c:pt idx="4732">
                  <c:v>133.688288</c:v>
                </c:pt>
                <c:pt idx="4733">
                  <c:v>133.379308</c:v>
                </c:pt>
                <c:pt idx="4734">
                  <c:v>133.071099</c:v>
                </c:pt>
                <c:pt idx="4735">
                  <c:v>132.763661</c:v>
                </c:pt>
                <c:pt idx="4736">
                  <c:v>132.456990</c:v>
                </c:pt>
                <c:pt idx="4737">
                  <c:v>132.151086</c:v>
                </c:pt>
                <c:pt idx="4738">
                  <c:v>131.845946</c:v>
                </c:pt>
                <c:pt idx="4739">
                  <c:v>131.541569</c:v>
                </c:pt>
                <c:pt idx="4740">
                  <c:v>131.237953</c:v>
                </c:pt>
                <c:pt idx="4741">
                  <c:v>130.935097</c:v>
                </c:pt>
                <c:pt idx="4742">
                  <c:v>130.632999</c:v>
                </c:pt>
                <c:pt idx="4743">
                  <c:v>130.331656</c:v>
                </c:pt>
                <c:pt idx="4744">
                  <c:v>130.031069</c:v>
                </c:pt>
                <c:pt idx="4745">
                  <c:v>129.731234</c:v>
                </c:pt>
                <c:pt idx="4746">
                  <c:v>129.432150</c:v>
                </c:pt>
                <c:pt idx="4747">
                  <c:v>129.133815</c:v>
                </c:pt>
                <c:pt idx="4748">
                  <c:v>128.836228</c:v>
                </c:pt>
                <c:pt idx="4749">
                  <c:v>128.539388</c:v>
                </c:pt>
                <c:pt idx="4750">
                  <c:v>128.243291</c:v>
                </c:pt>
                <c:pt idx="4751">
                  <c:v>127.947937</c:v>
                </c:pt>
                <c:pt idx="4752">
                  <c:v>127.653324</c:v>
                </c:pt>
                <c:pt idx="4753">
                  <c:v>127.359451</c:v>
                </c:pt>
                <c:pt idx="4754">
                  <c:v>127.066314</c:v>
                </c:pt>
                <c:pt idx="4755">
                  <c:v>126.773914</c:v>
                </c:pt>
                <c:pt idx="4756">
                  <c:v>126.482248</c:v>
                </c:pt>
                <c:pt idx="4757">
                  <c:v>126.191315</c:v>
                </c:pt>
                <c:pt idx="4758">
                  <c:v>125.901112</c:v>
                </c:pt>
                <c:pt idx="4759">
                  <c:v>125.611638</c:v>
                </c:pt>
                <c:pt idx="4760">
                  <c:v>125.322892</c:v>
                </c:pt>
                <c:pt idx="4761">
                  <c:v>125.034872</c:v>
                </c:pt>
                <c:pt idx="4762">
                  <c:v>124.747576</c:v>
                </c:pt>
                <c:pt idx="4763">
                  <c:v>124.461003</c:v>
                </c:pt>
                <c:pt idx="4764">
                  <c:v>124.175150</c:v>
                </c:pt>
                <c:pt idx="4765">
                  <c:v>123.890016</c:v>
                </c:pt>
                <c:pt idx="4766">
                  <c:v>123.605600</c:v>
                </c:pt>
                <c:pt idx="4767">
                  <c:v>123.321900</c:v>
                </c:pt>
                <c:pt idx="4768">
                  <c:v>123.038914</c:v>
                </c:pt>
                <c:pt idx="4769">
                  <c:v>122.756640</c:v>
                </c:pt>
                <c:pt idx="4770">
                  <c:v>122.475077</c:v>
                </c:pt>
                <c:pt idx="4771">
                  <c:v>122.194223</c:v>
                </c:pt>
                <c:pt idx="4772">
                  <c:v>121.914077</c:v>
                </c:pt>
                <c:pt idx="4773">
                  <c:v>121.634637</c:v>
                </c:pt>
                <c:pt idx="4774">
                  <c:v>121.355901</c:v>
                </c:pt>
                <c:pt idx="4775">
                  <c:v>121.077867</c:v>
                </c:pt>
                <c:pt idx="4776">
                  <c:v>120.800534</c:v>
                </c:pt>
                <c:pt idx="4777">
                  <c:v>120.523900</c:v>
                </c:pt>
                <c:pt idx="4778">
                  <c:v>120.247964</c:v>
                </c:pt>
                <c:pt idx="4779">
                  <c:v>119.972724</c:v>
                </c:pt>
                <c:pt idx="4780">
                  <c:v>119.698178</c:v>
                </c:pt>
                <c:pt idx="4781">
                  <c:v>119.424325</c:v>
                </c:pt>
                <c:pt idx="4782">
                  <c:v>119.151163</c:v>
                </c:pt>
                <c:pt idx="4783">
                  <c:v>118.878690</c:v>
                </c:pt>
                <c:pt idx="4784">
                  <c:v>118.606905</c:v>
                </c:pt>
                <c:pt idx="4785">
                  <c:v>118.335806</c:v>
                </c:pt>
                <c:pt idx="4786">
                  <c:v>118.065391</c:v>
                </c:pt>
                <c:pt idx="4787">
                  <c:v>117.795659</c:v>
                </c:pt>
                <c:pt idx="4788">
                  <c:v>117.526609</c:v>
                </c:pt>
                <c:pt idx="4789">
                  <c:v>117.258238</c:v>
                </c:pt>
                <c:pt idx="4790">
                  <c:v>116.990545</c:v>
                </c:pt>
                <c:pt idx="4791">
                  <c:v>116.723528</c:v>
                </c:pt>
                <c:pt idx="4792">
                  <c:v>116.457185</c:v>
                </c:pt>
                <c:pt idx="4793">
                  <c:v>116.191516</c:v>
                </c:pt>
                <c:pt idx="4794">
                  <c:v>115.926519</c:v>
                </c:pt>
                <c:pt idx="4795">
                  <c:v>115.662191</c:v>
                </c:pt>
                <c:pt idx="4796">
                  <c:v>115.398531</c:v>
                </c:pt>
                <c:pt idx="4797">
                  <c:v>115.135538</c:v>
                </c:pt>
                <c:pt idx="4798">
                  <c:v>114.873210</c:v>
                </c:pt>
                <c:pt idx="4799">
                  <c:v>114.611545</c:v>
                </c:pt>
                <c:pt idx="4800">
                  <c:v>114.350542</c:v>
                </c:pt>
                <c:pt idx="4801">
                  <c:v>114.090199</c:v>
                </c:pt>
                <c:pt idx="4802">
                  <c:v>113.830515</c:v>
                </c:pt>
                <c:pt idx="4803">
                  <c:v>113.571488</c:v>
                </c:pt>
                <c:pt idx="4804">
                  <c:v>113.313116</c:v>
                </c:pt>
                <c:pt idx="4805">
                  <c:v>113.055398</c:v>
                </c:pt>
                <c:pt idx="4806">
                  <c:v>112.798332</c:v>
                </c:pt>
                <c:pt idx="4807">
                  <c:v>112.541916</c:v>
                </c:pt>
                <c:pt idx="4808">
                  <c:v>112.286150</c:v>
                </c:pt>
                <c:pt idx="4809">
                  <c:v>112.031031</c:v>
                </c:pt>
                <c:pt idx="4810">
                  <c:v>111.776558</c:v>
                </c:pt>
                <c:pt idx="4811">
                  <c:v>111.522729</c:v>
                </c:pt>
                <c:pt idx="4812">
                  <c:v>111.269543</c:v>
                </c:pt>
                <c:pt idx="4813">
                  <c:v>111.016997</c:v>
                </c:pt>
                <c:pt idx="4814">
                  <c:v>110.765092</c:v>
                </c:pt>
                <c:pt idx="4815">
                  <c:v>110.513824</c:v>
                </c:pt>
                <c:pt idx="4816">
                  <c:v>110.263193</c:v>
                </c:pt>
                <c:pt idx="4817">
                  <c:v>110.013196</c:v>
                </c:pt>
                <c:pt idx="4818">
                  <c:v>109.763833</c:v>
                </c:pt>
                <c:pt idx="4819">
                  <c:v>109.515101</c:v>
                </c:pt>
                <c:pt idx="4820">
                  <c:v>109.266999</c:v>
                </c:pt>
                <c:pt idx="4821">
                  <c:v>109.019526</c:v>
                </c:pt>
                <c:pt idx="4822">
                  <c:v>108.772680</c:v>
                </c:pt>
                <c:pt idx="4823">
                  <c:v>108.526460</c:v>
                </c:pt>
                <c:pt idx="4824">
                  <c:v>108.280863</c:v>
                </c:pt>
                <c:pt idx="4825">
                  <c:v>108.035889</c:v>
                </c:pt>
                <c:pt idx="4826">
                  <c:v>107.791535</c:v>
                </c:pt>
                <c:pt idx="4827">
                  <c:v>107.547801</c:v>
                </c:pt>
                <c:pt idx="4828">
                  <c:v>107.304684</c:v>
                </c:pt>
                <c:pt idx="4829">
                  <c:v>107.062184</c:v>
                </c:pt>
                <c:pt idx="4830">
                  <c:v>106.820298</c:v>
                </c:pt>
                <c:pt idx="4831">
                  <c:v>106.579025</c:v>
                </c:pt>
                <c:pt idx="4832">
                  <c:v>106.338364</c:v>
                </c:pt>
                <c:pt idx="4833">
                  <c:v>106.098313</c:v>
                </c:pt>
                <c:pt idx="4834">
                  <c:v>105.858870</c:v>
                </c:pt>
                <c:pt idx="4835">
                  <c:v>105.620035</c:v>
                </c:pt>
                <c:pt idx="4836">
                  <c:v>105.381804</c:v>
                </c:pt>
                <c:pt idx="4837">
                  <c:v>105.144178</c:v>
                </c:pt>
                <c:pt idx="4838">
                  <c:v>104.907155</c:v>
                </c:pt>
                <c:pt idx="4839">
                  <c:v>104.670732</c:v>
                </c:pt>
                <c:pt idx="4840">
                  <c:v>104.434908</c:v>
                </c:pt>
                <c:pt idx="4841">
                  <c:v>104.199683</c:v>
                </c:pt>
                <c:pt idx="4842">
                  <c:v>103.965054</c:v>
                </c:pt>
                <c:pt idx="4843">
                  <c:v>103.731020</c:v>
                </c:pt>
                <c:pt idx="4844">
                  <c:v>103.497579</c:v>
                </c:pt>
                <c:pt idx="4845">
                  <c:v>103.264730</c:v>
                </c:pt>
                <c:pt idx="4846">
                  <c:v>103.032472</c:v>
                </c:pt>
                <c:pt idx="4847">
                  <c:v>102.800802</c:v>
                </c:pt>
                <c:pt idx="4848">
                  <c:v>102.569720</c:v>
                </c:pt>
                <c:pt idx="4849">
                  <c:v>102.339224</c:v>
                </c:pt>
                <c:pt idx="4850">
                  <c:v>102.109312</c:v>
                </c:pt>
                <c:pt idx="4851">
                  <c:v>101.879984</c:v>
                </c:pt>
                <c:pt idx="4852">
                  <c:v>101.651236</c:v>
                </c:pt>
                <c:pt idx="4853">
                  <c:v>101.423069</c:v>
                </c:pt>
                <c:pt idx="4854">
                  <c:v>101.195481</c:v>
                </c:pt>
                <c:pt idx="4855">
                  <c:v>100.968469</c:v>
                </c:pt>
                <c:pt idx="4856">
                  <c:v>100.742033</c:v>
                </c:pt>
                <c:pt idx="4857">
                  <c:v>100.516171</c:v>
                </c:pt>
                <c:pt idx="4858">
                  <c:v>100.290882</c:v>
                </c:pt>
                <c:pt idx="4859">
                  <c:v>100.066164</c:v>
                </c:pt>
                <c:pt idx="4860">
                  <c:v>99.842016</c:v>
                </c:pt>
                <c:pt idx="4861">
                  <c:v>99.618437</c:v>
                </c:pt>
                <c:pt idx="4862">
                  <c:v>99.395424</c:v>
                </c:pt>
                <c:pt idx="4863">
                  <c:v>99.172976</c:v>
                </c:pt>
                <c:pt idx="4864">
                  <c:v>98.951093</c:v>
                </c:pt>
                <c:pt idx="4865">
                  <c:v>98.729772</c:v>
                </c:pt>
                <c:pt idx="4866">
                  <c:v>98.509012</c:v>
                </c:pt>
                <c:pt idx="4867">
                  <c:v>98.288812</c:v>
                </c:pt>
                <c:pt idx="4868">
                  <c:v>98.069170</c:v>
                </c:pt>
                <c:pt idx="4869">
                  <c:v>97.850085</c:v>
                </c:pt>
                <c:pt idx="4870">
                  <c:v>97.631555</c:v>
                </c:pt>
                <c:pt idx="4871">
                  <c:v>97.413579</c:v>
                </c:pt>
                <c:pt idx="4872">
                  <c:v>97.196156</c:v>
                </c:pt>
                <c:pt idx="4873">
                  <c:v>96.979284</c:v>
                </c:pt>
                <c:pt idx="4874">
                  <c:v>96.762961</c:v>
                </c:pt>
                <c:pt idx="4875">
                  <c:v>96.547187</c:v>
                </c:pt>
                <c:pt idx="4876">
                  <c:v>96.331960</c:v>
                </c:pt>
                <c:pt idx="4877">
                  <c:v>96.117278</c:v>
                </c:pt>
                <c:pt idx="4878">
                  <c:v>95.903140</c:v>
                </c:pt>
                <c:pt idx="4879">
                  <c:v>95.689545</c:v>
                </c:pt>
                <c:pt idx="4880">
                  <c:v>95.476491</c:v>
                </c:pt>
                <c:pt idx="4881">
                  <c:v>95.263976</c:v>
                </c:pt>
                <c:pt idx="4882">
                  <c:v>95.052001</c:v>
                </c:pt>
                <c:pt idx="4883">
                  <c:v>94.840562</c:v>
                </c:pt>
                <c:pt idx="4884">
                  <c:v>94.629659</c:v>
                </c:pt>
                <c:pt idx="4885">
                  <c:v>94.419290</c:v>
                </c:pt>
                <c:pt idx="4886">
                  <c:v>94.209455</c:v>
                </c:pt>
                <c:pt idx="4887">
                  <c:v>94.000150</c:v>
                </c:pt>
                <c:pt idx="4888">
                  <c:v>93.791376</c:v>
                </c:pt>
                <c:pt idx="4889">
                  <c:v>93.583131</c:v>
                </c:pt>
                <c:pt idx="4890">
                  <c:v>93.375413</c:v>
                </c:pt>
                <c:pt idx="4891">
                  <c:v>93.168221</c:v>
                </c:pt>
                <c:pt idx="4892">
                  <c:v>92.961554</c:v>
                </c:pt>
                <c:pt idx="4893">
                  <c:v>92.755410</c:v>
                </c:pt>
                <c:pt idx="4894">
                  <c:v>92.549788</c:v>
                </c:pt>
                <c:pt idx="4895">
                  <c:v>92.344686</c:v>
                </c:pt>
                <c:pt idx="4896">
                  <c:v>92.140104</c:v>
                </c:pt>
                <c:pt idx="4897">
                  <c:v>91.936040</c:v>
                </c:pt>
                <c:pt idx="4898">
                  <c:v>91.732492</c:v>
                </c:pt>
                <c:pt idx="4899">
                  <c:v>91.529459</c:v>
                </c:pt>
                <c:pt idx="4900">
                  <c:v>91.326940</c:v>
                </c:pt>
                <c:pt idx="4901">
                  <c:v>91.124934</c:v>
                </c:pt>
                <c:pt idx="4902">
                  <c:v>90.923439</c:v>
                </c:pt>
                <c:pt idx="4903">
                  <c:v>90.722454</c:v>
                </c:pt>
                <c:pt idx="4904">
                  <c:v>90.521977</c:v>
                </c:pt>
                <c:pt idx="4905">
                  <c:v>90.322008</c:v>
                </c:pt>
                <c:pt idx="4906">
                  <c:v>90.122544</c:v>
                </c:pt>
                <c:pt idx="4907">
                  <c:v>89.923585</c:v>
                </c:pt>
                <c:pt idx="4908">
                  <c:v>89.725129</c:v>
                </c:pt>
                <c:pt idx="4909">
                  <c:v>89.527175</c:v>
                </c:pt>
                <c:pt idx="4910">
                  <c:v>89.329721</c:v>
                </c:pt>
                <c:pt idx="4911">
                  <c:v>89.132767</c:v>
                </c:pt>
                <c:pt idx="4912">
                  <c:v>88.936310</c:v>
                </c:pt>
                <c:pt idx="4913">
                  <c:v>88.740351</c:v>
                </c:pt>
                <c:pt idx="4914">
                  <c:v>88.544887</c:v>
                </c:pt>
                <c:pt idx="4915">
                  <c:v>88.349916</c:v>
                </c:pt>
                <c:pt idx="4916">
                  <c:v>88.155439</c:v>
                </c:pt>
                <c:pt idx="4917">
                  <c:v>87.961453</c:v>
                </c:pt>
                <c:pt idx="4918">
                  <c:v>87.767957</c:v>
                </c:pt>
                <c:pt idx="4919">
                  <c:v>87.574950</c:v>
                </c:pt>
                <c:pt idx="4920">
                  <c:v>87.382431</c:v>
                </c:pt>
                <c:pt idx="4921">
                  <c:v>87.190398</c:v>
                </c:pt>
                <c:pt idx="4922">
                  <c:v>86.998850</c:v>
                </c:pt>
                <c:pt idx="4923">
                  <c:v>86.807785</c:v>
                </c:pt>
                <c:pt idx="4924">
                  <c:v>86.617204</c:v>
                </c:pt>
                <c:pt idx="4925">
                  <c:v>86.427103</c:v>
                </c:pt>
                <c:pt idx="4926">
                  <c:v>86.237483</c:v>
                </c:pt>
                <c:pt idx="4927">
                  <c:v>86.048341</c:v>
                </c:pt>
                <c:pt idx="4928">
                  <c:v>85.859676</c:v>
                </c:pt>
                <c:pt idx="4929">
                  <c:v>85.671488</c:v>
                </c:pt>
                <c:pt idx="4930">
                  <c:v>85.483775</c:v>
                </c:pt>
                <c:pt idx="4931">
                  <c:v>85.296535</c:v>
                </c:pt>
                <c:pt idx="4932">
                  <c:v>85.109768</c:v>
                </c:pt>
                <c:pt idx="4933">
                  <c:v>84.923472</c:v>
                </c:pt>
                <c:pt idx="4934">
                  <c:v>84.737646</c:v>
                </c:pt>
                <c:pt idx="4935">
                  <c:v>84.552288</c:v>
                </c:pt>
                <c:pt idx="4936">
                  <c:v>84.367398</c:v>
                </c:pt>
                <c:pt idx="4937">
                  <c:v>84.182974</c:v>
                </c:pt>
                <c:pt idx="4938">
                  <c:v>83.999015</c:v>
                </c:pt>
                <c:pt idx="4939">
                  <c:v>83.815520</c:v>
                </c:pt>
                <c:pt idx="4940">
                  <c:v>83.632488</c:v>
                </c:pt>
                <c:pt idx="4941">
                  <c:v>83.449916</c:v>
                </c:pt>
                <c:pt idx="4942">
                  <c:v>83.267805</c:v>
                </c:pt>
                <c:pt idx="4943">
                  <c:v>83.086153</c:v>
                </c:pt>
                <c:pt idx="4944">
                  <c:v>82.904958</c:v>
                </c:pt>
                <c:pt idx="4945">
                  <c:v>82.724219</c:v>
                </c:pt>
                <c:pt idx="4946">
                  <c:v>82.543936</c:v>
                </c:pt>
                <c:pt idx="4947">
                  <c:v>82.364107</c:v>
                </c:pt>
                <c:pt idx="4948">
                  <c:v>82.184731</c:v>
                </c:pt>
                <c:pt idx="4949">
                  <c:v>82.005806</c:v>
                </c:pt>
                <c:pt idx="4950">
                  <c:v>81.827332</c:v>
                </c:pt>
                <c:pt idx="4951">
                  <c:v>81.649307</c:v>
                </c:pt>
                <c:pt idx="4952">
                  <c:v>81.471730</c:v>
                </c:pt>
                <c:pt idx="4953">
                  <c:v>81.294600</c:v>
                </c:pt>
                <c:pt idx="4954">
                  <c:v>81.117915</c:v>
                </c:pt>
                <c:pt idx="4955">
                  <c:v>80.941675</c:v>
                </c:pt>
                <c:pt idx="4956">
                  <c:v>80.765878</c:v>
                </c:pt>
                <c:pt idx="4957">
                  <c:v>80.590523</c:v>
                </c:pt>
                <c:pt idx="4958">
                  <c:v>80.415609</c:v>
                </c:pt>
                <c:pt idx="4959">
                  <c:v>80.241135</c:v>
                </c:pt>
                <c:pt idx="4960">
                  <c:v>80.067100</c:v>
                </c:pt>
                <c:pt idx="4961">
                  <c:v>79.893502</c:v>
                </c:pt>
                <c:pt idx="4962">
                  <c:v>79.720340</c:v>
                </c:pt>
                <c:pt idx="4963">
                  <c:v>79.547613</c:v>
                </c:pt>
                <c:pt idx="4964">
                  <c:v>79.375320</c:v>
                </c:pt>
                <c:pt idx="4965">
                  <c:v>79.203460</c:v>
                </c:pt>
                <c:pt idx="4966">
                  <c:v>79.032032</c:v>
                </c:pt>
                <c:pt idx="4967">
                  <c:v>78.861034</c:v>
                </c:pt>
                <c:pt idx="4968">
                  <c:v>78.690465</c:v>
                </c:pt>
                <c:pt idx="4969">
                  <c:v>78.520325</c:v>
                </c:pt>
                <c:pt idx="4970">
                  <c:v>78.350611</c:v>
                </c:pt>
                <c:pt idx="4971">
                  <c:v>78.181324</c:v>
                </c:pt>
                <c:pt idx="4972">
                  <c:v>78.012461</c:v>
                </c:pt>
                <c:pt idx="4973">
                  <c:v>77.844022</c:v>
                </c:pt>
                <c:pt idx="4974">
                  <c:v>77.676005</c:v>
                </c:pt>
                <c:pt idx="4975">
                  <c:v>77.508410</c:v>
                </c:pt>
                <c:pt idx="4976">
                  <c:v>77.341235</c:v>
                </c:pt>
                <c:pt idx="4977">
                  <c:v>77.174479</c:v>
                </c:pt>
                <c:pt idx="4978">
                  <c:v>77.008141</c:v>
                </c:pt>
                <c:pt idx="4979">
                  <c:v>76.842220</c:v>
                </c:pt>
                <c:pt idx="4980">
                  <c:v>76.676715</c:v>
                </c:pt>
                <c:pt idx="4981">
                  <c:v>76.511624</c:v>
                </c:pt>
                <c:pt idx="4982">
                  <c:v>76.346947</c:v>
                </c:pt>
                <c:pt idx="4983">
                  <c:v>76.182683</c:v>
                </c:pt>
                <c:pt idx="4984">
                  <c:v>76.018829</c:v>
                </c:pt>
                <c:pt idx="4985">
                  <c:v>75.855386</c:v>
                </c:pt>
                <c:pt idx="4986">
                  <c:v>75.692353</c:v>
                </c:pt>
                <c:pt idx="4987">
                  <c:v>75.529727</c:v>
                </c:pt>
                <c:pt idx="4988">
                  <c:v>75.367508</c:v>
                </c:pt>
                <c:pt idx="4989">
                  <c:v>75.205695</c:v>
                </c:pt>
                <c:pt idx="4990">
                  <c:v>75.044287</c:v>
                </c:pt>
                <c:pt idx="4991">
                  <c:v>74.883282</c:v>
                </c:pt>
                <c:pt idx="4992">
                  <c:v>74.722681</c:v>
                </c:pt>
                <c:pt idx="4993">
                  <c:v>74.562480</c:v>
                </c:pt>
                <c:pt idx="4994">
                  <c:v>74.402680</c:v>
                </c:pt>
                <c:pt idx="4995">
                  <c:v>74.243280</c:v>
                </c:pt>
                <c:pt idx="4996">
                  <c:v>74.084278</c:v>
                </c:pt>
                <c:pt idx="4997">
                  <c:v>73.925673</c:v>
                </c:pt>
                <c:pt idx="4998">
                  <c:v>73.767464</c:v>
                </c:pt>
                <c:pt idx="4999">
                  <c:v>73.609651</c:v>
                </c:pt>
                <c:pt idx="5000">
                  <c:v>73.452231</c:v>
                </c:pt>
                <c:pt idx="5001">
                  <c:v>73.295205</c:v>
                </c:pt>
                <c:pt idx="5002">
                  <c:v>73.138570</c:v>
                </c:pt>
                <c:pt idx="5003">
                  <c:v>72.982327</c:v>
                </c:pt>
                <c:pt idx="5004">
                  <c:v>72.826473</c:v>
                </c:pt>
                <c:pt idx="5005">
                  <c:v>72.671008</c:v>
                </c:pt>
                <c:pt idx="5006">
                  <c:v>72.515931</c:v>
                </c:pt>
                <c:pt idx="5007">
                  <c:v>72.361241</c:v>
                </c:pt>
                <c:pt idx="5008">
                  <c:v>72.206936</c:v>
                </c:pt>
                <c:pt idx="5009">
                  <c:v>72.053016</c:v>
                </c:pt>
                <c:pt idx="5010">
                  <c:v>71.899480</c:v>
                </c:pt>
                <c:pt idx="5011">
                  <c:v>71.746326</c:v>
                </c:pt>
                <c:pt idx="5012">
                  <c:v>71.593554</c:v>
                </c:pt>
                <c:pt idx="5013">
                  <c:v>71.441162</c:v>
                </c:pt>
                <c:pt idx="5014">
                  <c:v>71.289150</c:v>
                </c:pt>
                <c:pt idx="5015">
                  <c:v>71.137516</c:v>
                </c:pt>
                <c:pt idx="5016">
                  <c:v>70.986260</c:v>
                </c:pt>
                <c:pt idx="5017">
                  <c:v>70.835380</c:v>
                </c:pt>
                <c:pt idx="5018">
                  <c:v>70.684876</c:v>
                </c:pt>
                <c:pt idx="5019">
                  <c:v>70.534746</c:v>
                </c:pt>
                <c:pt idx="5020">
                  <c:v>70.384990</c:v>
                </c:pt>
                <c:pt idx="5021">
                  <c:v>70.235606</c:v>
                </c:pt>
                <c:pt idx="5022">
                  <c:v>70.086593</c:v>
                </c:pt>
                <c:pt idx="5023">
                  <c:v>69.937951</c:v>
                </c:pt>
                <c:pt idx="5024">
                  <c:v>69.789679</c:v>
                </c:pt>
                <c:pt idx="5025">
                  <c:v>69.641775</c:v>
                </c:pt>
                <c:pt idx="5026">
                  <c:v>69.494238</c:v>
                </c:pt>
                <c:pt idx="5027">
                  <c:v>69.347068</c:v>
                </c:pt>
                <c:pt idx="5028">
                  <c:v>69.200263</c:v>
                </c:pt>
                <c:pt idx="5029">
                  <c:v>69.053823</c:v>
                </c:pt>
                <c:pt idx="5030">
                  <c:v>68.907746</c:v>
                </c:pt>
                <c:pt idx="5031">
                  <c:v>68.762032</c:v>
                </c:pt>
                <c:pt idx="5032">
                  <c:v>68.616680</c:v>
                </c:pt>
                <c:pt idx="5033">
                  <c:v>68.471688</c:v>
                </c:pt>
                <c:pt idx="5034">
                  <c:v>68.327056</c:v>
                </c:pt>
                <c:pt idx="5035">
                  <c:v>68.182782</c:v>
                </c:pt>
                <c:pt idx="5036">
                  <c:v>68.038866</c:v>
                </c:pt>
                <c:pt idx="5037">
                  <c:v>67.895307</c:v>
                </c:pt>
                <c:pt idx="5038">
                  <c:v>67.752103</c:v>
                </c:pt>
                <c:pt idx="5039">
                  <c:v>67.609255</c:v>
                </c:pt>
                <c:pt idx="5040">
                  <c:v>67.466760</c:v>
                </c:pt>
                <c:pt idx="5041">
                  <c:v>67.324618</c:v>
                </c:pt>
                <c:pt idx="5042">
                  <c:v>67.182828</c:v>
                </c:pt>
                <c:pt idx="5043">
                  <c:v>67.041389</c:v>
                </c:pt>
                <c:pt idx="5044">
                  <c:v>66.900301</c:v>
                </c:pt>
                <c:pt idx="5045">
                  <c:v>66.759561</c:v>
                </c:pt>
                <c:pt idx="5046">
                  <c:v>66.619169</c:v>
                </c:pt>
                <c:pt idx="5047">
                  <c:v>66.479125</c:v>
                </c:pt>
                <c:pt idx="5048">
                  <c:v>66.339427</c:v>
                </c:pt>
                <c:pt idx="5049">
                  <c:v>66.200075</c:v>
                </c:pt>
                <c:pt idx="5050">
                  <c:v>66.061067</c:v>
                </c:pt>
                <c:pt idx="5051">
                  <c:v>65.922402</c:v>
                </c:pt>
                <c:pt idx="5052">
                  <c:v>65.784080</c:v>
                </c:pt>
                <c:pt idx="5053">
                  <c:v>65.646100</c:v>
                </c:pt>
                <c:pt idx="5054">
                  <c:v>65.508460</c:v>
                </c:pt>
                <c:pt idx="5055">
                  <c:v>65.371161</c:v>
                </c:pt>
                <c:pt idx="5056">
                  <c:v>65.234200</c:v>
                </c:pt>
                <c:pt idx="5057">
                  <c:v>65.097577</c:v>
                </c:pt>
                <c:pt idx="5058">
                  <c:v>64.961291</c:v>
                </c:pt>
                <c:pt idx="5059">
                  <c:v>64.825342</c:v>
                </c:pt>
                <c:pt idx="5060">
                  <c:v>64.689728</c:v>
                </c:pt>
                <c:pt idx="5061">
                  <c:v>64.554448</c:v>
                </c:pt>
                <c:pt idx="5062">
                  <c:v>64.419501</c:v>
                </c:pt>
                <c:pt idx="5063">
                  <c:v>64.284888</c:v>
                </c:pt>
                <c:pt idx="5064">
                  <c:v>64.150605</c:v>
                </c:pt>
                <c:pt idx="5065">
                  <c:v>64.016654</c:v>
                </c:pt>
                <c:pt idx="5066">
                  <c:v>63.883033</c:v>
                </c:pt>
                <c:pt idx="5067">
                  <c:v>63.749740</c:v>
                </c:pt>
                <c:pt idx="5068">
                  <c:v>63.616776</c:v>
                </c:pt>
                <c:pt idx="5069">
                  <c:v>63.484139</c:v>
                </c:pt>
                <c:pt idx="5070">
                  <c:v>63.351828</c:v>
                </c:pt>
                <c:pt idx="5071">
                  <c:v>63.219843</c:v>
                </c:pt>
                <c:pt idx="5072">
                  <c:v>63.088183</c:v>
                </c:pt>
                <c:pt idx="5073">
                  <c:v>62.956846</c:v>
                </c:pt>
                <c:pt idx="5074">
                  <c:v>62.825832</c:v>
                </c:pt>
                <c:pt idx="5075">
                  <c:v>62.695140</c:v>
                </c:pt>
                <c:pt idx="5076">
                  <c:v>62.564769</c:v>
                </c:pt>
                <c:pt idx="5077">
                  <c:v>62.434718</c:v>
                </c:pt>
                <c:pt idx="5078">
                  <c:v>62.304987</c:v>
                </c:pt>
                <c:pt idx="5079">
                  <c:v>62.175574</c:v>
                </c:pt>
                <c:pt idx="5080">
                  <c:v>62.046479</c:v>
                </c:pt>
                <c:pt idx="5081">
                  <c:v>61.917701</c:v>
                </c:pt>
                <c:pt idx="5082">
                  <c:v>61.789239</c:v>
                </c:pt>
                <c:pt idx="5083">
                  <c:v>61.661091</c:v>
                </c:pt>
                <c:pt idx="5084">
                  <c:v>61.533259</c:v>
                </c:pt>
                <c:pt idx="5085">
                  <c:v>61.405739</c:v>
                </c:pt>
                <c:pt idx="5086">
                  <c:v>61.278532</c:v>
                </c:pt>
                <c:pt idx="5087">
                  <c:v>61.151637</c:v>
                </c:pt>
                <c:pt idx="5088">
                  <c:v>61.025053</c:v>
                </c:pt>
                <c:pt idx="5089">
                  <c:v>60.898778</c:v>
                </c:pt>
                <c:pt idx="5090">
                  <c:v>60.772813</c:v>
                </c:pt>
                <c:pt idx="5091">
                  <c:v>60.647157</c:v>
                </c:pt>
                <c:pt idx="5092">
                  <c:v>60.521807</c:v>
                </c:pt>
                <c:pt idx="5093">
                  <c:v>60.396765</c:v>
                </c:pt>
                <c:pt idx="5094">
                  <c:v>60.272029</c:v>
                </c:pt>
                <c:pt idx="5095">
                  <c:v>60.147597</c:v>
                </c:pt>
                <c:pt idx="5096">
                  <c:v>60.023470</c:v>
                </c:pt>
                <c:pt idx="5097">
                  <c:v>59.899646</c:v>
                </c:pt>
                <c:pt idx="5098">
                  <c:v>59.776125</c:v>
                </c:pt>
                <c:pt idx="5099">
                  <c:v>59.652906</c:v>
                </c:pt>
                <c:pt idx="5100">
                  <c:v>59.529987</c:v>
                </c:pt>
                <c:pt idx="5101">
                  <c:v>59.407369</c:v>
                </c:pt>
                <c:pt idx="5102">
                  <c:v>59.285050</c:v>
                </c:pt>
                <c:pt idx="5103">
                  <c:v>59.163030</c:v>
                </c:pt>
                <c:pt idx="5104">
                  <c:v>59.041308</c:v>
                </c:pt>
                <c:pt idx="5105">
                  <c:v>58.919882</c:v>
                </c:pt>
                <c:pt idx="5106">
                  <c:v>58.798753</c:v>
                </c:pt>
                <c:pt idx="5107">
                  <c:v>58.677919</c:v>
                </c:pt>
                <c:pt idx="5108">
                  <c:v>58.557379</c:v>
                </c:pt>
                <c:pt idx="5109">
                  <c:v>58.437133</c:v>
                </c:pt>
                <c:pt idx="5110">
                  <c:v>58.317181</c:v>
                </c:pt>
                <c:pt idx="5111">
                  <c:v>58.197520</c:v>
                </c:pt>
                <c:pt idx="5112">
                  <c:v>58.078151</c:v>
                </c:pt>
                <c:pt idx="5113">
                  <c:v>57.959072</c:v>
                </c:pt>
                <c:pt idx="5114">
                  <c:v>57.840284</c:v>
                </c:pt>
                <c:pt idx="5115">
                  <c:v>57.721784</c:v>
                </c:pt>
                <c:pt idx="5116">
                  <c:v>57.603573</c:v>
                </c:pt>
                <c:pt idx="5117">
                  <c:v>57.485649</c:v>
                </c:pt>
                <c:pt idx="5118">
                  <c:v>57.368012</c:v>
                </c:pt>
                <c:pt idx="5119">
                  <c:v>57.250661</c:v>
                </c:pt>
                <c:pt idx="5120">
                  <c:v>57.133595</c:v>
                </c:pt>
                <c:pt idx="5121">
                  <c:v>57.016813</c:v>
                </c:pt>
                <c:pt idx="5122">
                  <c:v>56.900315</c:v>
                </c:pt>
                <c:pt idx="5123">
                  <c:v>56.784100</c:v>
                </c:pt>
                <c:pt idx="5124">
                  <c:v>56.668167</c:v>
                </c:pt>
                <c:pt idx="5125">
                  <c:v>56.552516</c:v>
                </c:pt>
                <c:pt idx="5126">
                  <c:v>56.437145</c:v>
                </c:pt>
                <c:pt idx="5127">
                  <c:v>56.322054</c:v>
                </c:pt>
                <c:pt idx="5128">
                  <c:v>56.207242</c:v>
                </c:pt>
                <c:pt idx="5129">
                  <c:v>56.092708</c:v>
                </c:pt>
                <c:pt idx="5130">
                  <c:v>55.978452</c:v>
                </c:pt>
                <c:pt idx="5131">
                  <c:v>55.864473</c:v>
                </c:pt>
                <c:pt idx="5132">
                  <c:v>55.750770</c:v>
                </c:pt>
                <c:pt idx="5133">
                  <c:v>55.637342</c:v>
                </c:pt>
                <c:pt idx="5134">
                  <c:v>55.524189</c:v>
                </c:pt>
                <c:pt idx="5135">
                  <c:v>55.411310</c:v>
                </c:pt>
                <c:pt idx="5136">
                  <c:v>55.298704</c:v>
                </c:pt>
                <c:pt idx="5137">
                  <c:v>55.186370</c:v>
                </c:pt>
                <c:pt idx="5138">
                  <c:v>55.074308</c:v>
                </c:pt>
                <c:pt idx="5139">
                  <c:v>54.962518</c:v>
                </c:pt>
                <c:pt idx="5140">
                  <c:v>54.850997</c:v>
                </c:pt>
                <c:pt idx="5141">
                  <c:v>54.739746</c:v>
                </c:pt>
                <c:pt idx="5142">
                  <c:v>54.628763</c:v>
                </c:pt>
                <c:pt idx="5143">
                  <c:v>54.518049</c:v>
                </c:pt>
                <c:pt idx="5144">
                  <c:v>54.407602</c:v>
                </c:pt>
                <c:pt idx="5145">
                  <c:v>54.297422</c:v>
                </c:pt>
                <c:pt idx="5146">
                  <c:v>54.187507</c:v>
                </c:pt>
                <c:pt idx="5147">
                  <c:v>54.077858</c:v>
                </c:pt>
                <c:pt idx="5148">
                  <c:v>53.968473</c:v>
                </c:pt>
                <c:pt idx="5149">
                  <c:v>53.859352</c:v>
                </c:pt>
                <c:pt idx="5150">
                  <c:v>53.750494</c:v>
                </c:pt>
                <c:pt idx="5151">
                  <c:v>53.641898</c:v>
                </c:pt>
                <c:pt idx="5152">
                  <c:v>53.533564</c:v>
                </c:pt>
                <c:pt idx="5153">
                  <c:v>53.425491</c:v>
                </c:pt>
                <c:pt idx="5154">
                  <c:v>53.317679</c:v>
                </c:pt>
                <c:pt idx="5155">
                  <c:v>53.210125</c:v>
                </c:pt>
                <c:pt idx="5156">
                  <c:v>53.102831</c:v>
                </c:pt>
                <c:pt idx="5157">
                  <c:v>52.995795</c:v>
                </c:pt>
                <c:pt idx="5158">
                  <c:v>52.889016</c:v>
                </c:pt>
                <c:pt idx="5159">
                  <c:v>52.782494</c:v>
                </c:pt>
                <c:pt idx="5160">
                  <c:v>52.676228</c:v>
                </c:pt>
                <c:pt idx="5161">
                  <c:v>52.570218</c:v>
                </c:pt>
                <c:pt idx="5162">
                  <c:v>52.464462</c:v>
                </c:pt>
                <c:pt idx="5163">
                  <c:v>52.358960</c:v>
                </c:pt>
                <c:pt idx="5164">
                  <c:v>52.253712</c:v>
                </c:pt>
                <c:pt idx="5165">
                  <c:v>52.148716</c:v>
                </c:pt>
                <c:pt idx="5166">
                  <c:v>52.043972</c:v>
                </c:pt>
                <c:pt idx="5167">
                  <c:v>51.939480</c:v>
                </c:pt>
                <c:pt idx="5168">
                  <c:v>51.835238</c:v>
                </c:pt>
                <c:pt idx="5169">
                  <c:v>51.731246</c:v>
                </c:pt>
                <c:pt idx="5170">
                  <c:v>51.627504</c:v>
                </c:pt>
                <c:pt idx="5171">
                  <c:v>51.524010</c:v>
                </c:pt>
                <c:pt idx="5172">
                  <c:v>51.420764</c:v>
                </c:pt>
                <c:pt idx="5173">
                  <c:v>51.317765</c:v>
                </c:pt>
                <c:pt idx="5174">
                  <c:v>51.215013</c:v>
                </c:pt>
                <c:pt idx="5175">
                  <c:v>51.112507</c:v>
                </c:pt>
                <c:pt idx="5176">
                  <c:v>51.010246</c:v>
                </c:pt>
                <c:pt idx="5177">
                  <c:v>50.908230</c:v>
                </c:pt>
                <c:pt idx="5178">
                  <c:v>50.806458</c:v>
                </c:pt>
                <c:pt idx="5179">
                  <c:v>50.704930</c:v>
                </c:pt>
                <c:pt idx="5180">
                  <c:v>50.603644</c:v>
                </c:pt>
                <c:pt idx="5181">
                  <c:v>50.502600</c:v>
                </c:pt>
                <c:pt idx="5182">
                  <c:v>50.401797</c:v>
                </c:pt>
                <c:pt idx="5183">
                  <c:v>50.301236</c:v>
                </c:pt>
                <c:pt idx="5184">
                  <c:v>50.200914</c:v>
                </c:pt>
                <c:pt idx="5185">
                  <c:v>50.100832</c:v>
                </c:pt>
                <c:pt idx="5186">
                  <c:v>50.000989</c:v>
                </c:pt>
                <c:pt idx="5187">
                  <c:v>49.901384</c:v>
                </c:pt>
                <c:pt idx="5188">
                  <c:v>49.802016</c:v>
                </c:pt>
                <c:pt idx="5189">
                  <c:v>49.702885</c:v>
                </c:pt>
                <c:pt idx="5190">
                  <c:v>49.603991</c:v>
                </c:pt>
                <c:pt idx="5191">
                  <c:v>49.505332</c:v>
                </c:pt>
                <c:pt idx="5192">
                  <c:v>49.406909</c:v>
                </c:pt>
                <c:pt idx="5193">
                  <c:v>49.308720</c:v>
                </c:pt>
                <c:pt idx="5194">
                  <c:v>49.210764</c:v>
                </c:pt>
                <c:pt idx="5195">
                  <c:v>49.113042</c:v>
                </c:pt>
                <c:pt idx="5196">
                  <c:v>49.015552</c:v>
                </c:pt>
                <c:pt idx="5197">
                  <c:v>48.918294</c:v>
                </c:pt>
                <c:pt idx="5198">
                  <c:v>48.821267</c:v>
                </c:pt>
                <c:pt idx="5199">
                  <c:v>48.724472</c:v>
                </c:pt>
                <c:pt idx="5200">
                  <c:v>48.627906</c:v>
                </c:pt>
                <c:pt idx="5201">
                  <c:v>48.531569</c:v>
                </c:pt>
                <c:pt idx="5202">
                  <c:v>48.435462</c:v>
                </c:pt>
                <c:pt idx="5203">
                  <c:v>48.339582</c:v>
                </c:pt>
                <c:pt idx="5204">
                  <c:v>48.243930</c:v>
                </c:pt>
                <c:pt idx="5205">
                  <c:v>48.148506</c:v>
                </c:pt>
                <c:pt idx="5206">
                  <c:v>48.053307</c:v>
                </c:pt>
                <c:pt idx="5207">
                  <c:v>47.958335</c:v>
                </c:pt>
                <c:pt idx="5208">
                  <c:v>47.863587</c:v>
                </c:pt>
                <c:pt idx="5209">
                  <c:v>47.769064</c:v>
                </c:pt>
                <c:pt idx="5210">
                  <c:v>47.674766</c:v>
                </c:pt>
                <c:pt idx="5211">
                  <c:v>47.580690</c:v>
                </c:pt>
                <c:pt idx="5212">
                  <c:v>47.486838</c:v>
                </c:pt>
                <c:pt idx="5213">
                  <c:v>47.393207</c:v>
                </c:pt>
                <c:pt idx="5214">
                  <c:v>47.299798</c:v>
                </c:pt>
                <c:pt idx="5215">
                  <c:v>47.206610</c:v>
                </c:pt>
                <c:pt idx="5216">
                  <c:v>47.113643</c:v>
                </c:pt>
                <c:pt idx="5217">
                  <c:v>47.020896</c:v>
                </c:pt>
                <c:pt idx="5218">
                  <c:v>46.928367</c:v>
                </c:pt>
                <c:pt idx="5219">
                  <c:v>46.836058</c:v>
                </c:pt>
                <c:pt idx="5220">
                  <c:v>46.743966</c:v>
                </c:pt>
                <c:pt idx="5221">
                  <c:v>46.652092</c:v>
                </c:pt>
                <c:pt idx="5222">
                  <c:v>46.560435</c:v>
                </c:pt>
                <c:pt idx="5223">
                  <c:v>46.468994</c:v>
                </c:pt>
                <c:pt idx="5224">
                  <c:v>46.377769</c:v>
                </c:pt>
                <c:pt idx="5225">
                  <c:v>46.286760</c:v>
                </c:pt>
                <c:pt idx="5226">
                  <c:v>46.195965</c:v>
                </c:pt>
                <c:pt idx="5227">
                  <c:v>46.105384</c:v>
                </c:pt>
                <c:pt idx="5228">
                  <c:v>46.015016</c:v>
                </c:pt>
                <c:pt idx="5229">
                  <c:v>45.924862</c:v>
                </c:pt>
                <c:pt idx="5230">
                  <c:v>45.834919</c:v>
                </c:pt>
                <c:pt idx="5231">
                  <c:v>45.745189</c:v>
                </c:pt>
                <c:pt idx="5232">
                  <c:v>45.655670</c:v>
                </c:pt>
                <c:pt idx="5233">
                  <c:v>45.566361</c:v>
                </c:pt>
                <c:pt idx="5234">
                  <c:v>45.477263</c:v>
                </c:pt>
                <c:pt idx="5235">
                  <c:v>45.388374</c:v>
                </c:pt>
                <c:pt idx="5236">
                  <c:v>45.299694</c:v>
                </c:pt>
                <c:pt idx="5237">
                  <c:v>45.211223</c:v>
                </c:pt>
                <c:pt idx="5238">
                  <c:v>45.122959</c:v>
                </c:pt>
                <c:pt idx="5239">
                  <c:v>45.034903</c:v>
                </c:pt>
                <c:pt idx="5240">
                  <c:v>44.947054</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noMultiLvlLbl val="1"/>
      </c:catAx>
      <c:valAx>
        <c:axId val="2094734553"/>
        <c:scaling>
          <c:orientation val="minMax"/>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autoZero"/>
        <c:crossBetween val="between"/>
        <c:majorUnit val="600"/>
        <c:minorUnit val="300"/>
      </c:valAx>
      <c:spPr>
        <a:noFill/>
        <a:ln w="12700" cap="flat">
          <a:noFill/>
          <a:miter lim="400000"/>
        </a:ln>
        <a:effectLst/>
      </c:spPr>
    </c:plotArea>
    <c:legend>
      <c:legendPos val="b"/>
      <c:layout>
        <c:manualLayout>
          <c:xMode val="edge"/>
          <c:yMode val="edge"/>
          <c:x val="0.344983"/>
          <c:y val="0.935731"/>
          <c:w val="0.318576"/>
          <c:h val="0.0642686"/>
        </c:manualLayout>
      </c:layout>
      <c:overlay val="1"/>
      <c:spPr>
        <a:noFill/>
        <a:ln w="12700" cap="flat">
          <a:noFill/>
          <a:miter lim="400000"/>
        </a:ln>
        <a:effectLst/>
      </c:spPr>
      <c:txPr>
        <a:bodyPr rot="0"/>
        <a:lstStyle/>
        <a:p>
          <a:pPr>
            <a:defRPr b="0" i="0" strike="noStrike" sz="900" u="none">
              <a:solidFill>
                <a:srgbClr val="595959"/>
              </a:solidFill>
              <a:latin typeface="Helvetica Neue"/>
            </a:defRPr>
          </a:pPr>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51742"/>
          <c:y val="0.0791944"/>
          <c:w val="0.814157"/>
          <c:h val="0.801535"/>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Sheet1!$B$1:$DCT$1</c:f>
              <c:strCache>
                <c:ptCount val="280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strCache>
            </c:strRef>
          </c:cat>
          <c:val>
            <c:numRef>
              <c:f>Sheet1!$B$2:$DCT$2</c:f>
              <c:numCache>
                <c:ptCount val="2801"/>
                <c:pt idx="0">
                  <c:v>1.449303</c:v>
                </c:pt>
                <c:pt idx="1">
                  <c:v>1.464559</c:v>
                </c:pt>
                <c:pt idx="2">
                  <c:v>1.479840</c:v>
                </c:pt>
                <c:pt idx="3">
                  <c:v>1.495144</c:v>
                </c:pt>
                <c:pt idx="4">
                  <c:v>1.510472</c:v>
                </c:pt>
                <c:pt idx="5">
                  <c:v>1.525824</c:v>
                </c:pt>
                <c:pt idx="6">
                  <c:v>1.541200</c:v>
                </c:pt>
                <c:pt idx="7">
                  <c:v>1.556599</c:v>
                </c:pt>
                <c:pt idx="8">
                  <c:v>1.572022</c:v>
                </c:pt>
                <c:pt idx="9">
                  <c:v>1.587469</c:v>
                </c:pt>
                <c:pt idx="10">
                  <c:v>1.602939</c:v>
                </c:pt>
                <c:pt idx="11">
                  <c:v>1.618432</c:v>
                </c:pt>
                <c:pt idx="12">
                  <c:v>1.633948</c:v>
                </c:pt>
                <c:pt idx="13">
                  <c:v>1.649488</c:v>
                </c:pt>
                <c:pt idx="14">
                  <c:v>1.665051</c:v>
                </c:pt>
                <c:pt idx="15">
                  <c:v>1.680637</c:v>
                </c:pt>
                <c:pt idx="16">
                  <c:v>1.696246</c:v>
                </c:pt>
                <c:pt idx="17">
                  <c:v>1.711877</c:v>
                </c:pt>
                <c:pt idx="18">
                  <c:v>1.727532</c:v>
                </c:pt>
                <c:pt idx="19">
                  <c:v>1.743209</c:v>
                </c:pt>
                <c:pt idx="20">
                  <c:v>1.758908</c:v>
                </c:pt>
                <c:pt idx="21">
                  <c:v>1.774631</c:v>
                </c:pt>
                <c:pt idx="22">
                  <c:v>1.790375</c:v>
                </c:pt>
                <c:pt idx="23">
                  <c:v>1.806142</c:v>
                </c:pt>
                <c:pt idx="24">
                  <c:v>1.821931</c:v>
                </c:pt>
                <c:pt idx="25">
                  <c:v>1.837743</c:v>
                </c:pt>
                <c:pt idx="26">
                  <c:v>1.853576</c:v>
                </c:pt>
                <c:pt idx="27">
                  <c:v>1.869431</c:v>
                </c:pt>
                <c:pt idx="28">
                  <c:v>1.885308</c:v>
                </c:pt>
                <c:pt idx="29">
                  <c:v>1.901207</c:v>
                </c:pt>
                <c:pt idx="30">
                  <c:v>1.917128</c:v>
                </c:pt>
                <c:pt idx="31">
                  <c:v>1.933070</c:v>
                </c:pt>
                <c:pt idx="32">
                  <c:v>1.949033</c:v>
                </c:pt>
                <c:pt idx="33">
                  <c:v>1.965018</c:v>
                </c:pt>
                <c:pt idx="34">
                  <c:v>1.981024</c:v>
                </c:pt>
                <c:pt idx="35">
                  <c:v>1.997051</c:v>
                </c:pt>
                <c:pt idx="36">
                  <c:v>2.013100</c:v>
                </c:pt>
                <c:pt idx="37">
                  <c:v>2.029169</c:v>
                </c:pt>
                <c:pt idx="38">
                  <c:v>2.045259</c:v>
                </c:pt>
                <c:pt idx="39">
                  <c:v>2.061369</c:v>
                </c:pt>
                <c:pt idx="40">
                  <c:v>2.077501</c:v>
                </c:pt>
                <c:pt idx="41">
                  <c:v>2.093652</c:v>
                </c:pt>
                <c:pt idx="42">
                  <c:v>2.109824</c:v>
                </c:pt>
                <c:pt idx="43">
                  <c:v>2.126017</c:v>
                </c:pt>
                <c:pt idx="44">
                  <c:v>2.142229</c:v>
                </c:pt>
                <c:pt idx="45">
                  <c:v>2.158462</c:v>
                </c:pt>
                <c:pt idx="46">
                  <c:v>2.174714</c:v>
                </c:pt>
                <c:pt idx="47">
                  <c:v>2.190986</c:v>
                </c:pt>
                <c:pt idx="48">
                  <c:v>2.207278</c:v>
                </c:pt>
                <c:pt idx="49">
                  <c:v>2.223589</c:v>
                </c:pt>
                <c:pt idx="50">
                  <c:v>2.239920</c:v>
                </c:pt>
                <c:pt idx="51">
                  <c:v>2.256270</c:v>
                </c:pt>
                <c:pt idx="52">
                  <c:v>2.272639</c:v>
                </c:pt>
                <c:pt idx="53">
                  <c:v>2.289027</c:v>
                </c:pt>
                <c:pt idx="54">
                  <c:v>2.305434</c:v>
                </c:pt>
                <c:pt idx="55">
                  <c:v>2.321860</c:v>
                </c:pt>
                <c:pt idx="56">
                  <c:v>2.338304</c:v>
                </c:pt>
                <c:pt idx="57">
                  <c:v>2.354767</c:v>
                </c:pt>
                <c:pt idx="58">
                  <c:v>2.371249</c:v>
                </c:pt>
                <c:pt idx="59">
                  <c:v>2.387748</c:v>
                </c:pt>
                <c:pt idx="60">
                  <c:v>2.404266</c:v>
                </c:pt>
                <c:pt idx="61">
                  <c:v>2.420801</c:v>
                </c:pt>
                <c:pt idx="62">
                  <c:v>2.437355</c:v>
                </c:pt>
                <c:pt idx="63">
                  <c:v>2.453926</c:v>
                </c:pt>
                <c:pt idx="64">
                  <c:v>2.470514</c:v>
                </c:pt>
                <c:pt idx="65">
                  <c:v>2.487120</c:v>
                </c:pt>
                <c:pt idx="66">
                  <c:v>2.503743</c:v>
                </c:pt>
                <c:pt idx="67">
                  <c:v>2.520383</c:v>
                </c:pt>
                <c:pt idx="68">
                  <c:v>2.537041</c:v>
                </c:pt>
                <c:pt idx="69">
                  <c:v>2.553714</c:v>
                </c:pt>
                <c:pt idx="70">
                  <c:v>2.570405</c:v>
                </c:pt>
                <c:pt idx="71">
                  <c:v>2.587112</c:v>
                </c:pt>
                <c:pt idx="72">
                  <c:v>2.603835</c:v>
                </c:pt>
                <c:pt idx="73">
                  <c:v>2.620575</c:v>
                </c:pt>
                <c:pt idx="74">
                  <c:v>2.637330</c:v>
                </c:pt>
                <c:pt idx="75">
                  <c:v>2.654102</c:v>
                </c:pt>
                <c:pt idx="76">
                  <c:v>2.670888</c:v>
                </c:pt>
                <c:pt idx="77">
                  <c:v>2.687691</c:v>
                </c:pt>
                <c:pt idx="78">
                  <c:v>2.704509</c:v>
                </c:pt>
                <c:pt idx="79">
                  <c:v>2.721342</c:v>
                </c:pt>
                <c:pt idx="80">
                  <c:v>2.738190</c:v>
                </c:pt>
                <c:pt idx="81">
                  <c:v>2.755053</c:v>
                </c:pt>
                <c:pt idx="82">
                  <c:v>2.771930</c:v>
                </c:pt>
                <c:pt idx="83">
                  <c:v>2.788822</c:v>
                </c:pt>
                <c:pt idx="84">
                  <c:v>2.805728</c:v>
                </c:pt>
                <c:pt idx="85">
                  <c:v>2.822649</c:v>
                </c:pt>
                <c:pt idx="86">
                  <c:v>2.839583</c:v>
                </c:pt>
                <c:pt idx="87">
                  <c:v>2.856531</c:v>
                </c:pt>
                <c:pt idx="88">
                  <c:v>2.873493</c:v>
                </c:pt>
                <c:pt idx="89">
                  <c:v>2.890468</c:v>
                </c:pt>
                <c:pt idx="90">
                  <c:v>2.907457</c:v>
                </c:pt>
                <c:pt idx="91">
                  <c:v>2.924458</c:v>
                </c:pt>
                <c:pt idx="92">
                  <c:v>2.941473</c:v>
                </c:pt>
                <c:pt idx="93">
                  <c:v>2.958500</c:v>
                </c:pt>
                <c:pt idx="94">
                  <c:v>2.975539</c:v>
                </c:pt>
                <c:pt idx="95">
                  <c:v>2.992591</c:v>
                </c:pt>
                <c:pt idx="96">
                  <c:v>3.009655</c:v>
                </c:pt>
                <c:pt idx="97">
                  <c:v>3.026731</c:v>
                </c:pt>
                <c:pt idx="98">
                  <c:v>3.043818</c:v>
                </c:pt>
                <c:pt idx="99">
                  <c:v>3.060917</c:v>
                </c:pt>
                <c:pt idx="100">
                  <c:v>3.078027</c:v>
                </c:pt>
                <c:pt idx="101">
                  <c:v>3.095148</c:v>
                </c:pt>
                <c:pt idx="102">
                  <c:v>3.112280</c:v>
                </c:pt>
                <c:pt idx="103">
                  <c:v>3.129423</c:v>
                </c:pt>
                <c:pt idx="104">
                  <c:v>3.146576</c:v>
                </c:pt>
                <c:pt idx="105">
                  <c:v>3.163740</c:v>
                </c:pt>
                <c:pt idx="106">
                  <c:v>3.180913</c:v>
                </c:pt>
                <c:pt idx="107">
                  <c:v>3.198096</c:v>
                </c:pt>
                <c:pt idx="108">
                  <c:v>3.215289</c:v>
                </c:pt>
                <c:pt idx="109">
                  <c:v>3.232491</c:v>
                </c:pt>
                <c:pt idx="110">
                  <c:v>3.249703</c:v>
                </c:pt>
                <c:pt idx="111">
                  <c:v>3.266923</c:v>
                </c:pt>
                <c:pt idx="112">
                  <c:v>3.284152</c:v>
                </c:pt>
                <c:pt idx="113">
                  <c:v>3.301389</c:v>
                </c:pt>
                <c:pt idx="114">
                  <c:v>3.318635</c:v>
                </c:pt>
                <c:pt idx="115">
                  <c:v>3.335888</c:v>
                </c:pt>
                <c:pt idx="116">
                  <c:v>3.353150</c:v>
                </c:pt>
                <c:pt idx="117">
                  <c:v>3.370419</c:v>
                </c:pt>
                <c:pt idx="118">
                  <c:v>3.387695</c:v>
                </c:pt>
                <c:pt idx="119">
                  <c:v>3.404978</c:v>
                </c:pt>
                <c:pt idx="120">
                  <c:v>3.422268</c:v>
                </c:pt>
                <c:pt idx="121">
                  <c:v>3.439564</c:v>
                </c:pt>
                <c:pt idx="122">
                  <c:v>3.456867</c:v>
                </c:pt>
                <c:pt idx="123">
                  <c:v>3.474176</c:v>
                </c:pt>
                <c:pt idx="124">
                  <c:v>3.491491</c:v>
                </c:pt>
                <c:pt idx="125">
                  <c:v>3.508811</c:v>
                </c:pt>
                <c:pt idx="126">
                  <c:v>3.526137</c:v>
                </c:pt>
                <c:pt idx="127">
                  <c:v>3.543467</c:v>
                </c:pt>
                <c:pt idx="128">
                  <c:v>3.560803</c:v>
                </c:pt>
                <c:pt idx="129">
                  <c:v>3.578142</c:v>
                </c:pt>
                <c:pt idx="130">
                  <c:v>3.595487</c:v>
                </c:pt>
                <c:pt idx="131">
                  <c:v>3.612835</c:v>
                </c:pt>
                <c:pt idx="132">
                  <c:v>3.630186</c:v>
                </c:pt>
                <c:pt idx="133">
                  <c:v>3.647542</c:v>
                </c:pt>
                <c:pt idx="134">
                  <c:v>3.664900</c:v>
                </c:pt>
                <c:pt idx="135">
                  <c:v>3.682261</c:v>
                </c:pt>
                <c:pt idx="136">
                  <c:v>3.699625</c:v>
                </c:pt>
                <c:pt idx="137">
                  <c:v>3.716991</c:v>
                </c:pt>
                <c:pt idx="138">
                  <c:v>3.734360</c:v>
                </c:pt>
                <c:pt idx="139">
                  <c:v>3.751730</c:v>
                </c:pt>
                <c:pt idx="140">
                  <c:v>3.769101</c:v>
                </c:pt>
                <c:pt idx="141">
                  <c:v>3.786474</c:v>
                </c:pt>
                <c:pt idx="142">
                  <c:v>3.803847</c:v>
                </c:pt>
                <c:pt idx="143">
                  <c:v>3.821221</c:v>
                </c:pt>
                <c:pt idx="144">
                  <c:v>3.838595</c:v>
                </c:pt>
                <c:pt idx="145">
                  <c:v>3.855970</c:v>
                </c:pt>
                <c:pt idx="146">
                  <c:v>3.873344</c:v>
                </c:pt>
                <c:pt idx="147">
                  <c:v>3.890717</c:v>
                </c:pt>
                <c:pt idx="148">
                  <c:v>3.908090</c:v>
                </c:pt>
                <c:pt idx="149">
                  <c:v>3.925461</c:v>
                </c:pt>
                <c:pt idx="150">
                  <c:v>3.942830</c:v>
                </c:pt>
                <c:pt idx="151">
                  <c:v>3.960198</c:v>
                </c:pt>
                <c:pt idx="152">
                  <c:v>3.977564</c:v>
                </c:pt>
                <c:pt idx="153">
                  <c:v>3.994927</c:v>
                </c:pt>
                <c:pt idx="154">
                  <c:v>4.012287</c:v>
                </c:pt>
                <c:pt idx="155">
                  <c:v>4.029644</c:v>
                </c:pt>
                <c:pt idx="156">
                  <c:v>4.046998</c:v>
                </c:pt>
                <c:pt idx="157">
                  <c:v>4.064347</c:v>
                </c:pt>
                <c:pt idx="158">
                  <c:v>4.081693</c:v>
                </c:pt>
                <c:pt idx="159">
                  <c:v>4.099034</c:v>
                </c:pt>
                <c:pt idx="160">
                  <c:v>4.116370</c:v>
                </c:pt>
                <c:pt idx="161">
                  <c:v>4.133701</c:v>
                </c:pt>
                <c:pt idx="162">
                  <c:v>4.151026</c:v>
                </c:pt>
                <c:pt idx="163">
                  <c:v>4.168346</c:v>
                </c:pt>
                <c:pt idx="164">
                  <c:v>4.185659</c:v>
                </c:pt>
                <c:pt idx="165">
                  <c:v>4.202966</c:v>
                </c:pt>
                <c:pt idx="166">
                  <c:v>4.220266</c:v>
                </c:pt>
                <c:pt idx="167">
                  <c:v>4.237558</c:v>
                </c:pt>
                <c:pt idx="168">
                  <c:v>4.254843</c:v>
                </c:pt>
                <c:pt idx="169">
                  <c:v>4.272120</c:v>
                </c:pt>
                <c:pt idx="170">
                  <c:v>4.289388</c:v>
                </c:pt>
                <c:pt idx="171">
                  <c:v>4.306648</c:v>
                </c:pt>
                <c:pt idx="172">
                  <c:v>4.323898</c:v>
                </c:pt>
                <c:pt idx="173">
                  <c:v>4.341139</c:v>
                </c:pt>
                <c:pt idx="174">
                  <c:v>4.358370</c:v>
                </c:pt>
                <c:pt idx="175">
                  <c:v>4.375591</c:v>
                </c:pt>
                <c:pt idx="176">
                  <c:v>4.392801</c:v>
                </c:pt>
                <c:pt idx="177">
                  <c:v>4.410000</c:v>
                </c:pt>
                <c:pt idx="178">
                  <c:v>4.427187</c:v>
                </c:pt>
                <c:pt idx="179">
                  <c:v>4.444363</c:v>
                </c:pt>
                <c:pt idx="180">
                  <c:v>4.461526</c:v>
                </c:pt>
                <c:pt idx="181">
                  <c:v>4.478677</c:v>
                </c:pt>
                <c:pt idx="182">
                  <c:v>4.495814</c:v>
                </c:pt>
                <c:pt idx="183">
                  <c:v>4.512938</c:v>
                </c:pt>
                <c:pt idx="184">
                  <c:v>4.530049</c:v>
                </c:pt>
                <c:pt idx="185">
                  <c:v>4.547145</c:v>
                </c:pt>
                <c:pt idx="186">
                  <c:v>4.564226</c:v>
                </c:pt>
                <c:pt idx="187">
                  <c:v>4.581292</c:v>
                </c:pt>
                <c:pt idx="188">
                  <c:v>4.598342</c:v>
                </c:pt>
                <c:pt idx="189">
                  <c:v>4.615377</c:v>
                </c:pt>
                <c:pt idx="190">
                  <c:v>4.632395</c:v>
                </c:pt>
                <c:pt idx="191">
                  <c:v>4.649396</c:v>
                </c:pt>
                <c:pt idx="192">
                  <c:v>4.666380</c:v>
                </c:pt>
                <c:pt idx="193">
                  <c:v>4.683346</c:v>
                </c:pt>
                <c:pt idx="194">
                  <c:v>4.700294</c:v>
                </c:pt>
                <c:pt idx="195">
                  <c:v>4.717223</c:v>
                </c:pt>
                <c:pt idx="196">
                  <c:v>4.734133</c:v>
                </c:pt>
                <c:pt idx="197">
                  <c:v>4.751024</c:v>
                </c:pt>
                <c:pt idx="198">
                  <c:v>4.767895</c:v>
                </c:pt>
                <c:pt idx="199">
                  <c:v>4.784745</c:v>
                </c:pt>
                <c:pt idx="200">
                  <c:v>4.801574</c:v>
                </c:pt>
                <c:pt idx="201">
                  <c:v>4.818382</c:v>
                </c:pt>
                <c:pt idx="202">
                  <c:v>4.835168</c:v>
                </c:pt>
                <c:pt idx="203">
                  <c:v>4.851931</c:v>
                </c:pt>
                <c:pt idx="204">
                  <c:v>4.868672</c:v>
                </c:pt>
                <c:pt idx="205">
                  <c:v>4.885389</c:v>
                </c:pt>
                <c:pt idx="206">
                  <c:v>4.902083</c:v>
                </c:pt>
                <c:pt idx="207">
                  <c:v>4.918752</c:v>
                </c:pt>
                <c:pt idx="208">
                  <c:v>4.935397</c:v>
                </c:pt>
                <c:pt idx="209">
                  <c:v>4.952016</c:v>
                </c:pt>
                <c:pt idx="210">
                  <c:v>4.968609</c:v>
                </c:pt>
                <c:pt idx="211">
                  <c:v>4.985176</c:v>
                </c:pt>
                <c:pt idx="212">
                  <c:v>5.001717</c:v>
                </c:pt>
                <c:pt idx="213">
                  <c:v>5.018230</c:v>
                </c:pt>
                <c:pt idx="214">
                  <c:v>5.034715</c:v>
                </c:pt>
                <c:pt idx="215">
                  <c:v>5.051171</c:v>
                </c:pt>
                <c:pt idx="216">
                  <c:v>5.067599</c:v>
                </c:pt>
                <c:pt idx="217">
                  <c:v>5.083998</c:v>
                </c:pt>
                <c:pt idx="218">
                  <c:v>5.100366</c:v>
                </c:pt>
                <c:pt idx="219">
                  <c:v>5.116704</c:v>
                </c:pt>
                <c:pt idx="220">
                  <c:v>5.133011</c:v>
                </c:pt>
                <c:pt idx="221">
                  <c:v>5.149286</c:v>
                </c:pt>
                <c:pt idx="222">
                  <c:v>5.165529</c:v>
                </c:pt>
                <c:pt idx="223">
                  <c:v>5.181740</c:v>
                </c:pt>
                <c:pt idx="224">
                  <c:v>5.197917</c:v>
                </c:pt>
                <c:pt idx="225">
                  <c:v>5.214061</c:v>
                </c:pt>
                <c:pt idx="226">
                  <c:v>5.230170</c:v>
                </c:pt>
                <c:pt idx="227">
                  <c:v>5.246244</c:v>
                </c:pt>
                <c:pt idx="228">
                  <c:v>5.262282</c:v>
                </c:pt>
                <c:pt idx="229">
                  <c:v>5.278285</c:v>
                </c:pt>
                <c:pt idx="230">
                  <c:v>5.294250</c:v>
                </c:pt>
                <c:pt idx="231">
                  <c:v>5.310179</c:v>
                </c:pt>
                <c:pt idx="232">
                  <c:v>5.326070</c:v>
                </c:pt>
                <c:pt idx="233">
                  <c:v>5.341922</c:v>
                </c:pt>
                <c:pt idx="234">
                  <c:v>5.357735</c:v>
                </c:pt>
                <c:pt idx="235">
                  <c:v>5.373508</c:v>
                </c:pt>
                <c:pt idx="236">
                  <c:v>5.389241</c:v>
                </c:pt>
                <c:pt idx="237">
                  <c:v>5.404934</c:v>
                </c:pt>
                <c:pt idx="238">
                  <c:v>5.420584</c:v>
                </c:pt>
                <c:pt idx="239">
                  <c:v>5.436193</c:v>
                </c:pt>
                <c:pt idx="240">
                  <c:v>5.451759</c:v>
                </c:pt>
                <c:pt idx="241">
                  <c:v>5.467281</c:v>
                </c:pt>
                <c:pt idx="242">
                  <c:v>5.482760</c:v>
                </c:pt>
                <c:pt idx="243">
                  <c:v>5.498193</c:v>
                </c:pt>
                <c:pt idx="244">
                  <c:v>5.513582</c:v>
                </c:pt>
                <c:pt idx="245">
                  <c:v>5.528924</c:v>
                </c:pt>
                <c:pt idx="246">
                  <c:v>5.544220</c:v>
                </c:pt>
                <c:pt idx="247">
                  <c:v>5.559469</c:v>
                </c:pt>
                <c:pt idx="248">
                  <c:v>5.574669</c:v>
                </c:pt>
                <c:pt idx="249">
                  <c:v>5.589821</c:v>
                </c:pt>
                <c:pt idx="250">
                  <c:v>5.604924</c:v>
                </c:pt>
                <c:pt idx="251">
                  <c:v>5.619976</c:v>
                </c:pt>
                <c:pt idx="252">
                  <c:v>5.634978</c:v>
                </c:pt>
                <c:pt idx="253">
                  <c:v>5.649929</c:v>
                </c:pt>
                <c:pt idx="254">
                  <c:v>5.664828</c:v>
                </c:pt>
                <c:pt idx="255">
                  <c:v>5.679673</c:v>
                </c:pt>
                <c:pt idx="256">
                  <c:v>5.694466</c:v>
                </c:pt>
                <c:pt idx="257">
                  <c:v>5.709204</c:v>
                </c:pt>
                <c:pt idx="258">
                  <c:v>5.723888</c:v>
                </c:pt>
                <c:pt idx="259">
                  <c:v>5.738515</c:v>
                </c:pt>
                <c:pt idx="260">
                  <c:v>5.753087</c:v>
                </c:pt>
                <c:pt idx="261">
                  <c:v>5.767601</c:v>
                </c:pt>
                <c:pt idx="262">
                  <c:v>5.782058</c:v>
                </c:pt>
                <c:pt idx="263">
                  <c:v>5.796456</c:v>
                </c:pt>
                <c:pt idx="264">
                  <c:v>5.810795</c:v>
                </c:pt>
                <c:pt idx="265">
                  <c:v>5.825073</c:v>
                </c:pt>
                <c:pt idx="266">
                  <c:v>5.839292</c:v>
                </c:pt>
                <c:pt idx="267">
                  <c:v>5.853448</c:v>
                </c:pt>
                <c:pt idx="268">
                  <c:v>5.867542</c:v>
                </c:pt>
                <c:pt idx="269">
                  <c:v>5.881573</c:v>
                </c:pt>
                <c:pt idx="270">
                  <c:v>5.895541</c:v>
                </c:pt>
                <c:pt idx="271">
                  <c:v>5.909443</c:v>
                </c:pt>
                <c:pt idx="272">
                  <c:v>5.923280</c:v>
                </c:pt>
                <c:pt idx="273">
                  <c:v>5.937051</c:v>
                </c:pt>
                <c:pt idx="274">
                  <c:v>5.950755</c:v>
                </c:pt>
                <c:pt idx="275">
                  <c:v>5.964391</c:v>
                </c:pt>
                <c:pt idx="276">
                  <c:v>5.977959</c:v>
                </c:pt>
                <c:pt idx="277">
                  <c:v>5.991457</c:v>
                </c:pt>
                <c:pt idx="278">
                  <c:v>6.004884</c:v>
                </c:pt>
                <c:pt idx="279">
                  <c:v>6.018241</c:v>
                </c:pt>
                <c:pt idx="280">
                  <c:v>6.031525</c:v>
                </c:pt>
                <c:pt idx="281">
                  <c:v>6.044737</c:v>
                </c:pt>
                <c:pt idx="282">
                  <c:v>6.057876</c:v>
                </c:pt>
                <c:pt idx="283">
                  <c:v>6.070939</c:v>
                </c:pt>
                <c:pt idx="284">
                  <c:v>6.083928</c:v>
                </c:pt>
                <c:pt idx="285">
                  <c:v>6.096840</c:v>
                </c:pt>
                <c:pt idx="286">
                  <c:v>6.109675</c:v>
                </c:pt>
                <c:pt idx="287">
                  <c:v>6.122432</c:v>
                </c:pt>
                <c:pt idx="288">
                  <c:v>6.135110</c:v>
                </c:pt>
                <c:pt idx="289">
                  <c:v>6.147709</c:v>
                </c:pt>
                <c:pt idx="290">
                  <c:v>6.160227</c:v>
                </c:pt>
                <c:pt idx="291">
                  <c:v>6.172663</c:v>
                </c:pt>
                <c:pt idx="292">
                  <c:v>6.185017</c:v>
                </c:pt>
                <c:pt idx="293">
                  <c:v>6.197288</c:v>
                </c:pt>
                <c:pt idx="294">
                  <c:v>6.209474</c:v>
                </c:pt>
                <c:pt idx="295">
                  <c:v>6.221575</c:v>
                </c:pt>
                <c:pt idx="296">
                  <c:v>6.233591</c:v>
                </c:pt>
                <c:pt idx="297">
                  <c:v>6.245519</c:v>
                </c:pt>
                <c:pt idx="298">
                  <c:v>6.257359</c:v>
                </c:pt>
                <c:pt idx="299">
                  <c:v>6.269110</c:v>
                </c:pt>
                <c:pt idx="300">
                  <c:v>6.280771</c:v>
                </c:pt>
                <c:pt idx="301">
                  <c:v>6.292341</c:v>
                </c:pt>
                <c:pt idx="302">
                  <c:v>6.303819</c:v>
                </c:pt>
                <c:pt idx="303">
                  <c:v>6.315205</c:v>
                </c:pt>
                <c:pt idx="304">
                  <c:v>6.326497</c:v>
                </c:pt>
                <c:pt idx="305">
                  <c:v>6.337694</c:v>
                </c:pt>
                <c:pt idx="306">
                  <c:v>6.348795</c:v>
                </c:pt>
                <c:pt idx="307">
                  <c:v>6.359799</c:v>
                </c:pt>
                <c:pt idx="308">
                  <c:v>6.370706</c:v>
                </c:pt>
                <c:pt idx="309">
                  <c:v>6.381513</c:v>
                </c:pt>
                <c:pt idx="310">
                  <c:v>6.392221</c:v>
                </c:pt>
                <c:pt idx="311">
                  <c:v>6.402828</c:v>
                </c:pt>
                <c:pt idx="312">
                  <c:v>6.413333</c:v>
                </c:pt>
                <c:pt idx="313">
                  <c:v>6.423735</c:v>
                </c:pt>
                <c:pt idx="314">
                  <c:v>6.434033</c:v>
                </c:pt>
                <c:pt idx="315">
                  <c:v>6.444226</c:v>
                </c:pt>
                <c:pt idx="316">
                  <c:v>6.454312</c:v>
                </c:pt>
                <c:pt idx="317">
                  <c:v>6.464291</c:v>
                </c:pt>
                <c:pt idx="318">
                  <c:v>6.474162</c:v>
                </c:pt>
                <c:pt idx="319">
                  <c:v>6.483924</c:v>
                </c:pt>
                <c:pt idx="320">
                  <c:v>6.493575</c:v>
                </c:pt>
                <c:pt idx="321">
                  <c:v>6.503115</c:v>
                </c:pt>
                <c:pt idx="322">
                  <c:v>6.512541</c:v>
                </c:pt>
                <c:pt idx="323">
                  <c:v>6.521854</c:v>
                </c:pt>
                <c:pt idx="324">
                  <c:v>6.531052</c:v>
                </c:pt>
                <c:pt idx="325">
                  <c:v>6.540134</c:v>
                </c:pt>
                <c:pt idx="326">
                  <c:v>6.549098</c:v>
                </c:pt>
                <c:pt idx="327">
                  <c:v>6.557944</c:v>
                </c:pt>
                <c:pt idx="328">
                  <c:v>6.566670</c:v>
                </c:pt>
                <c:pt idx="329">
                  <c:v>6.575276</c:v>
                </c:pt>
                <c:pt idx="330">
                  <c:v>6.583760</c:v>
                </c:pt>
                <c:pt idx="331">
                  <c:v>6.592120</c:v>
                </c:pt>
                <c:pt idx="332">
                  <c:v>6.600357</c:v>
                </c:pt>
                <c:pt idx="333">
                  <c:v>6.608468</c:v>
                </c:pt>
                <c:pt idx="334">
                  <c:v>6.616452</c:v>
                </c:pt>
                <c:pt idx="335">
                  <c:v>6.624308</c:v>
                </c:pt>
                <c:pt idx="336">
                  <c:v>6.632035</c:v>
                </c:pt>
                <c:pt idx="337">
                  <c:v>6.639632</c:v>
                </c:pt>
                <c:pt idx="338">
                  <c:v>6.647097</c:v>
                </c:pt>
                <c:pt idx="339">
                  <c:v>6.654429</c:v>
                </c:pt>
                <c:pt idx="340">
                  <c:v>6.661627</c:v>
                </c:pt>
                <c:pt idx="341">
                  <c:v>6.668690</c:v>
                </c:pt>
                <c:pt idx="342">
                  <c:v>6.675616</c:v>
                </c:pt>
                <c:pt idx="343">
                  <c:v>6.682404</c:v>
                </c:pt>
                <c:pt idx="344">
                  <c:v>6.689053</c:v>
                </c:pt>
                <c:pt idx="345">
                  <c:v>6.695562</c:v>
                </c:pt>
                <c:pt idx="346">
                  <c:v>6.701928</c:v>
                </c:pt>
                <c:pt idx="347">
                  <c:v>6.708152</c:v>
                </c:pt>
                <c:pt idx="348">
                  <c:v>6.714231</c:v>
                </c:pt>
                <c:pt idx="349">
                  <c:v>6.720164</c:v>
                </c:pt>
                <c:pt idx="350">
                  <c:v>6.725950</c:v>
                </c:pt>
                <c:pt idx="351">
                  <c:v>6.731587</c:v>
                </c:pt>
                <c:pt idx="352">
                  <c:v>6.737075</c:v>
                </c:pt>
                <c:pt idx="353">
                  <c:v>6.742412</c:v>
                </c:pt>
                <c:pt idx="354">
                  <c:v>6.747596</c:v>
                </c:pt>
                <c:pt idx="355">
                  <c:v>6.752625</c:v>
                </c:pt>
                <c:pt idx="356">
                  <c:v>6.757500</c:v>
                </c:pt>
                <c:pt idx="357">
                  <c:v>6.762218</c:v>
                </c:pt>
                <c:pt idx="358">
                  <c:v>6.766777</c:v>
                </c:pt>
                <c:pt idx="359">
                  <c:v>6.771177</c:v>
                </c:pt>
                <c:pt idx="360">
                  <c:v>6.775416</c:v>
                </c:pt>
                <c:pt idx="361">
                  <c:v>6.779493</c:v>
                </c:pt>
                <c:pt idx="362">
                  <c:v>6.783405</c:v>
                </c:pt>
                <c:pt idx="363">
                  <c:v>6.787152</c:v>
                </c:pt>
                <c:pt idx="364">
                  <c:v>6.790732</c:v>
                </c:pt>
                <c:pt idx="365">
                  <c:v>6.794144</c:v>
                </c:pt>
                <c:pt idx="366">
                  <c:v>6.797386</c:v>
                </c:pt>
                <c:pt idx="367">
                  <c:v>6.800457</c:v>
                </c:pt>
                <c:pt idx="368">
                  <c:v>6.803355</c:v>
                </c:pt>
                <c:pt idx="369">
                  <c:v>6.806078</c:v>
                </c:pt>
                <c:pt idx="370">
                  <c:v>6.808626</c:v>
                </c:pt>
                <c:pt idx="371">
                  <c:v>6.810996</c:v>
                </c:pt>
                <c:pt idx="372">
                  <c:v>6.813187</c:v>
                </c:pt>
                <c:pt idx="373">
                  <c:v>6.815197</c:v>
                </c:pt>
                <c:pt idx="374">
                  <c:v>6.817026</c:v>
                </c:pt>
                <c:pt idx="375">
                  <c:v>6.818670</c:v>
                </c:pt>
                <c:pt idx="376">
                  <c:v>6.820130</c:v>
                </c:pt>
                <c:pt idx="377">
                  <c:v>6.821402</c:v>
                </c:pt>
                <c:pt idx="378">
                  <c:v>6.822486</c:v>
                </c:pt>
                <c:pt idx="379">
                  <c:v>6.823380</c:v>
                </c:pt>
                <c:pt idx="380">
                  <c:v>6.824082</c:v>
                </c:pt>
                <c:pt idx="381">
                  <c:v>6.824591</c:v>
                </c:pt>
                <c:pt idx="382">
                  <c:v>6.824904</c:v>
                </c:pt>
                <c:pt idx="383">
                  <c:v>6.825021</c:v>
                </c:pt>
                <c:pt idx="384">
                  <c:v>6.824940</c:v>
                </c:pt>
                <c:pt idx="385">
                  <c:v>6.824658</c:v>
                </c:pt>
                <c:pt idx="386">
                  <c:v>6.824175</c:v>
                </c:pt>
                <c:pt idx="387">
                  <c:v>6.823488</c:v>
                </c:pt>
                <c:pt idx="388">
                  <c:v>6.822596</c:v>
                </c:pt>
                <c:pt idx="389">
                  <c:v>6.821497</c:v>
                </c:pt>
                <c:pt idx="390">
                  <c:v>6.820190</c:v>
                </c:pt>
                <c:pt idx="391">
                  <c:v>6.818672</c:v>
                </c:pt>
                <c:pt idx="392">
                  <c:v>6.816942</c:v>
                </c:pt>
                <c:pt idx="393">
                  <c:v>6.814997</c:v>
                </c:pt>
                <c:pt idx="394">
                  <c:v>6.812838</c:v>
                </c:pt>
                <c:pt idx="395">
                  <c:v>6.810460</c:v>
                </c:pt>
                <c:pt idx="396">
                  <c:v>6.807863</c:v>
                </c:pt>
                <c:pt idx="397">
                  <c:v>6.805045</c:v>
                </c:pt>
                <c:pt idx="398">
                  <c:v>6.802005</c:v>
                </c:pt>
                <c:pt idx="399">
                  <c:v>6.798739</c:v>
                </c:pt>
                <c:pt idx="400">
                  <c:v>6.795246</c:v>
                </c:pt>
                <c:pt idx="401">
                  <c:v>6.791525</c:v>
                </c:pt>
                <c:pt idx="402">
                  <c:v>6.787574</c:v>
                </c:pt>
                <c:pt idx="403">
                  <c:v>6.783390</c:v>
                </c:pt>
                <c:pt idx="404">
                  <c:v>6.778972</c:v>
                </c:pt>
                <c:pt idx="405">
                  <c:v>6.774318</c:v>
                </c:pt>
                <c:pt idx="406">
                  <c:v>6.769426</c:v>
                </c:pt>
                <c:pt idx="407">
                  <c:v>6.764293</c:v>
                </c:pt>
                <c:pt idx="408">
                  <c:v>6.758919</c:v>
                </c:pt>
                <c:pt idx="409">
                  <c:v>6.753301</c:v>
                </c:pt>
                <c:pt idx="410">
                  <c:v>6.747437</c:v>
                </c:pt>
                <c:pt idx="411">
                  <c:v>6.741325</c:v>
                </c:pt>
                <c:pt idx="412">
                  <c:v>6.734963</c:v>
                </c:pt>
                <c:pt idx="413">
                  <c:v>6.728349</c:v>
                </c:pt>
                <c:pt idx="414">
                  <c:v>6.721482</c:v>
                </c:pt>
                <c:pt idx="415">
                  <c:v>6.714358</c:v>
                </c:pt>
                <c:pt idx="416">
                  <c:v>6.706976</c:v>
                </c:pt>
                <c:pt idx="417">
                  <c:v>6.699334</c:v>
                </c:pt>
                <c:pt idx="418">
                  <c:v>6.691430</c:v>
                </c:pt>
                <c:pt idx="419">
                  <c:v>6.683262</c:v>
                </c:pt>
                <c:pt idx="420">
                  <c:v>6.674827</c:v>
                </c:pt>
                <c:pt idx="421">
                  <c:v>6.666124</c:v>
                </c:pt>
                <c:pt idx="422">
                  <c:v>6.657150</c:v>
                </c:pt>
                <c:pt idx="423">
                  <c:v>6.647904</c:v>
                </c:pt>
                <c:pt idx="424">
                  <c:v>6.638382</c:v>
                </c:pt>
                <c:pt idx="425">
                  <c:v>6.628584</c:v>
                </c:pt>
                <c:pt idx="426">
                  <c:v>6.618506</c:v>
                </c:pt>
                <c:pt idx="427">
                  <c:v>6.608146</c:v>
                </c:pt>
                <c:pt idx="428">
                  <c:v>6.597503</c:v>
                </c:pt>
                <c:pt idx="429">
                  <c:v>6.586574</c:v>
                </c:pt>
                <c:pt idx="430">
                  <c:v>6.575357</c:v>
                </c:pt>
                <c:pt idx="431">
                  <c:v>6.563849</c:v>
                </c:pt>
                <c:pt idx="432">
                  <c:v>6.552049</c:v>
                </c:pt>
                <c:pt idx="433">
                  <c:v>6.539954</c:v>
                </c:pt>
                <c:pt idx="434">
                  <c:v>6.527561</c:v>
                </c:pt>
                <c:pt idx="435">
                  <c:v>6.514869</c:v>
                </c:pt>
                <c:pt idx="436">
                  <c:v>6.501875</c:v>
                </c:pt>
                <c:pt idx="437">
                  <c:v>6.488576</c:v>
                </c:pt>
                <c:pt idx="438">
                  <c:v>6.474971</c:v>
                </c:pt>
                <c:pt idx="439">
                  <c:v>6.461057</c:v>
                </c:pt>
                <c:pt idx="440">
                  <c:v>6.446832</c:v>
                </c:pt>
                <c:pt idx="441">
                  <c:v>6.432292</c:v>
                </c:pt>
                <c:pt idx="442">
                  <c:v>6.417437</c:v>
                </c:pt>
                <c:pt idx="443">
                  <c:v>6.402263</c:v>
                </c:pt>
                <c:pt idx="444">
                  <c:v>6.386768</c:v>
                </c:pt>
                <c:pt idx="445">
                  <c:v>6.370949</c:v>
                </c:pt>
                <c:pt idx="446">
                  <c:v>6.354805</c:v>
                </c:pt>
                <c:pt idx="447">
                  <c:v>6.338332</c:v>
                </c:pt>
                <c:pt idx="448">
                  <c:v>6.321528</c:v>
                </c:pt>
                <c:pt idx="449">
                  <c:v>6.304390</c:v>
                </c:pt>
                <c:pt idx="450">
                  <c:v>6.286916</c:v>
                </c:pt>
                <c:pt idx="451">
                  <c:v>6.269104</c:v>
                </c:pt>
                <c:pt idx="452">
                  <c:v>6.250951</c:v>
                </c:pt>
                <c:pt idx="453">
                  <c:v>6.232453</c:v>
                </c:pt>
                <c:pt idx="454">
                  <c:v>6.213610</c:v>
                </c:pt>
                <c:pt idx="455">
                  <c:v>6.194417</c:v>
                </c:pt>
                <c:pt idx="456">
                  <c:v>6.174873</c:v>
                </c:pt>
                <c:pt idx="457">
                  <c:v>6.154974</c:v>
                </c:pt>
                <c:pt idx="458">
                  <c:v>6.134719</c:v>
                </c:pt>
                <c:pt idx="459">
                  <c:v>6.114104</c:v>
                </c:pt>
                <c:pt idx="460">
                  <c:v>6.093126</c:v>
                </c:pt>
                <c:pt idx="461">
                  <c:v>6.071784</c:v>
                </c:pt>
                <c:pt idx="462">
                  <c:v>6.050074</c:v>
                </c:pt>
                <c:pt idx="463">
                  <c:v>6.027993</c:v>
                </c:pt>
                <c:pt idx="464">
                  <c:v>6.005539</c:v>
                </c:pt>
                <c:pt idx="465">
                  <c:v>5.982709</c:v>
                </c:pt>
                <c:pt idx="466">
                  <c:v>5.959500</c:v>
                </c:pt>
                <c:pt idx="467">
                  <c:v>5.935910</c:v>
                </c:pt>
                <c:pt idx="468">
                  <c:v>5.911935</c:v>
                </c:pt>
                <c:pt idx="469">
                  <c:v>5.887572</c:v>
                </c:pt>
                <c:pt idx="470">
                  <c:v>5.862820</c:v>
                </c:pt>
                <c:pt idx="471">
                  <c:v>5.837674</c:v>
                </c:pt>
                <c:pt idx="472">
                  <c:v>5.812132</c:v>
                </c:pt>
                <c:pt idx="473">
                  <c:v>5.786191</c:v>
                </c:pt>
                <c:pt idx="474">
                  <c:v>5.759848</c:v>
                </c:pt>
                <c:pt idx="475">
                  <c:v>5.733101</c:v>
                </c:pt>
                <c:pt idx="476">
                  <c:v>5.705946</c:v>
                </c:pt>
                <c:pt idx="477">
                  <c:v>5.678380</c:v>
                </c:pt>
                <c:pt idx="478">
                  <c:v>5.650400</c:v>
                </c:pt>
                <c:pt idx="479">
                  <c:v>5.622003</c:v>
                </c:pt>
                <c:pt idx="480">
                  <c:v>5.593186</c:v>
                </c:pt>
                <c:pt idx="481">
                  <c:v>5.563947</c:v>
                </c:pt>
                <c:pt idx="482">
                  <c:v>5.534281</c:v>
                </c:pt>
                <c:pt idx="483">
                  <c:v>5.504186</c:v>
                </c:pt>
                <c:pt idx="484">
                  <c:v>5.473659</c:v>
                </c:pt>
                <c:pt idx="485">
                  <c:v>5.442697</c:v>
                </c:pt>
                <c:pt idx="486">
                  <c:v>5.411296</c:v>
                </c:pt>
                <c:pt idx="487">
                  <c:v>5.379453</c:v>
                </c:pt>
                <c:pt idx="488">
                  <c:v>5.347165</c:v>
                </c:pt>
                <c:pt idx="489">
                  <c:v>5.314429</c:v>
                </c:pt>
                <c:pt idx="490">
                  <c:v>5.281242</c:v>
                </c:pt>
                <c:pt idx="491">
                  <c:v>5.247600</c:v>
                </c:pt>
                <c:pt idx="492">
                  <c:v>5.213500</c:v>
                </c:pt>
                <c:pt idx="493">
                  <c:v>5.178939</c:v>
                </c:pt>
                <c:pt idx="494">
                  <c:v>5.143913</c:v>
                </c:pt>
                <c:pt idx="495">
                  <c:v>5.108420</c:v>
                </c:pt>
                <c:pt idx="496">
                  <c:v>5.072455</c:v>
                </c:pt>
                <c:pt idx="497">
                  <c:v>5.036016</c:v>
                </c:pt>
                <c:pt idx="498">
                  <c:v>4.999098</c:v>
                </c:pt>
                <c:pt idx="499">
                  <c:v>4.961699</c:v>
                </c:pt>
                <c:pt idx="500">
                  <c:v>4.923816</c:v>
                </c:pt>
                <c:pt idx="501">
                  <c:v>4.885444</c:v>
                </c:pt>
                <c:pt idx="502">
                  <c:v>4.846580</c:v>
                </c:pt>
                <c:pt idx="503">
                  <c:v>4.807221</c:v>
                </c:pt>
                <c:pt idx="504">
                  <c:v>4.767363</c:v>
                </c:pt>
                <c:pt idx="505">
                  <c:v>4.727003</c:v>
                </c:pt>
                <c:pt idx="506">
                  <c:v>4.686136</c:v>
                </c:pt>
                <c:pt idx="507">
                  <c:v>4.644761</c:v>
                </c:pt>
                <c:pt idx="508">
                  <c:v>4.602872</c:v>
                </c:pt>
                <c:pt idx="509">
                  <c:v>4.560467</c:v>
                </c:pt>
                <c:pt idx="510">
                  <c:v>4.517541</c:v>
                </c:pt>
                <c:pt idx="511">
                  <c:v>4.474091</c:v>
                </c:pt>
                <c:pt idx="512">
                  <c:v>4.430113</c:v>
                </c:pt>
                <c:pt idx="513">
                  <c:v>4.385604</c:v>
                </c:pt>
                <c:pt idx="514">
                  <c:v>4.340560</c:v>
                </c:pt>
                <c:pt idx="515">
                  <c:v>4.294977</c:v>
                </c:pt>
                <c:pt idx="516">
                  <c:v>4.248851</c:v>
                </c:pt>
                <c:pt idx="517">
                  <c:v>4.202179</c:v>
                </c:pt>
                <c:pt idx="518">
                  <c:v>4.154956</c:v>
                </c:pt>
                <c:pt idx="519">
                  <c:v>4.107179</c:v>
                </c:pt>
                <c:pt idx="520">
                  <c:v>4.058844</c:v>
                </c:pt>
                <c:pt idx="521">
                  <c:v>4.009948</c:v>
                </c:pt>
                <c:pt idx="522">
                  <c:v>3.960485</c:v>
                </c:pt>
                <c:pt idx="523">
                  <c:v>3.910453</c:v>
                </c:pt>
                <c:pt idx="524">
                  <c:v>3.859846</c:v>
                </c:pt>
                <c:pt idx="525">
                  <c:v>3.808663</c:v>
                </c:pt>
                <c:pt idx="526">
                  <c:v>3.756897</c:v>
                </c:pt>
                <c:pt idx="527">
                  <c:v>3.704546</c:v>
                </c:pt>
                <c:pt idx="528">
                  <c:v>3.651604</c:v>
                </c:pt>
                <c:pt idx="529">
                  <c:v>3.598069</c:v>
                </c:pt>
                <c:pt idx="530">
                  <c:v>3.543936</c:v>
                </c:pt>
                <c:pt idx="531">
                  <c:v>3.489201</c:v>
                </c:pt>
                <c:pt idx="532">
                  <c:v>3.433860</c:v>
                </c:pt>
                <c:pt idx="533">
                  <c:v>3.377908</c:v>
                </c:pt>
                <c:pt idx="534">
                  <c:v>3.321341</c:v>
                </c:pt>
                <c:pt idx="535">
                  <c:v>3.264156</c:v>
                </c:pt>
                <c:pt idx="536">
                  <c:v>3.206348</c:v>
                </c:pt>
                <c:pt idx="537">
                  <c:v>3.147912</c:v>
                </c:pt>
                <c:pt idx="538">
                  <c:v>3.088844</c:v>
                </c:pt>
                <c:pt idx="539">
                  <c:v>3.029141</c:v>
                </c:pt>
                <c:pt idx="540">
                  <c:v>2.968797</c:v>
                </c:pt>
                <c:pt idx="541">
                  <c:v>2.907809</c:v>
                </c:pt>
                <c:pt idx="542">
                  <c:v>2.846171</c:v>
                </c:pt>
                <c:pt idx="543">
                  <c:v>2.783880</c:v>
                </c:pt>
                <c:pt idx="544">
                  <c:v>2.720931</c:v>
                </c:pt>
                <c:pt idx="545">
                  <c:v>2.657319</c:v>
                </c:pt>
                <c:pt idx="546">
                  <c:v>2.593041</c:v>
                </c:pt>
                <c:pt idx="547">
                  <c:v>2.528091</c:v>
                </c:pt>
                <c:pt idx="548">
                  <c:v>2.462465</c:v>
                </c:pt>
                <c:pt idx="549">
                  <c:v>2.396159</c:v>
                </c:pt>
                <c:pt idx="550">
                  <c:v>2.329167</c:v>
                </c:pt>
                <c:pt idx="551">
                  <c:v>2.261485</c:v>
                </c:pt>
                <c:pt idx="552">
                  <c:v>2.193110</c:v>
                </c:pt>
                <c:pt idx="553">
                  <c:v>2.124034</c:v>
                </c:pt>
                <c:pt idx="554">
                  <c:v>2.054255</c:v>
                </c:pt>
                <c:pt idx="555">
                  <c:v>1.983768</c:v>
                </c:pt>
                <c:pt idx="556">
                  <c:v>1.912567</c:v>
                </c:pt>
                <c:pt idx="557">
                  <c:v>1.840648</c:v>
                </c:pt>
                <c:pt idx="558">
                  <c:v>1.768005</c:v>
                </c:pt>
                <c:pt idx="559">
                  <c:v>1.694635</c:v>
                </c:pt>
                <c:pt idx="560">
                  <c:v>1.620533</c:v>
                </c:pt>
                <c:pt idx="561">
                  <c:v>1.545693</c:v>
                </c:pt>
                <c:pt idx="562">
                  <c:v>1.470110</c:v>
                </c:pt>
                <c:pt idx="563">
                  <c:v>1.393780</c:v>
                </c:pt>
                <c:pt idx="564">
                  <c:v>1.316697</c:v>
                </c:pt>
                <c:pt idx="565">
                  <c:v>1.238857</c:v>
                </c:pt>
                <c:pt idx="566">
                  <c:v>1.160254</c:v>
                </c:pt>
                <c:pt idx="567">
                  <c:v>1.080884</c:v>
                </c:pt>
                <c:pt idx="568">
                  <c:v>1.000741</c:v>
                </c:pt>
                <c:pt idx="569">
                  <c:v>0.919820</c:v>
                </c:pt>
                <c:pt idx="570">
                  <c:v>0.838116</c:v>
                </c:pt>
                <c:pt idx="571">
                  <c:v>0.755624</c:v>
                </c:pt>
                <c:pt idx="572">
                  <c:v>0.672339</c:v>
                </c:pt>
                <c:pt idx="573">
                  <c:v>0.588255</c:v>
                </c:pt>
                <c:pt idx="574">
                  <c:v>0.503367</c:v>
                </c:pt>
                <c:pt idx="575">
                  <c:v>0.417670</c:v>
                </c:pt>
                <c:pt idx="576">
                  <c:v>0.331158</c:v>
                </c:pt>
                <c:pt idx="577">
                  <c:v>0.243826</c:v>
                </c:pt>
                <c:pt idx="578">
                  <c:v>0.155670</c:v>
                </c:pt>
                <c:pt idx="579">
                  <c:v>0.066682</c:v>
                </c:pt>
                <c:pt idx="580">
                  <c:v>-0.023142</c:v>
                </c:pt>
                <c:pt idx="581">
                  <c:v>-0.113807</c:v>
                </c:pt>
                <c:pt idx="582">
                  <c:v>-0.205319</c:v>
                </c:pt>
                <c:pt idx="583">
                  <c:v>-0.297685</c:v>
                </c:pt>
                <c:pt idx="584">
                  <c:v>-0.390908</c:v>
                </c:pt>
                <c:pt idx="585">
                  <c:v>-0.484995</c:v>
                </c:pt>
                <c:pt idx="586">
                  <c:v>-0.579952</c:v>
                </c:pt>
                <c:pt idx="587">
                  <c:v>-0.675785</c:v>
                </c:pt>
                <c:pt idx="588">
                  <c:v>-0.772498</c:v>
                </c:pt>
                <c:pt idx="589">
                  <c:v>-0.870097</c:v>
                </c:pt>
                <c:pt idx="590">
                  <c:v>-0.968589</c:v>
                </c:pt>
                <c:pt idx="591">
                  <c:v>-1.067980</c:v>
                </c:pt>
                <c:pt idx="592">
                  <c:v>-1.168274</c:v>
                </c:pt>
                <c:pt idx="593">
                  <c:v>-1.269478</c:v>
                </c:pt>
                <c:pt idx="594">
                  <c:v>-1.371598</c:v>
                </c:pt>
                <c:pt idx="595">
                  <c:v>-1.474640</c:v>
                </c:pt>
                <c:pt idx="596">
                  <c:v>-1.578609</c:v>
                </c:pt>
                <c:pt idx="597">
                  <c:v>-1.683512</c:v>
                </c:pt>
                <c:pt idx="598">
                  <c:v>-1.789355</c:v>
                </c:pt>
                <c:pt idx="599">
                  <c:v>-1.896143</c:v>
                </c:pt>
                <c:pt idx="600">
                  <c:v>-2.003884</c:v>
                </c:pt>
                <c:pt idx="601">
                  <c:v>-2.112582</c:v>
                </c:pt>
                <c:pt idx="602">
                  <c:v>-2.222244</c:v>
                </c:pt>
                <c:pt idx="603">
                  <c:v>-2.332877</c:v>
                </c:pt>
                <c:pt idx="604">
                  <c:v>-2.444486</c:v>
                </c:pt>
                <c:pt idx="605">
                  <c:v>-2.557078</c:v>
                </c:pt>
                <c:pt idx="606">
                  <c:v>-2.670659</c:v>
                </c:pt>
                <c:pt idx="607">
                  <c:v>-2.785236</c:v>
                </c:pt>
                <c:pt idx="608">
                  <c:v>-2.900814</c:v>
                </c:pt>
                <c:pt idx="609">
                  <c:v>-3.017400</c:v>
                </c:pt>
                <c:pt idx="610">
                  <c:v>-3.135001</c:v>
                </c:pt>
                <c:pt idx="611">
                  <c:v>-3.253623</c:v>
                </c:pt>
                <c:pt idx="612">
                  <c:v>-3.373273</c:v>
                </c:pt>
                <c:pt idx="613">
                  <c:v>-3.493956</c:v>
                </c:pt>
                <c:pt idx="614">
                  <c:v>-3.615681</c:v>
                </c:pt>
                <c:pt idx="615">
                  <c:v>-3.738452</c:v>
                </c:pt>
                <c:pt idx="616">
                  <c:v>-3.862278</c:v>
                </c:pt>
                <c:pt idx="617">
                  <c:v>-3.987164</c:v>
                </c:pt>
                <c:pt idx="618">
                  <c:v>-4.113117</c:v>
                </c:pt>
                <c:pt idx="619">
                  <c:v>-4.240144</c:v>
                </c:pt>
                <c:pt idx="620">
                  <c:v>-4.368253</c:v>
                </c:pt>
                <c:pt idx="621">
                  <c:v>-4.497449</c:v>
                </c:pt>
                <c:pt idx="622">
                  <c:v>-4.627739</c:v>
                </c:pt>
                <c:pt idx="623">
                  <c:v>-4.759131</c:v>
                </c:pt>
                <c:pt idx="624">
                  <c:v>-4.891631</c:v>
                </c:pt>
                <c:pt idx="625">
                  <c:v>-5.025246</c:v>
                </c:pt>
                <c:pt idx="626">
                  <c:v>-5.159984</c:v>
                </c:pt>
                <c:pt idx="627">
                  <c:v>-5.295851</c:v>
                </c:pt>
                <c:pt idx="628">
                  <c:v>-5.432854</c:v>
                </c:pt>
                <c:pt idx="629">
                  <c:v>-5.571001</c:v>
                </c:pt>
                <c:pt idx="630">
                  <c:v>-5.710298</c:v>
                </c:pt>
                <c:pt idx="631">
                  <c:v>-5.850754</c:v>
                </c:pt>
                <c:pt idx="632">
                  <c:v>-5.992374</c:v>
                </c:pt>
                <c:pt idx="633">
                  <c:v>-6.135167</c:v>
                </c:pt>
                <c:pt idx="634">
                  <c:v>-6.279140</c:v>
                </c:pt>
                <c:pt idx="635">
                  <c:v>-6.424300</c:v>
                </c:pt>
                <c:pt idx="636">
                  <c:v>-6.570654</c:v>
                </c:pt>
                <c:pt idx="637">
                  <c:v>-6.718209</c:v>
                </c:pt>
                <c:pt idx="638">
                  <c:v>-6.866974</c:v>
                </c:pt>
                <c:pt idx="639">
                  <c:v>-7.016956</c:v>
                </c:pt>
                <c:pt idx="640">
                  <c:v>-7.168162</c:v>
                </c:pt>
                <c:pt idx="641">
                  <c:v>-7.320600</c:v>
                </c:pt>
                <c:pt idx="642">
                  <c:v>-7.474278</c:v>
                </c:pt>
                <c:pt idx="643">
                  <c:v>-7.629203</c:v>
                </c:pt>
                <c:pt idx="644">
                  <c:v>-7.785382</c:v>
                </c:pt>
                <c:pt idx="645">
                  <c:v>-7.942824</c:v>
                </c:pt>
                <c:pt idx="646">
                  <c:v>-8.101537</c:v>
                </c:pt>
                <c:pt idx="647">
                  <c:v>-8.261527</c:v>
                </c:pt>
                <c:pt idx="648">
                  <c:v>-8.422804</c:v>
                </c:pt>
                <c:pt idx="649">
                  <c:v>-8.585375</c:v>
                </c:pt>
                <c:pt idx="650">
                  <c:v>-8.749247</c:v>
                </c:pt>
                <c:pt idx="651">
                  <c:v>-8.914429</c:v>
                </c:pt>
                <c:pt idx="652">
                  <c:v>-9.080929</c:v>
                </c:pt>
                <c:pt idx="653">
                  <c:v>-9.248755</c:v>
                </c:pt>
                <c:pt idx="654">
                  <c:v>-9.417915</c:v>
                </c:pt>
                <c:pt idx="655">
                  <c:v>-9.588417</c:v>
                </c:pt>
                <c:pt idx="656">
                  <c:v>-9.760270</c:v>
                </c:pt>
                <c:pt idx="657">
                  <c:v>-9.933480</c:v>
                </c:pt>
                <c:pt idx="658">
                  <c:v>-10.108058</c:v>
                </c:pt>
                <c:pt idx="659">
                  <c:v>-10.284011</c:v>
                </c:pt>
                <c:pt idx="660">
                  <c:v>-10.461347</c:v>
                </c:pt>
                <c:pt idx="661">
                  <c:v>-10.640075</c:v>
                </c:pt>
                <c:pt idx="662">
                  <c:v>-10.820204</c:v>
                </c:pt>
                <c:pt idx="663">
                  <c:v>-11.001741</c:v>
                </c:pt>
                <c:pt idx="664">
                  <c:v>-11.184695</c:v>
                </c:pt>
                <c:pt idx="665">
                  <c:v>-11.369075</c:v>
                </c:pt>
                <c:pt idx="666">
                  <c:v>-11.554890</c:v>
                </c:pt>
                <c:pt idx="667">
                  <c:v>-11.742147</c:v>
                </c:pt>
                <c:pt idx="668">
                  <c:v>-11.930857</c:v>
                </c:pt>
                <c:pt idx="669">
                  <c:v>-12.121027</c:v>
                </c:pt>
                <c:pt idx="670">
                  <c:v>-12.312666</c:v>
                </c:pt>
                <c:pt idx="671">
                  <c:v>-12.505783</c:v>
                </c:pt>
                <c:pt idx="672">
                  <c:v>-12.700387</c:v>
                </c:pt>
                <c:pt idx="673">
                  <c:v>-12.896487</c:v>
                </c:pt>
                <c:pt idx="674">
                  <c:v>-13.094092</c:v>
                </c:pt>
                <c:pt idx="675">
                  <c:v>-13.293210</c:v>
                </c:pt>
                <c:pt idx="676">
                  <c:v>-13.493851</c:v>
                </c:pt>
                <c:pt idx="677">
                  <c:v>-13.696024</c:v>
                </c:pt>
                <c:pt idx="678">
                  <c:v>-13.899738</c:v>
                </c:pt>
                <c:pt idx="679">
                  <c:v>-14.105003</c:v>
                </c:pt>
                <c:pt idx="680">
                  <c:v>-14.311826</c:v>
                </c:pt>
                <c:pt idx="681">
                  <c:v>-14.520218</c:v>
                </c:pt>
                <c:pt idx="682">
                  <c:v>-14.730189</c:v>
                </c:pt>
                <c:pt idx="683">
                  <c:v>-14.941746</c:v>
                </c:pt>
                <c:pt idx="684">
                  <c:v>-15.154900</c:v>
                </c:pt>
                <c:pt idx="685">
                  <c:v>-15.369660</c:v>
                </c:pt>
                <c:pt idx="686">
                  <c:v>-15.586036</c:v>
                </c:pt>
                <c:pt idx="687">
                  <c:v>-15.804037</c:v>
                </c:pt>
                <c:pt idx="688">
                  <c:v>-16.023673</c:v>
                </c:pt>
                <c:pt idx="689">
                  <c:v>-16.244953</c:v>
                </c:pt>
                <c:pt idx="690">
                  <c:v>-16.467887</c:v>
                </c:pt>
                <c:pt idx="691">
                  <c:v>-16.692484</c:v>
                </c:pt>
                <c:pt idx="692">
                  <c:v>-16.918755</c:v>
                </c:pt>
                <c:pt idx="693">
                  <c:v>-17.146709</c:v>
                </c:pt>
                <c:pt idx="694">
                  <c:v>-17.376357</c:v>
                </c:pt>
                <c:pt idx="695">
                  <c:v>-17.607707</c:v>
                </c:pt>
                <c:pt idx="696">
                  <c:v>-17.840770</c:v>
                </c:pt>
                <c:pt idx="697">
                  <c:v>-18.075556</c:v>
                </c:pt>
                <c:pt idx="698">
                  <c:v>-18.312075</c:v>
                </c:pt>
                <c:pt idx="699">
                  <c:v>-18.550337</c:v>
                </c:pt>
                <c:pt idx="700">
                  <c:v>-18.790352</c:v>
                </c:pt>
                <c:pt idx="701">
                  <c:v>-19.032131</c:v>
                </c:pt>
                <c:pt idx="702">
                  <c:v>-19.275682</c:v>
                </c:pt>
                <c:pt idx="703">
                  <c:v>-19.521018</c:v>
                </c:pt>
                <c:pt idx="704">
                  <c:v>-19.768148</c:v>
                </c:pt>
                <c:pt idx="705">
                  <c:v>-20.017082</c:v>
                </c:pt>
                <c:pt idx="706">
                  <c:v>-20.267831</c:v>
                </c:pt>
                <c:pt idx="707">
                  <c:v>-20.520406</c:v>
                </c:pt>
                <c:pt idx="708">
                  <c:v>-20.774816</c:v>
                </c:pt>
                <c:pt idx="709">
                  <c:v>-21.031073</c:v>
                </c:pt>
                <c:pt idx="710">
                  <c:v>-21.289187</c:v>
                </c:pt>
                <c:pt idx="711">
                  <c:v>-21.549168</c:v>
                </c:pt>
                <c:pt idx="712">
                  <c:v>-21.811028</c:v>
                </c:pt>
                <c:pt idx="713">
                  <c:v>-22.074776</c:v>
                </c:pt>
                <c:pt idx="714">
                  <c:v>-22.340425</c:v>
                </c:pt>
                <c:pt idx="715">
                  <c:v>-22.607984</c:v>
                </c:pt>
                <c:pt idx="716">
                  <c:v>-22.877465</c:v>
                </c:pt>
                <c:pt idx="717">
                  <c:v>-23.148878</c:v>
                </c:pt>
                <c:pt idx="718">
                  <c:v>-23.422235</c:v>
                </c:pt>
                <c:pt idx="719">
                  <c:v>-23.697546</c:v>
                </c:pt>
                <c:pt idx="720">
                  <c:v>-23.974823</c:v>
                </c:pt>
                <c:pt idx="721">
                  <c:v>-24.254077</c:v>
                </c:pt>
                <c:pt idx="722">
                  <c:v>-24.535318</c:v>
                </c:pt>
                <c:pt idx="723">
                  <c:v>-24.818559</c:v>
                </c:pt>
                <c:pt idx="724">
                  <c:v>-25.103810</c:v>
                </c:pt>
                <c:pt idx="725">
                  <c:v>-25.391083</c:v>
                </c:pt>
                <c:pt idx="726">
                  <c:v>-25.680389</c:v>
                </c:pt>
                <c:pt idx="727">
                  <c:v>-25.971739</c:v>
                </c:pt>
                <c:pt idx="728">
                  <c:v>-26.265145</c:v>
                </c:pt>
                <c:pt idx="729">
                  <c:v>-26.560619</c:v>
                </c:pt>
                <c:pt idx="730">
                  <c:v>-26.858172</c:v>
                </c:pt>
                <c:pt idx="731">
                  <c:v>-27.157816</c:v>
                </c:pt>
                <c:pt idx="732">
                  <c:v>-27.459562</c:v>
                </c:pt>
                <c:pt idx="733">
                  <c:v>-27.763422</c:v>
                </c:pt>
                <c:pt idx="734">
                  <c:v>-28.069407</c:v>
                </c:pt>
                <c:pt idx="735">
                  <c:v>-28.377531</c:v>
                </c:pt>
                <c:pt idx="736">
                  <c:v>-28.687804</c:v>
                </c:pt>
                <c:pt idx="737">
                  <c:v>-29.000238</c:v>
                </c:pt>
                <c:pt idx="738">
                  <c:v>-29.314846</c:v>
                </c:pt>
                <c:pt idx="739">
                  <c:v>-29.631639</c:v>
                </c:pt>
                <c:pt idx="740">
                  <c:v>-29.950629</c:v>
                </c:pt>
                <c:pt idx="741">
                  <c:v>-30.271829</c:v>
                </c:pt>
                <c:pt idx="742">
                  <c:v>-30.595251</c:v>
                </c:pt>
                <c:pt idx="743">
                  <c:v>-30.920906</c:v>
                </c:pt>
                <c:pt idx="744">
                  <c:v>-31.248808</c:v>
                </c:pt>
                <c:pt idx="745">
                  <c:v>-31.578968</c:v>
                </c:pt>
                <c:pt idx="746">
                  <c:v>-31.911399</c:v>
                </c:pt>
                <c:pt idx="747">
                  <c:v>-32.246113</c:v>
                </c:pt>
                <c:pt idx="748">
                  <c:v>-32.583123</c:v>
                </c:pt>
                <c:pt idx="749">
                  <c:v>-32.922440</c:v>
                </c:pt>
                <c:pt idx="750">
                  <c:v>-33.264079</c:v>
                </c:pt>
                <c:pt idx="751">
                  <c:v>-33.608051</c:v>
                </c:pt>
                <c:pt idx="752">
                  <c:v>-33.954368</c:v>
                </c:pt>
                <c:pt idx="753">
                  <c:v>-34.303045</c:v>
                </c:pt>
                <c:pt idx="754">
                  <c:v>-34.654092</c:v>
                </c:pt>
                <c:pt idx="755">
                  <c:v>-35.007524</c:v>
                </c:pt>
                <c:pt idx="756">
                  <c:v>-35.363353</c:v>
                </c:pt>
                <c:pt idx="757">
                  <c:v>-35.721592</c:v>
                </c:pt>
                <c:pt idx="758">
                  <c:v>-36.082253</c:v>
                </c:pt>
                <c:pt idx="759">
                  <c:v>-36.445351</c:v>
                </c:pt>
                <c:pt idx="760">
                  <c:v>-36.810897</c:v>
                </c:pt>
                <c:pt idx="761">
                  <c:v>-37.178905</c:v>
                </c:pt>
                <c:pt idx="762">
                  <c:v>-37.549388</c:v>
                </c:pt>
                <c:pt idx="763">
                  <c:v>-37.922360</c:v>
                </c:pt>
                <c:pt idx="764">
                  <c:v>-38.297833</c:v>
                </c:pt>
                <c:pt idx="765">
                  <c:v>-38.675820</c:v>
                </c:pt>
                <c:pt idx="766">
                  <c:v>-39.056336</c:v>
                </c:pt>
                <c:pt idx="767">
                  <c:v>-39.439393</c:v>
                </c:pt>
                <c:pt idx="768">
                  <c:v>-39.825005</c:v>
                </c:pt>
                <c:pt idx="769">
                  <c:v>-40.213186</c:v>
                </c:pt>
                <c:pt idx="770">
                  <c:v>-40.603948</c:v>
                </c:pt>
                <c:pt idx="771">
                  <c:v>-40.997306</c:v>
                </c:pt>
                <c:pt idx="772">
                  <c:v>-41.393273</c:v>
                </c:pt>
                <c:pt idx="773">
                  <c:v>-41.791862</c:v>
                </c:pt>
                <c:pt idx="774">
                  <c:v>-42.193088</c:v>
                </c:pt>
                <c:pt idx="775">
                  <c:v>-42.596965</c:v>
                </c:pt>
                <c:pt idx="776">
                  <c:v>-43.003505</c:v>
                </c:pt>
                <c:pt idx="777">
                  <c:v>-43.412723</c:v>
                </c:pt>
                <c:pt idx="778">
                  <c:v>-43.824632</c:v>
                </c:pt>
                <c:pt idx="779">
                  <c:v>-44.239248</c:v>
                </c:pt>
                <c:pt idx="780">
                  <c:v>-44.656583</c:v>
                </c:pt>
                <c:pt idx="781">
                  <c:v>-45.076651</c:v>
                </c:pt>
                <c:pt idx="782">
                  <c:v>-45.499468</c:v>
                </c:pt>
                <c:pt idx="783">
                  <c:v>-45.925046</c:v>
                </c:pt>
                <c:pt idx="784">
                  <c:v>-46.353401</c:v>
                </c:pt>
                <c:pt idx="785">
                  <c:v>-46.784546</c:v>
                </c:pt>
                <c:pt idx="786">
                  <c:v>-47.218495</c:v>
                </c:pt>
                <c:pt idx="787">
                  <c:v>-47.655263</c:v>
                </c:pt>
                <c:pt idx="788">
                  <c:v>-48.094865</c:v>
                </c:pt>
                <c:pt idx="789">
                  <c:v>-48.537314</c:v>
                </c:pt>
                <c:pt idx="790">
                  <c:v>-48.982625</c:v>
                </c:pt>
                <c:pt idx="791">
                  <c:v>-49.430812</c:v>
                </c:pt>
                <c:pt idx="792">
                  <c:v>-49.881891</c:v>
                </c:pt>
                <c:pt idx="793">
                  <c:v>-50.335876</c:v>
                </c:pt>
                <c:pt idx="794">
                  <c:v>-50.792780</c:v>
                </c:pt>
                <c:pt idx="795">
                  <c:v>-51.252620</c:v>
                </c:pt>
                <c:pt idx="796">
                  <c:v>-51.715409</c:v>
                </c:pt>
                <c:pt idx="797">
                  <c:v>-52.181163</c:v>
                </c:pt>
                <c:pt idx="798">
                  <c:v>-52.649896</c:v>
                </c:pt>
                <c:pt idx="799">
                  <c:v>-53.121623</c:v>
                </c:pt>
                <c:pt idx="800">
                  <c:v>-53.596359</c:v>
                </c:pt>
                <c:pt idx="801">
                  <c:v>-54.074119</c:v>
                </c:pt>
                <c:pt idx="802">
                  <c:v>-54.554917</c:v>
                </c:pt>
                <c:pt idx="803">
                  <c:v>-55.038769</c:v>
                </c:pt>
                <c:pt idx="804">
                  <c:v>-55.525690</c:v>
                </c:pt>
                <c:pt idx="805">
                  <c:v>-56.015695</c:v>
                </c:pt>
                <c:pt idx="806">
                  <c:v>-56.508799</c:v>
                </c:pt>
                <c:pt idx="807">
                  <c:v>-57.005017</c:v>
                </c:pt>
                <c:pt idx="808">
                  <c:v>-57.504365</c:v>
                </c:pt>
                <c:pt idx="809">
                  <c:v>-58.006857</c:v>
                </c:pt>
                <c:pt idx="810">
                  <c:v>-58.512509</c:v>
                </c:pt>
                <c:pt idx="811">
                  <c:v>-59.021336</c:v>
                </c:pt>
                <c:pt idx="812">
                  <c:v>-59.533354</c:v>
                </c:pt>
                <c:pt idx="813">
                  <c:v>-60.048578</c:v>
                </c:pt>
                <c:pt idx="814">
                  <c:v>-60.567023</c:v>
                </c:pt>
                <c:pt idx="815">
                  <c:v>-61.088705</c:v>
                </c:pt>
                <c:pt idx="816">
                  <c:v>-61.613640</c:v>
                </c:pt>
                <c:pt idx="817">
                  <c:v>-62.141842</c:v>
                </c:pt>
                <c:pt idx="818">
                  <c:v>-62.673328</c:v>
                </c:pt>
                <c:pt idx="819">
                  <c:v>-63.208113</c:v>
                </c:pt>
                <c:pt idx="820">
                  <c:v>-63.746212</c:v>
                </c:pt>
                <c:pt idx="821">
                  <c:v>-64.287642</c:v>
                </c:pt>
                <c:pt idx="822">
                  <c:v>-64.832418</c:v>
                </c:pt>
                <c:pt idx="823">
                  <c:v>-65.380556</c:v>
                </c:pt>
                <c:pt idx="824">
                  <c:v>-65.932072</c:v>
                </c:pt>
                <c:pt idx="825">
                  <c:v>-66.486981</c:v>
                </c:pt>
                <c:pt idx="826">
                  <c:v>-67.045299</c:v>
                </c:pt>
                <c:pt idx="827">
                  <c:v>-67.607042</c:v>
                </c:pt>
                <c:pt idx="828">
                  <c:v>-68.172227</c:v>
                </c:pt>
                <c:pt idx="829">
                  <c:v>-68.740868</c:v>
                </c:pt>
                <c:pt idx="830">
                  <c:v>-69.312983</c:v>
                </c:pt>
                <c:pt idx="831">
                  <c:v>-69.888586</c:v>
                </c:pt>
                <c:pt idx="832">
                  <c:v>-70.467694</c:v>
                </c:pt>
                <c:pt idx="833">
                  <c:v>-71.050324</c:v>
                </c:pt>
                <c:pt idx="834">
                  <c:v>-71.636490</c:v>
                </c:pt>
                <c:pt idx="835">
                  <c:v>-72.226210</c:v>
                </c:pt>
                <c:pt idx="836">
                  <c:v>-72.819498</c:v>
                </c:pt>
                <c:pt idx="837">
                  <c:v>-73.416373</c:v>
                </c:pt>
                <c:pt idx="838">
                  <c:v>-74.016849</c:v>
                </c:pt>
                <c:pt idx="839">
                  <c:v>-74.620942</c:v>
                </c:pt>
                <c:pt idx="840">
                  <c:v>-75.228670</c:v>
                </c:pt>
                <c:pt idx="841">
                  <c:v>-75.840049</c:v>
                </c:pt>
                <c:pt idx="842">
                  <c:v>-76.455093</c:v>
                </c:pt>
                <c:pt idx="843">
                  <c:v>-77.073821</c:v>
                </c:pt>
                <c:pt idx="844">
                  <c:v>-77.696248</c:v>
                </c:pt>
                <c:pt idx="845">
                  <c:v>-78.322390</c:v>
                </c:pt>
                <c:pt idx="846">
                  <c:v>-78.952264</c:v>
                </c:pt>
                <c:pt idx="847">
                  <c:v>-79.585887</c:v>
                </c:pt>
                <c:pt idx="848">
                  <c:v>-80.223274</c:v>
                </c:pt>
                <c:pt idx="849">
                  <c:v>-80.864442</c:v>
                </c:pt>
                <c:pt idx="850">
                  <c:v>-81.509408</c:v>
                </c:pt>
                <c:pt idx="851">
                  <c:v>-82.158187</c:v>
                </c:pt>
                <c:pt idx="852">
                  <c:v>-82.810797</c:v>
                </c:pt>
                <c:pt idx="853">
                  <c:v>-83.467254</c:v>
                </c:pt>
                <c:pt idx="854">
                  <c:v>-84.127574</c:v>
                </c:pt>
                <c:pt idx="855">
                  <c:v>-84.791774</c:v>
                </c:pt>
                <c:pt idx="856">
                  <c:v>-85.459870</c:v>
                </c:pt>
                <c:pt idx="857">
                  <c:v>-86.131879</c:v>
                </c:pt>
                <c:pt idx="858">
                  <c:v>-86.807817</c:v>
                </c:pt>
                <c:pt idx="859">
                  <c:v>-87.487701</c:v>
                </c:pt>
                <c:pt idx="860">
                  <c:v>-88.171548</c:v>
                </c:pt>
                <c:pt idx="861">
                  <c:v>-88.859373</c:v>
                </c:pt>
                <c:pt idx="862">
                  <c:v>-89.551194</c:v>
                </c:pt>
                <c:pt idx="863">
                  <c:v>-90.247028</c:v>
                </c:pt>
                <c:pt idx="864">
                  <c:v>-90.946889</c:v>
                </c:pt>
                <c:pt idx="865">
                  <c:v>-91.650796</c:v>
                </c:pt>
                <c:pt idx="866">
                  <c:v>-92.358765</c:v>
                </c:pt>
                <c:pt idx="867">
                  <c:v>-93.070812</c:v>
                </c:pt>
                <c:pt idx="868">
                  <c:v>-93.786954</c:v>
                </c:pt>
                <c:pt idx="869">
                  <c:v>-94.507207</c:v>
                </c:pt>
                <c:pt idx="870">
                  <c:v>-95.231589</c:v>
                </c:pt>
                <c:pt idx="871">
                  <c:v>-95.960115</c:v>
                </c:pt>
                <c:pt idx="872">
                  <c:v>-96.692802</c:v>
                </c:pt>
                <c:pt idx="873">
                  <c:v>-97.429668</c:v>
                </c:pt>
                <c:pt idx="874">
                  <c:v>-98.170727</c:v>
                </c:pt>
                <c:pt idx="875">
                  <c:v>-98.915997</c:v>
                </c:pt>
                <c:pt idx="876">
                  <c:v>-99.665495</c:v>
                </c:pt>
                <c:pt idx="877">
                  <c:v>-100.419236</c:v>
                </c:pt>
                <c:pt idx="878">
                  <c:v>-101.177238</c:v>
                </c:pt>
                <c:pt idx="879">
                  <c:v>-101.939517</c:v>
                </c:pt>
                <c:pt idx="880">
                  <c:v>-102.706089</c:v>
                </c:pt>
                <c:pt idx="881">
                  <c:v>-103.476971</c:v>
                </c:pt>
                <c:pt idx="882">
                  <c:v>-104.252180</c:v>
                </c:pt>
                <c:pt idx="883">
                  <c:v>-105.031731</c:v>
                </c:pt>
                <c:pt idx="884">
                  <c:v>-105.815641</c:v>
                </c:pt>
                <c:pt idx="885">
                  <c:v>-106.603927</c:v>
                </c:pt>
                <c:pt idx="886">
                  <c:v>-107.396606</c:v>
                </c:pt>
                <c:pt idx="887">
                  <c:v>-108.193692</c:v>
                </c:pt>
                <c:pt idx="888">
                  <c:v>-108.995203</c:v>
                </c:pt>
                <c:pt idx="889">
                  <c:v>-109.801155</c:v>
                </c:pt>
                <c:pt idx="890">
                  <c:v>-110.611565</c:v>
                </c:pt>
                <c:pt idx="891">
                  <c:v>-111.426448</c:v>
                </c:pt>
                <c:pt idx="892">
                  <c:v>-112.245821</c:v>
                </c:pt>
                <c:pt idx="893">
                  <c:v>-113.069700</c:v>
                </c:pt>
                <c:pt idx="894">
                  <c:v>-113.898101</c:v>
                </c:pt>
                <c:pt idx="895">
                  <c:v>-114.731041</c:v>
                </c:pt>
                <c:pt idx="896">
                  <c:v>-115.568535</c:v>
                </c:pt>
                <c:pt idx="897">
                  <c:v>-116.410600</c:v>
                </c:pt>
                <c:pt idx="898">
                  <c:v>-117.257251</c:v>
                </c:pt>
                <c:pt idx="899">
                  <c:v>-118.108505</c:v>
                </c:pt>
                <c:pt idx="900">
                  <c:v>-118.964377</c:v>
                </c:pt>
                <c:pt idx="901">
                  <c:v>-119.824884</c:v>
                </c:pt>
                <c:pt idx="902">
                  <c:v>-120.690041</c:v>
                </c:pt>
                <c:pt idx="903">
                  <c:v>-121.559864</c:v>
                </c:pt>
                <c:pt idx="904">
                  <c:v>-122.434369</c:v>
                </c:pt>
                <c:pt idx="905">
                  <c:v>-123.313572</c:v>
                </c:pt>
                <c:pt idx="906">
                  <c:v>-124.197488</c:v>
                </c:pt>
                <c:pt idx="907">
                  <c:v>-125.086133</c:v>
                </c:pt>
                <c:pt idx="908">
                  <c:v>-125.979523</c:v>
                </c:pt>
                <c:pt idx="909">
                  <c:v>-126.877672</c:v>
                </c:pt>
                <c:pt idx="910">
                  <c:v>-127.780598</c:v>
                </c:pt>
                <c:pt idx="911">
                  <c:v>-128.688314</c:v>
                </c:pt>
                <c:pt idx="912">
                  <c:v>-129.600837</c:v>
                </c:pt>
                <c:pt idx="913">
                  <c:v>-130.518181</c:v>
                </c:pt>
                <c:pt idx="914">
                  <c:v>-131.440362</c:v>
                </c:pt>
                <c:pt idx="915">
                  <c:v>-132.367395</c:v>
                </c:pt>
                <c:pt idx="916">
                  <c:v>-133.299295</c:v>
                </c:pt>
                <c:pt idx="917">
                  <c:v>-134.236077</c:v>
                </c:pt>
                <c:pt idx="918">
                  <c:v>-135.177756</c:v>
                </c:pt>
                <c:pt idx="919">
                  <c:v>-136.124348</c:v>
                </c:pt>
                <c:pt idx="920">
                  <c:v>-137.075866</c:v>
                </c:pt>
                <c:pt idx="921">
                  <c:v>-138.032325</c:v>
                </c:pt>
                <c:pt idx="922">
                  <c:v>-138.993741</c:v>
                </c:pt>
                <c:pt idx="923">
                  <c:v>-139.960127</c:v>
                </c:pt>
                <c:pt idx="924">
                  <c:v>-140.931499</c:v>
                </c:pt>
                <c:pt idx="925">
                  <c:v>-141.907870</c:v>
                </c:pt>
                <c:pt idx="926">
                  <c:v>-142.889255</c:v>
                </c:pt>
                <c:pt idx="927">
                  <c:v>-143.875668</c:v>
                </c:pt>
                <c:pt idx="928">
                  <c:v>-144.867124</c:v>
                </c:pt>
                <c:pt idx="929">
                  <c:v>-145.863636</c:v>
                </c:pt>
                <c:pt idx="930">
                  <c:v>-146.865218</c:v>
                </c:pt>
                <c:pt idx="931">
                  <c:v>-147.871885</c:v>
                </c:pt>
                <c:pt idx="932">
                  <c:v>-148.883649</c:v>
                </c:pt>
                <c:pt idx="933">
                  <c:v>-149.900525</c:v>
                </c:pt>
                <c:pt idx="934">
                  <c:v>-150.922527</c:v>
                </c:pt>
                <c:pt idx="935">
                  <c:v>-151.949666</c:v>
                </c:pt>
                <c:pt idx="936">
                  <c:v>-152.981958</c:v>
                </c:pt>
                <c:pt idx="937">
                  <c:v>-154.019415</c:v>
                </c:pt>
                <c:pt idx="938">
                  <c:v>-155.062051</c:v>
                </c:pt>
                <c:pt idx="939">
                  <c:v>-156.109878</c:v>
                </c:pt>
                <c:pt idx="940">
                  <c:v>-157.162909</c:v>
                </c:pt>
                <c:pt idx="941">
                  <c:v>-158.221157</c:v>
                </c:pt>
                <c:pt idx="942">
                  <c:v>-159.284635</c:v>
                </c:pt>
                <c:pt idx="943">
                  <c:v>-160.353355</c:v>
                </c:pt>
                <c:pt idx="944">
                  <c:v>-161.427330</c:v>
                </c:pt>
                <c:pt idx="945">
                  <c:v>-162.506571</c:v>
                </c:pt>
                <c:pt idx="946">
                  <c:v>-163.591092</c:v>
                </c:pt>
                <c:pt idx="947">
                  <c:v>-164.680904</c:v>
                </c:pt>
                <c:pt idx="948">
                  <c:v>-165.776019</c:v>
                </c:pt>
                <c:pt idx="949">
                  <c:v>-166.876449</c:v>
                </c:pt>
                <c:pt idx="950">
                  <c:v>-167.982205</c:v>
                </c:pt>
                <c:pt idx="951">
                  <c:v>-169.093299</c:v>
                </c:pt>
                <c:pt idx="952">
                  <c:v>-170.209742</c:v>
                </c:pt>
                <c:pt idx="953">
                  <c:v>-171.331545</c:v>
                </c:pt>
                <c:pt idx="954">
                  <c:v>-172.458720</c:v>
                </c:pt>
                <c:pt idx="955">
                  <c:v>-173.591277</c:v>
                </c:pt>
                <c:pt idx="956">
                  <c:v>-174.729227</c:v>
                </c:pt>
                <c:pt idx="957">
                  <c:v>-175.872580</c:v>
                </c:pt>
                <c:pt idx="958">
                  <c:v>-177.021348</c:v>
                </c:pt>
                <c:pt idx="959">
                  <c:v>-178.175540</c:v>
                </c:pt>
                <c:pt idx="960">
                  <c:v>-179.335166</c:v>
                </c:pt>
                <c:pt idx="961">
                  <c:v>-180.500236</c:v>
                </c:pt>
                <c:pt idx="962">
                  <c:v>-181.670760</c:v>
                </c:pt>
                <c:pt idx="963">
                  <c:v>-182.846748</c:v>
                </c:pt>
                <c:pt idx="964">
                  <c:v>-184.028208</c:v>
                </c:pt>
                <c:pt idx="965">
                  <c:v>-185.215151</c:v>
                </c:pt>
                <c:pt idx="966">
                  <c:v>-186.407584</c:v>
                </c:pt>
                <c:pt idx="967">
                  <c:v>-187.605518</c:v>
                </c:pt>
                <c:pt idx="968">
                  <c:v>-188.808961</c:v>
                </c:pt>
                <c:pt idx="969">
                  <c:v>-190.017920</c:v>
                </c:pt>
                <c:pt idx="970">
                  <c:v>-191.232405</c:v>
                </c:pt>
                <c:pt idx="971">
                  <c:v>-192.452423</c:v>
                </c:pt>
                <c:pt idx="972">
                  <c:v>-193.677983</c:v>
                </c:pt>
                <c:pt idx="973">
                  <c:v>-194.909092</c:v>
                </c:pt>
                <c:pt idx="974">
                  <c:v>-196.145758</c:v>
                </c:pt>
                <c:pt idx="975">
                  <c:v>-197.387987</c:v>
                </c:pt>
                <c:pt idx="976">
                  <c:v>-198.635787</c:v>
                </c:pt>
                <c:pt idx="977">
                  <c:v>-199.889165</c:v>
                </c:pt>
                <c:pt idx="978">
                  <c:v>-201.148127</c:v>
                </c:pt>
                <c:pt idx="979">
                  <c:v>-202.412681</c:v>
                </c:pt>
                <c:pt idx="980">
                  <c:v>-203.682831</c:v>
                </c:pt>
                <c:pt idx="981">
                  <c:v>-204.958584</c:v>
                </c:pt>
                <c:pt idx="982">
                  <c:v>-206.239946</c:v>
                </c:pt>
                <c:pt idx="983">
                  <c:v>-207.526923</c:v>
                </c:pt>
                <c:pt idx="984">
                  <c:v>-208.819519</c:v>
                </c:pt>
                <c:pt idx="985">
                  <c:v>-210.117740</c:v>
                </c:pt>
                <c:pt idx="986">
                  <c:v>-211.421590</c:v>
                </c:pt>
                <c:pt idx="987">
                  <c:v>-212.731074</c:v>
                </c:pt>
                <c:pt idx="988">
                  <c:v>-214.046197</c:v>
                </c:pt>
                <c:pt idx="989">
                  <c:v>-215.366962</c:v>
                </c:pt>
                <c:pt idx="990">
                  <c:v>-216.693373</c:v>
                </c:pt>
                <c:pt idx="991">
                  <c:v>-218.025435</c:v>
                </c:pt>
                <c:pt idx="992">
                  <c:v>-219.363149</c:v>
                </c:pt>
                <c:pt idx="993">
                  <c:v>-220.706520</c:v>
                </c:pt>
                <c:pt idx="994">
                  <c:v>-222.055550</c:v>
                </c:pt>
                <c:pt idx="995">
                  <c:v>-223.410242</c:v>
                </c:pt>
                <c:pt idx="996">
                  <c:v>-224.770598</c:v>
                </c:pt>
                <c:pt idx="997">
                  <c:v>-226.136619</c:v>
                </c:pt>
                <c:pt idx="998">
                  <c:v>-227.508308</c:v>
                </c:pt>
                <c:pt idx="999">
                  <c:v>-228.885666</c:v>
                </c:pt>
                <c:pt idx="1000">
                  <c:v>-230.268695</c:v>
                </c:pt>
                <c:pt idx="1001">
                  <c:v>-231.657394</c:v>
                </c:pt>
                <c:pt idx="1002">
                  <c:v>-233.051765</c:v>
                </c:pt>
                <c:pt idx="1003">
                  <c:v>-234.451808</c:v>
                </c:pt>
                <c:pt idx="1004">
                  <c:v>-235.857523</c:v>
                </c:pt>
                <c:pt idx="1005">
                  <c:v>-237.268910</c:v>
                </c:pt>
                <c:pt idx="1006">
                  <c:v>-238.685968</c:v>
                </c:pt>
                <c:pt idx="1007">
                  <c:v>-240.108696</c:v>
                </c:pt>
                <c:pt idx="1008">
                  <c:v>-241.537093</c:v>
                </c:pt>
                <c:pt idx="1009">
                  <c:v>-242.971157</c:v>
                </c:pt>
                <c:pt idx="1010">
                  <c:v>-244.410887</c:v>
                </c:pt>
                <c:pt idx="1011">
                  <c:v>-245.856281</c:v>
                </c:pt>
                <c:pt idx="1012">
                  <c:v>-247.307335</c:v>
                </c:pt>
                <c:pt idx="1013">
                  <c:v>-248.764048</c:v>
                </c:pt>
                <c:pt idx="1014">
                  <c:v>-250.226416</c:v>
                </c:pt>
                <c:pt idx="1015">
                  <c:v>-251.694436</c:v>
                </c:pt>
                <c:pt idx="1016">
                  <c:v>-253.168103</c:v>
                </c:pt>
                <c:pt idx="1017">
                  <c:v>-254.647415</c:v>
                </c:pt>
                <c:pt idx="1018">
                  <c:v>-256.132365</c:v>
                </c:pt>
                <c:pt idx="1019">
                  <c:v>-257.622950</c:v>
                </c:pt>
                <c:pt idx="1020">
                  <c:v>-259.119165</c:v>
                </c:pt>
                <c:pt idx="1021">
                  <c:v>-260.621003</c:v>
                </c:pt>
                <c:pt idx="1022">
                  <c:v>-262.128460</c:v>
                </c:pt>
                <c:pt idx="1023">
                  <c:v>-263.641528</c:v>
                </c:pt>
                <c:pt idx="1024">
                  <c:v>-265.160202</c:v>
                </c:pt>
                <c:pt idx="1025">
                  <c:v>-266.684474</c:v>
                </c:pt>
                <c:pt idx="1026">
                  <c:v>-268.214338</c:v>
                </c:pt>
                <c:pt idx="1027">
                  <c:v>-269.749785</c:v>
                </c:pt>
                <c:pt idx="1028">
                  <c:v>-271.290807</c:v>
                </c:pt>
                <c:pt idx="1029">
                  <c:v>-272.837396</c:v>
                </c:pt>
                <c:pt idx="1030">
                  <c:v>-274.389544</c:v>
                </c:pt>
                <c:pt idx="1031">
                  <c:v>-275.947241</c:v>
                </c:pt>
                <c:pt idx="1032">
                  <c:v>-277.510478</c:v>
                </c:pt>
                <c:pt idx="1033">
                  <c:v>-279.079245</c:v>
                </c:pt>
                <c:pt idx="1034">
                  <c:v>-280.653531</c:v>
                </c:pt>
                <c:pt idx="1035">
                  <c:v>-282.233326</c:v>
                </c:pt>
                <c:pt idx="1036">
                  <c:v>-283.818619</c:v>
                </c:pt>
                <c:pt idx="1037">
                  <c:v>-285.409398</c:v>
                </c:pt>
                <c:pt idx="1038">
                  <c:v>-287.005651</c:v>
                </c:pt>
                <c:pt idx="1039">
                  <c:v>-288.607366</c:v>
                </c:pt>
                <c:pt idx="1040">
                  <c:v>-290.214531</c:v>
                </c:pt>
                <c:pt idx="1041">
                  <c:v>-291.827132</c:v>
                </c:pt>
                <c:pt idx="1042">
                  <c:v>-293.445156</c:v>
                </c:pt>
                <c:pt idx="1043">
                  <c:v>-295.068589</c:v>
                </c:pt>
                <c:pt idx="1044">
                  <c:v>-296.697416</c:v>
                </c:pt>
                <c:pt idx="1045">
                  <c:v>-298.331623</c:v>
                </c:pt>
                <c:pt idx="1046">
                  <c:v>-299.971194</c:v>
                </c:pt>
                <c:pt idx="1047">
                  <c:v>-301.616114</c:v>
                </c:pt>
                <c:pt idx="1048">
                  <c:v>-303.266368</c:v>
                </c:pt>
                <c:pt idx="1049">
                  <c:v>-304.921937</c:v>
                </c:pt>
                <c:pt idx="1050">
                  <c:v>-306.582806</c:v>
                </c:pt>
                <c:pt idx="1051">
                  <c:v>-308.248957</c:v>
                </c:pt>
                <c:pt idx="1052">
                  <c:v>-309.920373</c:v>
                </c:pt>
                <c:pt idx="1053">
                  <c:v>-311.597034</c:v>
                </c:pt>
                <c:pt idx="1054">
                  <c:v>-313.278923</c:v>
                </c:pt>
                <c:pt idx="1055">
                  <c:v>-314.966021</c:v>
                </c:pt>
                <c:pt idx="1056">
                  <c:v>-316.658306</c:v>
                </c:pt>
                <c:pt idx="1057">
                  <c:v>-318.355761</c:v>
                </c:pt>
                <c:pt idx="1058">
                  <c:v>-320.058363</c:v>
                </c:pt>
                <c:pt idx="1059">
                  <c:v>-321.766093</c:v>
                </c:pt>
                <c:pt idx="1060">
                  <c:v>-323.478928</c:v>
                </c:pt>
                <c:pt idx="1061">
                  <c:v>-325.196848</c:v>
                </c:pt>
                <c:pt idx="1062">
                  <c:v>-326.919828</c:v>
                </c:pt>
                <c:pt idx="1063">
                  <c:v>-328.647848</c:v>
                </c:pt>
                <c:pt idx="1064">
                  <c:v>-330.380883</c:v>
                </c:pt>
                <c:pt idx="1065">
                  <c:v>-332.118909</c:v>
                </c:pt>
                <c:pt idx="1066">
                  <c:v>-333.861903</c:v>
                </c:pt>
                <c:pt idx="1067">
                  <c:v>-335.609840</c:v>
                </c:pt>
                <c:pt idx="1068">
                  <c:v>-337.362694</c:v>
                </c:pt>
                <c:pt idx="1069">
                  <c:v>-339.120440</c:v>
                </c:pt>
                <c:pt idx="1070">
                  <c:v>-340.883051</c:v>
                </c:pt>
                <c:pt idx="1071">
                  <c:v>-342.650501</c:v>
                </c:pt>
                <c:pt idx="1072">
                  <c:v>-344.422764</c:v>
                </c:pt>
                <c:pt idx="1073">
                  <c:v>-346.199810</c:v>
                </c:pt>
                <c:pt idx="1074">
                  <c:v>-347.981613</c:v>
                </c:pt>
                <c:pt idx="1075">
                  <c:v>-349.768143</c:v>
                </c:pt>
                <c:pt idx="1076">
                  <c:v>-351.559371</c:v>
                </c:pt>
                <c:pt idx="1077">
                  <c:v>-353.355268</c:v>
                </c:pt>
                <c:pt idx="1078">
                  <c:v>-355.155804</c:v>
                </c:pt>
                <c:pt idx="1079">
                  <c:v>-356.960948</c:v>
                </c:pt>
                <c:pt idx="1080">
                  <c:v>-358.770669</c:v>
                </c:pt>
                <c:pt idx="1081">
                  <c:v>-360.584935</c:v>
                </c:pt>
                <c:pt idx="1082">
                  <c:v>-362.403714</c:v>
                </c:pt>
                <c:pt idx="1083">
                  <c:v>-364.226974</c:v>
                </c:pt>
                <c:pt idx="1084">
                  <c:v>-366.054681</c:v>
                </c:pt>
                <c:pt idx="1085">
                  <c:v>-367.886801</c:v>
                </c:pt>
                <c:pt idx="1086">
                  <c:v>-369.723302</c:v>
                </c:pt>
                <c:pt idx="1087">
                  <c:v>-371.564147</c:v>
                </c:pt>
                <c:pt idx="1088">
                  <c:v>-373.409302</c:v>
                </c:pt>
                <c:pt idx="1089">
                  <c:v>-375.258731</c:v>
                </c:pt>
                <c:pt idx="1090">
                  <c:v>-377.112397</c:v>
                </c:pt>
                <c:pt idx="1091">
                  <c:v>-378.970265</c:v>
                </c:pt>
                <c:pt idx="1092">
                  <c:v>-380.832296</c:v>
                </c:pt>
                <c:pt idx="1093">
                  <c:v>-382.698453</c:v>
                </c:pt>
                <c:pt idx="1094">
                  <c:v>-384.568698</c:v>
                </c:pt>
                <c:pt idx="1095">
                  <c:v>-386.442991</c:v>
                </c:pt>
                <c:pt idx="1096">
                  <c:v>-388.321294</c:v>
                </c:pt>
                <c:pt idx="1097">
                  <c:v>-390.203566</c:v>
                </c:pt>
                <c:pt idx="1098">
                  <c:v>-392.089768</c:v>
                </c:pt>
                <c:pt idx="1099">
                  <c:v>-393.979858</c:v>
                </c:pt>
                <c:pt idx="1100">
                  <c:v>-395.873795</c:v>
                </c:pt>
                <c:pt idx="1101">
                  <c:v>-397.771536</c:v>
                </c:pt>
                <c:pt idx="1102">
                  <c:v>-399.673040</c:v>
                </c:pt>
                <c:pt idx="1103">
                  <c:v>-401.578263</c:v>
                </c:pt>
                <c:pt idx="1104">
                  <c:v>-403.487162</c:v>
                </c:pt>
                <c:pt idx="1105">
                  <c:v>-405.399692</c:v>
                </c:pt>
                <c:pt idx="1106">
                  <c:v>-407.315809</c:v>
                </c:pt>
                <c:pt idx="1107">
                  <c:v>-409.235469</c:v>
                </c:pt>
                <c:pt idx="1108">
                  <c:v>-411.158624</c:v>
                </c:pt>
                <c:pt idx="1109">
                  <c:v>-413.085230</c:v>
                </c:pt>
                <c:pt idx="1110">
                  <c:v>-415.015239</c:v>
                </c:pt>
                <c:pt idx="1111">
                  <c:v>-416.948604</c:v>
                </c:pt>
                <c:pt idx="1112">
                  <c:v>-418.885278</c:v>
                </c:pt>
                <c:pt idx="1113">
                  <c:v>-420.825211</c:v>
                </c:pt>
                <c:pt idx="1114">
                  <c:v>-422.768356</c:v>
                </c:pt>
                <c:pt idx="1115">
                  <c:v>-424.714662</c:v>
                </c:pt>
                <c:pt idx="1116">
                  <c:v>-426.664081</c:v>
                </c:pt>
                <c:pt idx="1117">
                  <c:v>-428.616561</c:v>
                </c:pt>
                <c:pt idx="1118">
                  <c:v>-430.572052</c:v>
                </c:pt>
                <c:pt idx="1119">
                  <c:v>-432.530503</c:v>
                </c:pt>
                <c:pt idx="1120">
                  <c:v>-434.491860</c:v>
                </c:pt>
                <c:pt idx="1121">
                  <c:v>-436.456073</c:v>
                </c:pt>
                <c:pt idx="1122">
                  <c:v>-438.423087</c:v>
                </c:pt>
                <c:pt idx="1123">
                  <c:v>-440.392850</c:v>
                </c:pt>
                <c:pt idx="1124">
                  <c:v>-442.365307</c:v>
                </c:pt>
                <c:pt idx="1125">
                  <c:v>-444.340404</c:v>
                </c:pt>
                <c:pt idx="1126">
                  <c:v>-446.318086</c:v>
                </c:pt>
                <c:pt idx="1127">
                  <c:v>-448.298298</c:v>
                </c:pt>
                <c:pt idx="1128">
                  <c:v>-450.280982</c:v>
                </c:pt>
                <c:pt idx="1129">
                  <c:v>-452.266083</c:v>
                </c:pt>
                <c:pt idx="1130">
                  <c:v>-454.253543</c:v>
                </c:pt>
                <c:pt idx="1131">
                  <c:v>-456.243306</c:v>
                </c:pt>
                <c:pt idx="1132">
                  <c:v>-458.235312</c:v>
                </c:pt>
                <c:pt idx="1133">
                  <c:v>-460.229503</c:v>
                </c:pt>
                <c:pt idx="1134">
                  <c:v>-462.225821</c:v>
                </c:pt>
                <c:pt idx="1135">
                  <c:v>-464.224205</c:v>
                </c:pt>
                <c:pt idx="1136">
                  <c:v>-466.224596</c:v>
                </c:pt>
                <c:pt idx="1137">
                  <c:v>-468.226932</c:v>
                </c:pt>
                <c:pt idx="1138">
                  <c:v>-470.231154</c:v>
                </c:pt>
                <c:pt idx="1139">
                  <c:v>-472.237199</c:v>
                </c:pt>
                <c:pt idx="1140">
                  <c:v>-474.245005</c:v>
                </c:pt>
                <c:pt idx="1141">
                  <c:v>-476.254510</c:v>
                </c:pt>
                <c:pt idx="1142">
                  <c:v>-478.265650</c:v>
                </c:pt>
                <c:pt idx="1143">
                  <c:v>-480.278363</c:v>
                </c:pt>
                <c:pt idx="1144">
                  <c:v>-482.292585</c:v>
                </c:pt>
                <c:pt idx="1145">
                  <c:v>-484.308250</c:v>
                </c:pt>
                <c:pt idx="1146">
                  <c:v>-486.325294</c:v>
                </c:pt>
                <c:pt idx="1147">
                  <c:v>-488.343653</c:v>
                </c:pt>
                <c:pt idx="1148">
                  <c:v>-490.363259</c:v>
                </c:pt>
                <c:pt idx="1149">
                  <c:v>-492.384047</c:v>
                </c:pt>
                <c:pt idx="1150">
                  <c:v>-494.405949</c:v>
                </c:pt>
                <c:pt idx="1151">
                  <c:v>-496.428900</c:v>
                </c:pt>
                <c:pt idx="1152">
                  <c:v>-498.452831</c:v>
                </c:pt>
                <c:pt idx="1153">
                  <c:v>-500.477674</c:v>
                </c:pt>
                <c:pt idx="1154">
                  <c:v>-502.503361</c:v>
                </c:pt>
                <c:pt idx="1155">
                  <c:v>-504.529823</c:v>
                </c:pt>
                <c:pt idx="1156">
                  <c:v>-506.556990</c:v>
                </c:pt>
                <c:pt idx="1157">
                  <c:v>-508.584793</c:v>
                </c:pt>
                <c:pt idx="1158">
                  <c:v>-510.613161</c:v>
                </c:pt>
                <c:pt idx="1159">
                  <c:v>-512.642024</c:v>
                </c:pt>
                <c:pt idx="1160">
                  <c:v>-514.671311</c:v>
                </c:pt>
                <c:pt idx="1161">
                  <c:v>-516.700951</c:v>
                </c:pt>
                <c:pt idx="1162">
                  <c:v>-518.730871</c:v>
                </c:pt>
                <c:pt idx="1163">
                  <c:v>-520.760999</c:v>
                </c:pt>
                <c:pt idx="1164">
                  <c:v>-522.791263</c:v>
                </c:pt>
                <c:pt idx="1165">
                  <c:v>-524.821590</c:v>
                </c:pt>
                <c:pt idx="1166">
                  <c:v>-526.851905</c:v>
                </c:pt>
                <c:pt idx="1167">
                  <c:v>-528.882137</c:v>
                </c:pt>
                <c:pt idx="1168">
                  <c:v>-530.912209</c:v>
                </c:pt>
                <c:pt idx="1169">
                  <c:v>-532.942049</c:v>
                </c:pt>
                <c:pt idx="1170">
                  <c:v>-534.971580</c:v>
                </c:pt>
                <c:pt idx="1171">
                  <c:v>-537.000728</c:v>
                </c:pt>
                <c:pt idx="1172">
                  <c:v>-539.029417</c:v>
                </c:pt>
                <c:pt idx="1173">
                  <c:v>-541.057571</c:v>
                </c:pt>
                <c:pt idx="1174">
                  <c:v>-543.085113</c:v>
                </c:pt>
                <c:pt idx="1175">
                  <c:v>-545.111968</c:v>
                </c:pt>
                <c:pt idx="1176">
                  <c:v>-547.138057</c:v>
                </c:pt>
                <c:pt idx="1177">
                  <c:v>-549.163305</c:v>
                </c:pt>
                <c:pt idx="1178">
                  <c:v>-551.187632</c:v>
                </c:pt>
                <c:pt idx="1179">
                  <c:v>-553.210962</c:v>
                </c:pt>
                <c:pt idx="1180">
                  <c:v>-555.233216</c:v>
                </c:pt>
                <c:pt idx="1181">
                  <c:v>-557.254315</c:v>
                </c:pt>
                <c:pt idx="1182">
                  <c:v>-559.274181</c:v>
                </c:pt>
                <c:pt idx="1183">
                  <c:v>-561.292734</c:v>
                </c:pt>
                <c:pt idx="1184">
                  <c:v>-563.309895</c:v>
                </c:pt>
                <c:pt idx="1185">
                  <c:v>-565.325584</c:v>
                </c:pt>
                <c:pt idx="1186">
                  <c:v>-567.339722</c:v>
                </c:pt>
                <c:pt idx="1187">
                  <c:v>-569.352228</c:v>
                </c:pt>
                <c:pt idx="1188">
                  <c:v>-571.363021</c:v>
                </c:pt>
                <c:pt idx="1189">
                  <c:v>-573.372021</c:v>
                </c:pt>
                <c:pt idx="1190">
                  <c:v>-575.379147</c:v>
                </c:pt>
                <c:pt idx="1191">
                  <c:v>-577.384318</c:v>
                </c:pt>
                <c:pt idx="1192">
                  <c:v>-579.387451</c:v>
                </c:pt>
                <c:pt idx="1193">
                  <c:v>-581.388467</c:v>
                </c:pt>
                <c:pt idx="1194">
                  <c:v>-583.387282</c:v>
                </c:pt>
                <c:pt idx="1195">
                  <c:v>-585.383814</c:v>
                </c:pt>
                <c:pt idx="1196">
                  <c:v>-587.377981</c:v>
                </c:pt>
                <c:pt idx="1197">
                  <c:v>-589.369701</c:v>
                </c:pt>
                <c:pt idx="1198">
                  <c:v>-591.358891</c:v>
                </c:pt>
                <c:pt idx="1199">
                  <c:v>-593.345468</c:v>
                </c:pt>
                <c:pt idx="1200">
                  <c:v>-595.329349</c:v>
                </c:pt>
                <c:pt idx="1201">
                  <c:v>-597.310451</c:v>
                </c:pt>
                <c:pt idx="1202">
                  <c:v>-599.288690</c:v>
                </c:pt>
                <c:pt idx="1203">
                  <c:v>-601.263983</c:v>
                </c:pt>
                <c:pt idx="1204">
                  <c:v>-603.236246</c:v>
                </c:pt>
                <c:pt idx="1205">
                  <c:v>-605.205396</c:v>
                </c:pt>
                <c:pt idx="1206">
                  <c:v>-607.171348</c:v>
                </c:pt>
                <c:pt idx="1207">
                  <c:v>-609.134018</c:v>
                </c:pt>
                <c:pt idx="1208">
                  <c:v>-611.093323</c:v>
                </c:pt>
                <c:pt idx="1209">
                  <c:v>-613.049177</c:v>
                </c:pt>
                <c:pt idx="1210">
                  <c:v>-615.001497</c:v>
                </c:pt>
                <c:pt idx="1211">
                  <c:v>-616.950199</c:v>
                </c:pt>
                <c:pt idx="1212">
                  <c:v>-618.895196</c:v>
                </c:pt>
                <c:pt idx="1213">
                  <c:v>-620.836406</c:v>
                </c:pt>
                <c:pt idx="1214">
                  <c:v>-622.773742</c:v>
                </c:pt>
                <c:pt idx="1215">
                  <c:v>-624.707121</c:v>
                </c:pt>
                <c:pt idx="1216">
                  <c:v>-626.636458</c:v>
                </c:pt>
                <c:pt idx="1217">
                  <c:v>-628.561668</c:v>
                </c:pt>
                <c:pt idx="1218">
                  <c:v>-630.482665</c:v>
                </c:pt>
                <c:pt idx="1219">
                  <c:v>-632.399366</c:v>
                </c:pt>
                <c:pt idx="1220">
                  <c:v>-634.311684</c:v>
                </c:pt>
                <c:pt idx="1221">
                  <c:v>-636.219536</c:v>
                </c:pt>
                <c:pt idx="1222">
                  <c:v>-638.122836</c:v>
                </c:pt>
                <c:pt idx="1223">
                  <c:v>-640.021500</c:v>
                </c:pt>
                <c:pt idx="1224">
                  <c:v>-641.915442</c:v>
                </c:pt>
                <c:pt idx="1225">
                  <c:v>-643.804578</c:v>
                </c:pt>
                <c:pt idx="1226">
                  <c:v>-645.688822</c:v>
                </c:pt>
                <c:pt idx="1227">
                  <c:v>-647.568090</c:v>
                </c:pt>
                <c:pt idx="1228">
                  <c:v>-649.442298</c:v>
                </c:pt>
                <c:pt idx="1229">
                  <c:v>-651.311360</c:v>
                </c:pt>
                <c:pt idx="1230">
                  <c:v>-653.175192</c:v>
                </c:pt>
                <c:pt idx="1231">
                  <c:v>-655.033709</c:v>
                </c:pt>
                <c:pt idx="1232">
                  <c:v>-656.886828</c:v>
                </c:pt>
                <c:pt idx="1233">
                  <c:v>-658.734462</c:v>
                </c:pt>
                <c:pt idx="1234">
                  <c:v>-660.576530</c:v>
                </c:pt>
                <c:pt idx="1235">
                  <c:v>-662.412945</c:v>
                </c:pt>
                <c:pt idx="1236">
                  <c:v>-664.243624</c:v>
                </c:pt>
                <c:pt idx="1237">
                  <c:v>-666.068484</c:v>
                </c:pt>
                <c:pt idx="1238">
                  <c:v>-667.887440</c:v>
                </c:pt>
                <c:pt idx="1239">
                  <c:v>-669.700408</c:v>
                </c:pt>
                <c:pt idx="1240">
                  <c:v>-671.507306</c:v>
                </c:pt>
                <c:pt idx="1241">
                  <c:v>-673.308050</c:v>
                </c:pt>
                <c:pt idx="1242">
                  <c:v>-675.102557</c:v>
                </c:pt>
                <c:pt idx="1243">
                  <c:v>-676.890744</c:v>
                </c:pt>
                <c:pt idx="1244">
                  <c:v>-678.672527</c:v>
                </c:pt>
                <c:pt idx="1245">
                  <c:v>-680.447826</c:v>
                </c:pt>
                <c:pt idx="1246">
                  <c:v>-682.216556</c:v>
                </c:pt>
                <c:pt idx="1247">
                  <c:v>-683.978637</c:v>
                </c:pt>
                <c:pt idx="1248">
                  <c:v>-685.733985</c:v>
                </c:pt>
                <c:pt idx="1249">
                  <c:v>-687.482520</c:v>
                </c:pt>
                <c:pt idx="1250">
                  <c:v>-689.224160</c:v>
                </c:pt>
                <c:pt idx="1251">
                  <c:v>-690.958823</c:v>
                </c:pt>
                <c:pt idx="1252">
                  <c:v>-692.686429</c:v>
                </c:pt>
                <c:pt idx="1253">
                  <c:v>-694.406897</c:v>
                </c:pt>
                <c:pt idx="1254">
                  <c:v>-696.120146</c:v>
                </c:pt>
                <c:pt idx="1255">
                  <c:v>-697.826097</c:v>
                </c:pt>
                <c:pt idx="1256">
                  <c:v>-699.524670</c:v>
                </c:pt>
                <c:pt idx="1257">
                  <c:v>-701.215784</c:v>
                </c:pt>
                <c:pt idx="1258">
                  <c:v>-702.899361</c:v>
                </c:pt>
                <c:pt idx="1259">
                  <c:v>-704.575322</c:v>
                </c:pt>
                <c:pt idx="1260">
                  <c:v>-706.243588</c:v>
                </c:pt>
                <c:pt idx="1261">
                  <c:v>-707.904082</c:v>
                </c:pt>
                <c:pt idx="1262">
                  <c:v>-709.556724</c:v>
                </c:pt>
                <c:pt idx="1263">
                  <c:v>-711.201437</c:v>
                </c:pt>
                <c:pt idx="1264">
                  <c:v>-712.838145</c:v>
                </c:pt>
                <c:pt idx="1265">
                  <c:v>-714.466769</c:v>
                </c:pt>
                <c:pt idx="1266">
                  <c:v>-716.087235</c:v>
                </c:pt>
                <c:pt idx="1267">
                  <c:v>-717.699465</c:v>
                </c:pt>
                <c:pt idx="1268">
                  <c:v>-719.303385</c:v>
                </c:pt>
                <c:pt idx="1269">
                  <c:v>-720.898918</c:v>
                </c:pt>
                <c:pt idx="1270">
                  <c:v>-722.485989</c:v>
                </c:pt>
                <c:pt idx="1271">
                  <c:v>-724.064525</c:v>
                </c:pt>
                <c:pt idx="1272">
                  <c:v>-725.634451</c:v>
                </c:pt>
                <c:pt idx="1273">
                  <c:v>-727.195693</c:v>
                </c:pt>
                <c:pt idx="1274">
                  <c:v>-728.748179</c:v>
                </c:pt>
                <c:pt idx="1275">
                  <c:v>-730.291835</c:v>
                </c:pt>
                <c:pt idx="1276">
                  <c:v>-731.826589</c:v>
                </c:pt>
                <c:pt idx="1277">
                  <c:v>-733.352370</c:v>
                </c:pt>
                <c:pt idx="1278">
                  <c:v>-734.869105</c:v>
                </c:pt>
                <c:pt idx="1279">
                  <c:v>-736.376724</c:v>
                </c:pt>
                <c:pt idx="1280">
                  <c:v>-737.875157</c:v>
                </c:pt>
                <c:pt idx="1281">
                  <c:v>-739.364334</c:v>
                </c:pt>
                <c:pt idx="1282">
                  <c:v>-740.844184</c:v>
                </c:pt>
                <c:pt idx="1283">
                  <c:v>-742.314640</c:v>
                </c:pt>
                <c:pt idx="1284">
                  <c:v>-743.775633</c:v>
                </c:pt>
                <c:pt idx="1285">
                  <c:v>-745.227095</c:v>
                </c:pt>
                <c:pt idx="1286">
                  <c:v>-746.668958</c:v>
                </c:pt>
                <c:pt idx="1287">
                  <c:v>-748.101156</c:v>
                </c:pt>
                <c:pt idx="1288">
                  <c:v>-749.523622</c:v>
                </c:pt>
                <c:pt idx="1289">
                  <c:v>-750.936291</c:v>
                </c:pt>
                <c:pt idx="1290">
                  <c:v>-752.339097</c:v>
                </c:pt>
                <c:pt idx="1291">
                  <c:v>-753.731976</c:v>
                </c:pt>
                <c:pt idx="1292">
                  <c:v>-755.114863</c:v>
                </c:pt>
                <c:pt idx="1293">
                  <c:v>-756.487696</c:v>
                </c:pt>
                <c:pt idx="1294">
                  <c:v>-757.850412</c:v>
                </c:pt>
                <c:pt idx="1295">
                  <c:v>-759.202947</c:v>
                </c:pt>
                <c:pt idx="1296">
                  <c:v>-760.545240</c:v>
                </c:pt>
                <c:pt idx="1297">
                  <c:v>-761.877231</c:v>
                </c:pt>
                <c:pt idx="1298">
                  <c:v>-763.198858</c:v>
                </c:pt>
                <c:pt idx="1299">
                  <c:v>-764.510062</c:v>
                </c:pt>
                <c:pt idx="1300">
                  <c:v>-765.810784</c:v>
                </c:pt>
                <c:pt idx="1301">
                  <c:v>-767.100964</c:v>
                </c:pt>
                <c:pt idx="1302">
                  <c:v>-768.380545</c:v>
                </c:pt>
                <c:pt idx="1303">
                  <c:v>-769.649469</c:v>
                </c:pt>
                <c:pt idx="1304">
                  <c:v>-770.907680</c:v>
                </c:pt>
                <c:pt idx="1305">
                  <c:v>-772.155122</c:v>
                </c:pt>
                <c:pt idx="1306">
                  <c:v>-773.391738</c:v>
                </c:pt>
                <c:pt idx="1307">
                  <c:v>-774.617475</c:v>
                </c:pt>
                <c:pt idx="1308">
                  <c:v>-775.832279</c:v>
                </c:pt>
                <c:pt idx="1309">
                  <c:v>-777.036095</c:v>
                </c:pt>
                <c:pt idx="1310">
                  <c:v>-778.228871</c:v>
                </c:pt>
                <c:pt idx="1311">
                  <c:v>-779.410555</c:v>
                </c:pt>
                <c:pt idx="1312">
                  <c:v>-780.581095</c:v>
                </c:pt>
                <c:pt idx="1313">
                  <c:v>-781.740442</c:v>
                </c:pt>
                <c:pt idx="1314">
                  <c:v>-782.888544</c:v>
                </c:pt>
                <c:pt idx="1315">
                  <c:v>-784.025353</c:v>
                </c:pt>
                <c:pt idx="1316">
                  <c:v>-785.150820</c:v>
                </c:pt>
                <c:pt idx="1317">
                  <c:v>-786.264897</c:v>
                </c:pt>
                <c:pt idx="1318">
                  <c:v>-787.367537</c:v>
                </c:pt>
                <c:pt idx="1319">
                  <c:v>-788.458694</c:v>
                </c:pt>
                <c:pt idx="1320">
                  <c:v>-789.538321</c:v>
                </c:pt>
                <c:pt idx="1321">
                  <c:v>-790.606374</c:v>
                </c:pt>
                <c:pt idx="1322">
                  <c:v>-791.662809</c:v>
                </c:pt>
                <c:pt idx="1323">
                  <c:v>-792.707582</c:v>
                </c:pt>
                <c:pt idx="1324">
                  <c:v>-793.740651</c:v>
                </c:pt>
                <c:pt idx="1325">
                  <c:v>-794.761972</c:v>
                </c:pt>
                <c:pt idx="1326">
                  <c:v>-795.771506</c:v>
                </c:pt>
                <c:pt idx="1327">
                  <c:v>-796.769211</c:v>
                </c:pt>
                <c:pt idx="1328">
                  <c:v>-797.755048</c:v>
                </c:pt>
                <c:pt idx="1329">
                  <c:v>-798.728978</c:v>
                </c:pt>
                <c:pt idx="1330">
                  <c:v>-799.690963</c:v>
                </c:pt>
                <c:pt idx="1331">
                  <c:v>-800.640964</c:v>
                </c:pt>
                <c:pt idx="1332">
                  <c:v>-801.578946</c:v>
                </c:pt>
                <c:pt idx="1333">
                  <c:v>-802.504872</c:v>
                </c:pt>
                <c:pt idx="1334">
                  <c:v>-803.418708</c:v>
                </c:pt>
                <c:pt idx="1335">
                  <c:v>-804.320419</c:v>
                </c:pt>
                <c:pt idx="1336">
                  <c:v>-805.209971</c:v>
                </c:pt>
                <c:pt idx="1337">
                  <c:v>-806.087331</c:v>
                </c:pt>
                <c:pt idx="1338">
                  <c:v>-806.952469</c:v>
                </c:pt>
                <c:pt idx="1339">
                  <c:v>-807.805351</c:v>
                </c:pt>
                <c:pt idx="1340">
                  <c:v>-808.645949</c:v>
                </c:pt>
                <c:pt idx="1341">
                  <c:v>-809.474232</c:v>
                </c:pt>
                <c:pt idx="1342">
                  <c:v>-810.290172</c:v>
                </c:pt>
                <c:pt idx="1343">
                  <c:v>-811.093740</c:v>
                </c:pt>
                <c:pt idx="1344">
                  <c:v>-811.884909</c:v>
                </c:pt>
                <c:pt idx="1345">
                  <c:v>-812.663653</c:v>
                </c:pt>
                <c:pt idx="1346">
                  <c:v>-813.429946</c:v>
                </c:pt>
                <c:pt idx="1347">
                  <c:v>-814.183764</c:v>
                </c:pt>
                <c:pt idx="1348">
                  <c:v>-814.925082</c:v>
                </c:pt>
                <c:pt idx="1349">
                  <c:v>-815.653877</c:v>
                </c:pt>
                <c:pt idx="1350">
                  <c:v>-816.370127</c:v>
                </c:pt>
                <c:pt idx="1351">
                  <c:v>-817.073810</c:v>
                </c:pt>
                <c:pt idx="1352">
                  <c:v>-817.764906</c:v>
                </c:pt>
                <c:pt idx="1353">
                  <c:v>-818.443394</c:v>
                </c:pt>
                <c:pt idx="1354">
                  <c:v>-819.109256</c:v>
                </c:pt>
                <c:pt idx="1355">
                  <c:v>-819.762473</c:v>
                </c:pt>
                <c:pt idx="1356">
                  <c:v>-820.403027</c:v>
                </c:pt>
                <c:pt idx="1357">
                  <c:v>-821.030902</c:v>
                </c:pt>
                <c:pt idx="1358">
                  <c:v>-821.646082</c:v>
                </c:pt>
                <c:pt idx="1359">
                  <c:v>-822.248552</c:v>
                </c:pt>
                <c:pt idx="1360">
                  <c:v>-822.838298</c:v>
                </c:pt>
                <c:pt idx="1361">
                  <c:v>-823.415306</c:v>
                </c:pt>
                <c:pt idx="1362">
                  <c:v>-823.979563</c:v>
                </c:pt>
                <c:pt idx="1363">
                  <c:v>-824.531059</c:v>
                </c:pt>
                <c:pt idx="1364">
                  <c:v>-825.069782</c:v>
                </c:pt>
                <c:pt idx="1365">
                  <c:v>-825.595721</c:v>
                </c:pt>
                <c:pt idx="1366">
                  <c:v>-826.108868</c:v>
                </c:pt>
                <c:pt idx="1367">
                  <c:v>-826.609214</c:v>
                </c:pt>
                <c:pt idx="1368">
                  <c:v>-827.096751</c:v>
                </c:pt>
                <c:pt idx="1369">
                  <c:v>-827.571473</c:v>
                </c:pt>
                <c:pt idx="1370">
                  <c:v>-828.033373</c:v>
                </c:pt>
                <c:pt idx="1371">
                  <c:v>-828.482446</c:v>
                </c:pt>
                <c:pt idx="1372">
                  <c:v>-828.918688</c:v>
                </c:pt>
                <c:pt idx="1373">
                  <c:v>-829.342094</c:v>
                </c:pt>
                <c:pt idx="1374">
                  <c:v>-829.752663</c:v>
                </c:pt>
                <c:pt idx="1375">
                  <c:v>-830.150392</c:v>
                </c:pt>
                <c:pt idx="1376">
                  <c:v>-830.535280</c:v>
                </c:pt>
                <c:pt idx="1377">
                  <c:v>-830.907327</c:v>
                </c:pt>
                <c:pt idx="1378">
                  <c:v>-831.266532</c:v>
                </c:pt>
                <c:pt idx="1379">
                  <c:v>-831.612898</c:v>
                </c:pt>
                <c:pt idx="1380">
                  <c:v>-831.946426</c:v>
                </c:pt>
                <c:pt idx="1381">
                  <c:v>-832.267119</c:v>
                </c:pt>
                <c:pt idx="1382">
                  <c:v>-832.574980</c:v>
                </c:pt>
                <c:pt idx="1383">
                  <c:v>-832.870015</c:v>
                </c:pt>
                <c:pt idx="1384">
                  <c:v>-833.152227</c:v>
                </c:pt>
                <c:pt idx="1385">
                  <c:v>-833.421624</c:v>
                </c:pt>
                <c:pt idx="1386">
                  <c:v>-833.678212</c:v>
                </c:pt>
                <c:pt idx="1387">
                  <c:v>-833.921998</c:v>
                </c:pt>
                <c:pt idx="1388">
                  <c:v>-834.152991</c:v>
                </c:pt>
                <c:pt idx="1389">
                  <c:v>-834.371199</c:v>
                </c:pt>
                <c:pt idx="1390">
                  <c:v>-834.576634</c:v>
                </c:pt>
                <c:pt idx="1391">
                  <c:v>-834.769304</c:v>
                </c:pt>
                <c:pt idx="1392">
                  <c:v>-834.949223</c:v>
                </c:pt>
                <c:pt idx="1393">
                  <c:v>-835.116402</c:v>
                </c:pt>
                <c:pt idx="1394">
                  <c:v>-835.270853</c:v>
                </c:pt>
                <c:pt idx="1395">
                  <c:v>-835.412592</c:v>
                </c:pt>
                <c:pt idx="1396">
                  <c:v>-835.541631</c:v>
                </c:pt>
                <c:pt idx="1397">
                  <c:v>-835.657987</c:v>
                </c:pt>
                <c:pt idx="1398">
                  <c:v>-835.761675</c:v>
                </c:pt>
                <c:pt idx="1399">
                  <c:v>-835.852712</c:v>
                </c:pt>
                <c:pt idx="1400">
                  <c:v>-835.931116</c:v>
                </c:pt>
                <c:pt idx="1401">
                  <c:v>-835.996904</c:v>
                </c:pt>
                <c:pt idx="1402">
                  <c:v>-836.050096</c:v>
                </c:pt>
                <c:pt idx="1403">
                  <c:v>-836.090711</c:v>
                </c:pt>
                <c:pt idx="1404">
                  <c:v>-836.118770</c:v>
                </c:pt>
                <c:pt idx="1405">
                  <c:v>-836.134294</c:v>
                </c:pt>
                <c:pt idx="1406">
                  <c:v>-836.137305</c:v>
                </c:pt>
                <c:pt idx="1407">
                  <c:v>-836.127825</c:v>
                </c:pt>
                <c:pt idx="1408">
                  <c:v>-836.105877</c:v>
                </c:pt>
                <c:pt idx="1409">
                  <c:v>-836.071485</c:v>
                </c:pt>
                <c:pt idx="1410">
                  <c:v>-836.024675</c:v>
                </c:pt>
                <c:pt idx="1411">
                  <c:v>-835.965471</c:v>
                </c:pt>
                <c:pt idx="1412">
                  <c:v>-835.893899</c:v>
                </c:pt>
                <c:pt idx="1413">
                  <c:v>-835.809987</c:v>
                </c:pt>
                <c:pt idx="1414">
                  <c:v>-835.713762</c:v>
                </c:pt>
                <c:pt idx="1415">
                  <c:v>-835.605251</c:v>
                </c:pt>
                <c:pt idx="1416">
                  <c:v>-835.484483</c:v>
                </c:pt>
                <c:pt idx="1417">
                  <c:v>-835.351489</c:v>
                </c:pt>
                <c:pt idx="1418">
                  <c:v>-835.206297</c:v>
                </c:pt>
                <c:pt idx="1419">
                  <c:v>-835.048939</c:v>
                </c:pt>
                <c:pt idx="1420">
                  <c:v>-834.879446</c:v>
                </c:pt>
                <c:pt idx="1421">
                  <c:v>-834.697851</c:v>
                </c:pt>
                <c:pt idx="1422">
                  <c:v>-834.504185</c:v>
                </c:pt>
                <c:pt idx="1423">
                  <c:v>-834.298483</c:v>
                </c:pt>
                <c:pt idx="1424">
                  <c:v>-834.080777</c:v>
                </c:pt>
                <c:pt idx="1425">
                  <c:v>-833.851103</c:v>
                </c:pt>
                <c:pt idx="1426">
                  <c:v>-833.609497</c:v>
                </c:pt>
                <c:pt idx="1427">
                  <c:v>-833.355992</c:v>
                </c:pt>
                <c:pt idx="1428">
                  <c:v>-833.090627</c:v>
                </c:pt>
                <c:pt idx="1429">
                  <c:v>-832.813438</c:v>
                </c:pt>
                <c:pt idx="1430">
                  <c:v>-832.524463</c:v>
                </c:pt>
                <c:pt idx="1431">
                  <c:v>-832.223739</c:v>
                </c:pt>
                <c:pt idx="1432">
                  <c:v>-831.911306</c:v>
                </c:pt>
                <c:pt idx="1433">
                  <c:v>-831.587203</c:v>
                </c:pt>
                <c:pt idx="1434">
                  <c:v>-831.251470</c:v>
                </c:pt>
                <c:pt idx="1435">
                  <c:v>-830.904147</c:v>
                </c:pt>
                <c:pt idx="1436">
                  <c:v>-830.545276</c:v>
                </c:pt>
                <c:pt idx="1437">
                  <c:v>-830.174897</c:v>
                </c:pt>
                <c:pt idx="1438">
                  <c:v>-829.793054</c:v>
                </c:pt>
                <c:pt idx="1439">
                  <c:v>-829.399789</c:v>
                </c:pt>
                <c:pt idx="1440">
                  <c:v>-828.995144</c:v>
                </c:pt>
                <c:pt idx="1441">
                  <c:v>-828.579165</c:v>
                </c:pt>
                <c:pt idx="1442">
                  <c:v>-828.151894</c:v>
                </c:pt>
                <c:pt idx="1443">
                  <c:v>-827.713377</c:v>
                </c:pt>
                <c:pt idx="1444">
                  <c:v>-827.263660</c:v>
                </c:pt>
                <c:pt idx="1445">
                  <c:v>-826.802787</c:v>
                </c:pt>
                <c:pt idx="1446">
                  <c:v>-826.330805</c:v>
                </c:pt>
                <c:pt idx="1447">
                  <c:v>-825.847762</c:v>
                </c:pt>
                <c:pt idx="1448">
                  <c:v>-825.353703</c:v>
                </c:pt>
                <c:pt idx="1449">
                  <c:v>-824.848677</c:v>
                </c:pt>
                <c:pt idx="1450">
                  <c:v>-824.332732</c:v>
                </c:pt>
                <c:pt idx="1451">
                  <c:v>-823.805917</c:v>
                </c:pt>
                <c:pt idx="1452">
                  <c:v>-823.268281</c:v>
                </c:pt>
                <c:pt idx="1453">
                  <c:v>-822.719873</c:v>
                </c:pt>
                <c:pt idx="1454">
                  <c:v>-822.160744</c:v>
                </c:pt>
                <c:pt idx="1455">
                  <c:v>-821.590943</c:v>
                </c:pt>
                <c:pt idx="1456">
                  <c:v>-821.010522</c:v>
                </c:pt>
                <c:pt idx="1457">
                  <c:v>-820.419532</c:v>
                </c:pt>
                <c:pt idx="1458">
                  <c:v>-819.818025</c:v>
                </c:pt>
                <c:pt idx="1459">
                  <c:v>-819.206052</c:v>
                </c:pt>
                <c:pt idx="1460">
                  <c:v>-818.583667</c:v>
                </c:pt>
                <c:pt idx="1461">
                  <c:v>-817.950921</c:v>
                </c:pt>
                <c:pt idx="1462">
                  <c:v>-817.307869</c:v>
                </c:pt>
                <c:pt idx="1463">
                  <c:v>-816.654564</c:v>
                </c:pt>
                <c:pt idx="1464">
                  <c:v>-815.991060</c:v>
                </c:pt>
                <c:pt idx="1465">
                  <c:v>-815.317412</c:v>
                </c:pt>
                <c:pt idx="1466">
                  <c:v>-814.633674</c:v>
                </c:pt>
                <c:pt idx="1467">
                  <c:v>-813.939901</c:v>
                </c:pt>
                <c:pt idx="1468">
                  <c:v>-813.236149</c:v>
                </c:pt>
                <c:pt idx="1469">
                  <c:v>-812.522473</c:v>
                </c:pt>
                <c:pt idx="1470">
                  <c:v>-811.798930</c:v>
                </c:pt>
                <c:pt idx="1471">
                  <c:v>-811.065577</c:v>
                </c:pt>
                <c:pt idx="1472">
                  <c:v>-810.322469</c:v>
                </c:pt>
                <c:pt idx="1473">
                  <c:v>-809.569664</c:v>
                </c:pt>
                <c:pt idx="1474">
                  <c:v>-808.807220</c:v>
                </c:pt>
                <c:pt idx="1475">
                  <c:v>-808.035194</c:v>
                </c:pt>
                <c:pt idx="1476">
                  <c:v>-807.253643</c:v>
                </c:pt>
                <c:pt idx="1477">
                  <c:v>-806.462627</c:v>
                </c:pt>
                <c:pt idx="1478">
                  <c:v>-805.662204</c:v>
                </c:pt>
                <c:pt idx="1479">
                  <c:v>-804.852433</c:v>
                </c:pt>
                <c:pt idx="1480">
                  <c:v>-804.033372</c:v>
                </c:pt>
                <c:pt idx="1481">
                  <c:v>-803.205081</c:v>
                </c:pt>
                <c:pt idx="1482">
                  <c:v>-802.367619</c:v>
                </c:pt>
                <c:pt idx="1483">
                  <c:v>-801.521047</c:v>
                </c:pt>
                <c:pt idx="1484">
                  <c:v>-800.665424</c:v>
                </c:pt>
                <c:pt idx="1485">
                  <c:v>-799.800811</c:v>
                </c:pt>
                <c:pt idx="1486">
                  <c:v>-798.927268</c:v>
                </c:pt>
                <c:pt idx="1487">
                  <c:v>-798.044855</c:v>
                </c:pt>
                <c:pt idx="1488">
                  <c:v>-797.153635</c:v>
                </c:pt>
                <c:pt idx="1489">
                  <c:v>-796.253667</c:v>
                </c:pt>
                <c:pt idx="1490">
                  <c:v>-795.345013</c:v>
                </c:pt>
                <c:pt idx="1491">
                  <c:v>-794.427735</c:v>
                </c:pt>
                <c:pt idx="1492">
                  <c:v>-793.501894</c:v>
                </c:pt>
                <c:pt idx="1493">
                  <c:v>-792.567553</c:v>
                </c:pt>
                <c:pt idx="1494">
                  <c:v>-791.624772</c:v>
                </c:pt>
                <c:pt idx="1495">
                  <c:v>-790.673615</c:v>
                </c:pt>
                <c:pt idx="1496">
                  <c:v>-789.714143</c:v>
                </c:pt>
                <c:pt idx="1497">
                  <c:v>-788.746420</c:v>
                </c:pt>
                <c:pt idx="1498">
                  <c:v>-787.770507</c:v>
                </c:pt>
                <c:pt idx="1499">
                  <c:v>-786.786468</c:v>
                </c:pt>
                <c:pt idx="1500">
                  <c:v>-785.794365</c:v>
                </c:pt>
                <c:pt idx="1501">
                  <c:v>-784.794261</c:v>
                </c:pt>
                <c:pt idx="1502">
                  <c:v>-783.786221</c:v>
                </c:pt>
                <c:pt idx="1503">
                  <c:v>-782.770305</c:v>
                </c:pt>
                <c:pt idx="1504">
                  <c:v>-781.746579</c:v>
                </c:pt>
                <c:pt idx="1505">
                  <c:v>-780.715106</c:v>
                </c:pt>
                <c:pt idx="1506">
                  <c:v>-779.675948</c:v>
                </c:pt>
                <c:pt idx="1507">
                  <c:v>-778.629170</c:v>
                </c:pt>
                <c:pt idx="1508">
                  <c:v>-777.574835</c:v>
                </c:pt>
                <c:pt idx="1509">
                  <c:v>-776.513008</c:v>
                </c:pt>
                <c:pt idx="1510">
                  <c:v>-775.443751</c:v>
                </c:pt>
                <c:pt idx="1511">
                  <c:v>-774.367129</c:v>
                </c:pt>
                <c:pt idx="1512">
                  <c:v>-773.283206</c:v>
                </c:pt>
                <c:pt idx="1513">
                  <c:v>-772.192046</c:v>
                </c:pt>
                <c:pt idx="1514">
                  <c:v>-771.093712</c:v>
                </c:pt>
                <c:pt idx="1515">
                  <c:v>-769.988270</c:v>
                </c:pt>
                <c:pt idx="1516">
                  <c:v>-768.875782</c:v>
                </c:pt>
                <c:pt idx="1517">
                  <c:v>-767.756313</c:v>
                </c:pt>
                <c:pt idx="1518">
                  <c:v>-766.629927</c:v>
                </c:pt>
                <c:pt idx="1519">
                  <c:v>-765.496689</c:v>
                </c:pt>
                <c:pt idx="1520">
                  <c:v>-764.356662</c:v>
                </c:pt>
                <c:pt idx="1521">
                  <c:v>-763.209911</c:v>
                </c:pt>
                <c:pt idx="1522">
                  <c:v>-762.056500</c:v>
                </c:pt>
                <c:pt idx="1523">
                  <c:v>-760.896493</c:v>
                </c:pt>
                <c:pt idx="1524">
                  <c:v>-759.729954</c:v>
                </c:pt>
                <c:pt idx="1525">
                  <c:v>-758.556947</c:v>
                </c:pt>
                <c:pt idx="1526">
                  <c:v>-757.377536</c:v>
                </c:pt>
                <c:pt idx="1527">
                  <c:v>-756.191786</c:v>
                </c:pt>
                <c:pt idx="1528">
                  <c:v>-754.999761</c:v>
                </c:pt>
                <c:pt idx="1529">
                  <c:v>-753.801524</c:v>
                </c:pt>
                <c:pt idx="1530">
                  <c:v>-752.597139</c:v>
                </c:pt>
                <c:pt idx="1531">
                  <c:v>-751.386670</c:v>
                </c:pt>
                <c:pt idx="1532">
                  <c:v>-750.170182</c:v>
                </c:pt>
                <c:pt idx="1533">
                  <c:v>-748.947738</c:v>
                </c:pt>
                <c:pt idx="1534">
                  <c:v>-747.719401</c:v>
                </c:pt>
                <c:pt idx="1535">
                  <c:v>-746.485235</c:v>
                </c:pt>
                <c:pt idx="1536">
                  <c:v>-745.245305</c:v>
                </c:pt>
                <c:pt idx="1537">
                  <c:v>-743.999672</c:v>
                </c:pt>
                <c:pt idx="1538">
                  <c:v>-742.748402</c:v>
                </c:pt>
                <c:pt idx="1539">
                  <c:v>-741.491556</c:v>
                </c:pt>
                <c:pt idx="1540">
                  <c:v>-740.229199</c:v>
                </c:pt>
                <c:pt idx="1541">
                  <c:v>-738.961393</c:v>
                </c:pt>
                <c:pt idx="1542">
                  <c:v>-737.688201</c:v>
                </c:pt>
                <c:pt idx="1543">
                  <c:v>-736.409687</c:v>
                </c:pt>
                <c:pt idx="1544">
                  <c:v>-735.125912</c:v>
                </c:pt>
                <c:pt idx="1545">
                  <c:v>-733.836941</c:v>
                </c:pt>
                <c:pt idx="1546">
                  <c:v>-732.542835</c:v>
                </c:pt>
                <c:pt idx="1547">
                  <c:v>-731.243656</c:v>
                </c:pt>
                <c:pt idx="1548">
                  <c:v>-729.939468</c:v>
                </c:pt>
                <c:pt idx="1549">
                  <c:v>-728.630332</c:v>
                </c:pt>
                <c:pt idx="1550">
                  <c:v>-727.316310</c:v>
                </c:pt>
                <c:pt idx="1551">
                  <c:v>-725.997465</c:v>
                </c:pt>
                <c:pt idx="1552">
                  <c:v>-724.673857</c:v>
                </c:pt>
                <c:pt idx="1553">
                  <c:v>-723.345549</c:v>
                </c:pt>
                <c:pt idx="1554">
                  <c:v>-722.012601</c:v>
                </c:pt>
                <c:pt idx="1555">
                  <c:v>-720.675076</c:v>
                </c:pt>
                <c:pt idx="1556">
                  <c:v>-719.333034</c:v>
                </c:pt>
                <c:pt idx="1557">
                  <c:v>-717.986537</c:v>
                </c:pt>
                <c:pt idx="1558">
                  <c:v>-716.635645</c:v>
                </c:pt>
                <c:pt idx="1559">
                  <c:v>-715.280418</c:v>
                </c:pt>
                <c:pt idx="1560">
                  <c:v>-713.920918</c:v>
                </c:pt>
                <c:pt idx="1561">
                  <c:v>-712.557204</c:v>
                </c:pt>
                <c:pt idx="1562">
                  <c:v>-711.189337</c:v>
                </c:pt>
                <c:pt idx="1563">
                  <c:v>-709.817376</c:v>
                </c:pt>
                <c:pt idx="1564">
                  <c:v>-708.441382</c:v>
                </c:pt>
                <c:pt idx="1565">
                  <c:v>-707.061413</c:v>
                </c:pt>
                <c:pt idx="1566">
                  <c:v>-705.677529</c:v>
                </c:pt>
                <c:pt idx="1567">
                  <c:v>-704.289789</c:v>
                </c:pt>
                <c:pt idx="1568">
                  <c:v>-702.898253</c:v>
                </c:pt>
                <c:pt idx="1569">
                  <c:v>-701.502978</c:v>
                </c:pt>
                <c:pt idx="1570">
                  <c:v>-700.104023</c:v>
                </c:pt>
                <c:pt idx="1571">
                  <c:v>-698.701448</c:v>
                </c:pt>
                <c:pt idx="1572">
                  <c:v>-697.295309</c:v>
                </c:pt>
                <c:pt idx="1573">
                  <c:v>-695.885664</c:v>
                </c:pt>
                <c:pt idx="1574">
                  <c:v>-694.472572</c:v>
                </c:pt>
                <c:pt idx="1575">
                  <c:v>-693.056090</c:v>
                </c:pt>
                <c:pt idx="1576">
                  <c:v>-691.636274</c:v>
                </c:pt>
                <c:pt idx="1577">
                  <c:v>-690.213183</c:v>
                </c:pt>
                <c:pt idx="1578">
                  <c:v>-688.786872</c:v>
                </c:pt>
                <c:pt idx="1579">
                  <c:v>-687.357398</c:v>
                </c:pt>
                <c:pt idx="1580">
                  <c:v>-685.924818</c:v>
                </c:pt>
                <c:pt idx="1581">
                  <c:v>-684.489188</c:v>
                </c:pt>
                <c:pt idx="1582">
                  <c:v>-683.050563</c:v>
                </c:pt>
                <c:pt idx="1583">
                  <c:v>-681.608999</c:v>
                </c:pt>
                <c:pt idx="1584">
                  <c:v>-680.164551</c:v>
                </c:pt>
                <c:pt idx="1585">
                  <c:v>-678.717275</c:v>
                </c:pt>
                <c:pt idx="1586">
                  <c:v>-677.267225</c:v>
                </c:pt>
                <c:pt idx="1587">
                  <c:v>-675.814456</c:v>
                </c:pt>
                <c:pt idx="1588">
                  <c:v>-674.359022</c:v>
                </c:pt>
                <c:pt idx="1589">
                  <c:v>-672.900978</c:v>
                </c:pt>
                <c:pt idx="1590">
                  <c:v>-671.440377</c:v>
                </c:pt>
                <c:pt idx="1591">
                  <c:v>-669.977273</c:v>
                </c:pt>
                <c:pt idx="1592">
                  <c:v>-668.511718</c:v>
                </c:pt>
                <c:pt idx="1593">
                  <c:v>-667.043768</c:v>
                </c:pt>
                <c:pt idx="1594">
                  <c:v>-665.573473</c:v>
                </c:pt>
                <c:pt idx="1595">
                  <c:v>-664.100886</c:v>
                </c:pt>
                <c:pt idx="1596">
                  <c:v>-662.626061</c:v>
                </c:pt>
                <c:pt idx="1597">
                  <c:v>-661.149048</c:v>
                </c:pt>
                <c:pt idx="1598">
                  <c:v>-659.669900</c:v>
                </c:pt>
                <c:pt idx="1599">
                  <c:v>-658.188668</c:v>
                </c:pt>
                <c:pt idx="1600">
                  <c:v>-656.705403</c:v>
                </c:pt>
                <c:pt idx="1601">
                  <c:v>-655.220156</c:v>
                </c:pt>
                <c:pt idx="1602">
                  <c:v>-653.732978</c:v>
                </c:pt>
                <c:pt idx="1603">
                  <c:v>-652.243920</c:v>
                </c:pt>
                <c:pt idx="1604">
                  <c:v>-650.753031</c:v>
                </c:pt>
                <c:pt idx="1605">
                  <c:v>-649.260361</c:v>
                </c:pt>
                <c:pt idx="1606">
                  <c:v>-647.765960</c:v>
                </c:pt>
                <c:pt idx="1607">
                  <c:v>-646.269876</c:v>
                </c:pt>
                <c:pt idx="1608">
                  <c:v>-644.772160</c:v>
                </c:pt>
                <c:pt idx="1609">
                  <c:v>-643.272860</c:v>
                </c:pt>
                <c:pt idx="1610">
                  <c:v>-641.772023</c:v>
                </c:pt>
                <c:pt idx="1611">
                  <c:v>-640.269699</c:v>
                </c:pt>
                <c:pt idx="1612">
                  <c:v>-638.765935</c:v>
                </c:pt>
                <c:pt idx="1613">
                  <c:v>-637.260779</c:v>
                </c:pt>
                <c:pt idx="1614">
                  <c:v>-635.754278</c:v>
                </c:pt>
                <c:pt idx="1615">
                  <c:v>-634.246479</c:v>
                </c:pt>
                <c:pt idx="1616">
                  <c:v>-632.737429</c:v>
                </c:pt>
                <c:pt idx="1617">
                  <c:v>-631.227173</c:v>
                </c:pt>
                <c:pt idx="1618">
                  <c:v>-629.715759</c:v>
                </c:pt>
                <c:pt idx="1619">
                  <c:v>-628.203232</c:v>
                </c:pt>
                <c:pt idx="1620">
                  <c:v>-626.689638</c:v>
                </c:pt>
                <c:pt idx="1621">
                  <c:v>-625.175022</c:v>
                </c:pt>
                <c:pt idx="1622">
                  <c:v>-623.659429</c:v>
                </c:pt>
                <c:pt idx="1623">
                  <c:v>-622.142903</c:v>
                </c:pt>
                <c:pt idx="1624">
                  <c:v>-620.625490</c:v>
                </c:pt>
                <c:pt idx="1625">
                  <c:v>-619.107232</c:v>
                </c:pt>
                <c:pt idx="1626">
                  <c:v>-617.588175</c:v>
                </c:pt>
                <c:pt idx="1627">
                  <c:v>-616.068361</c:v>
                </c:pt>
                <c:pt idx="1628">
                  <c:v>-614.547833</c:v>
                </c:pt>
                <c:pt idx="1629">
                  <c:v>-613.026635</c:v>
                </c:pt>
                <c:pt idx="1630">
                  <c:v>-611.504810</c:v>
                </c:pt>
                <c:pt idx="1631">
                  <c:v>-609.982399</c:v>
                </c:pt>
                <c:pt idx="1632">
                  <c:v>-608.459444</c:v>
                </c:pt>
                <c:pt idx="1633">
                  <c:v>-606.935988</c:v>
                </c:pt>
                <c:pt idx="1634">
                  <c:v>-605.412072</c:v>
                </c:pt>
                <c:pt idx="1635">
                  <c:v>-603.887737</c:v>
                </c:pt>
                <c:pt idx="1636">
                  <c:v>-602.363024</c:v>
                </c:pt>
                <c:pt idx="1637">
                  <c:v>-600.837973</c:v>
                </c:pt>
                <c:pt idx="1638">
                  <c:v>-599.312625</c:v>
                </c:pt>
                <c:pt idx="1639">
                  <c:v>-597.787019</c:v>
                </c:pt>
                <c:pt idx="1640">
                  <c:v>-596.261196</c:v>
                </c:pt>
                <c:pt idx="1641">
                  <c:v>-594.735195</c:v>
                </c:pt>
                <c:pt idx="1642">
                  <c:v>-593.209055</c:v>
                </c:pt>
                <c:pt idx="1643">
                  <c:v>-591.682814</c:v>
                </c:pt>
                <c:pt idx="1644">
                  <c:v>-590.156511</c:v>
                </c:pt>
                <c:pt idx="1645">
                  <c:v>-588.630186</c:v>
                </c:pt>
                <c:pt idx="1646">
                  <c:v>-587.103874</c:v>
                </c:pt>
                <c:pt idx="1647">
                  <c:v>-585.577615</c:v>
                </c:pt>
                <c:pt idx="1648">
                  <c:v>-584.051444</c:v>
                </c:pt>
                <c:pt idx="1649">
                  <c:v>-582.525401</c:v>
                </c:pt>
                <c:pt idx="1650">
                  <c:v>-580.999520</c:v>
                </c:pt>
                <c:pt idx="1651">
                  <c:v>-579.473840</c:v>
                </c:pt>
                <c:pt idx="1652">
                  <c:v>-577.948395</c:v>
                </c:pt>
                <c:pt idx="1653">
                  <c:v>-576.423221</c:v>
                </c:pt>
                <c:pt idx="1654">
                  <c:v>-574.898356</c:v>
                </c:pt>
                <c:pt idx="1655">
                  <c:v>-573.373833</c:v>
                </c:pt>
                <c:pt idx="1656">
                  <c:v>-571.849687</c:v>
                </c:pt>
                <c:pt idx="1657">
                  <c:v>-570.325954</c:v>
                </c:pt>
                <c:pt idx="1658">
                  <c:v>-568.802668</c:v>
                </c:pt>
                <c:pt idx="1659">
                  <c:v>-567.279863</c:v>
                </c:pt>
                <c:pt idx="1660">
                  <c:v>-565.757573</c:v>
                </c:pt>
                <c:pt idx="1661">
                  <c:v>-564.235831</c:v>
                </c:pt>
                <c:pt idx="1662">
                  <c:v>-562.714672</c:v>
                </c:pt>
                <c:pt idx="1663">
                  <c:v>-561.194127</c:v>
                </c:pt>
                <c:pt idx="1664">
                  <c:v>-559.674229</c:v>
                </c:pt>
                <c:pt idx="1665">
                  <c:v>-558.155012</c:v>
                </c:pt>
                <c:pt idx="1666">
                  <c:v>-556.636507</c:v>
                </c:pt>
                <c:pt idx="1667">
                  <c:v>-555.118746</c:v>
                </c:pt>
                <c:pt idx="1668">
                  <c:v>-553.601760</c:v>
                </c:pt>
                <c:pt idx="1669">
                  <c:v>-552.085582</c:v>
                </c:pt>
                <c:pt idx="1670">
                  <c:v>-550.570242</c:v>
                </c:pt>
                <c:pt idx="1671">
                  <c:v>-549.055771</c:v>
                </c:pt>
                <c:pt idx="1672">
                  <c:v>-547.542199</c:v>
                </c:pt>
                <c:pt idx="1673">
                  <c:v>-546.029556</c:v>
                </c:pt>
                <c:pt idx="1674">
                  <c:v>-544.517873</c:v>
                </c:pt>
                <c:pt idx="1675">
                  <c:v>-543.007179</c:v>
                </c:pt>
                <c:pt idx="1676">
                  <c:v>-541.497504</c:v>
                </c:pt>
                <c:pt idx="1677">
                  <c:v>-539.988876</c:v>
                </c:pt>
                <c:pt idx="1678">
                  <c:v>-538.481325</c:v>
                </c:pt>
                <c:pt idx="1679">
                  <c:v>-536.974879</c:v>
                </c:pt>
                <c:pt idx="1680">
                  <c:v>-535.469567</c:v>
                </c:pt>
                <c:pt idx="1681">
                  <c:v>-533.965416</c:v>
                </c:pt>
                <c:pt idx="1682">
                  <c:v>-532.462454</c:v>
                </c:pt>
                <c:pt idx="1683">
                  <c:v>-530.960708</c:v>
                </c:pt>
                <c:pt idx="1684">
                  <c:v>-529.460207</c:v>
                </c:pt>
                <c:pt idx="1685">
                  <c:v>-527.960976</c:v>
                </c:pt>
                <c:pt idx="1686">
                  <c:v>-526.463043</c:v>
                </c:pt>
                <c:pt idx="1687">
                  <c:v>-524.966435</c:v>
                </c:pt>
                <c:pt idx="1688">
                  <c:v>-523.471176</c:v>
                </c:pt>
                <c:pt idx="1689">
                  <c:v>-521.977293</c:v>
                </c:pt>
                <c:pt idx="1690">
                  <c:v>-520.484812</c:v>
                </c:pt>
                <c:pt idx="1691">
                  <c:v>-518.993759</c:v>
                </c:pt>
                <c:pt idx="1692">
                  <c:v>-517.504157</c:v>
                </c:pt>
                <c:pt idx="1693">
                  <c:v>-516.016033</c:v>
                </c:pt>
                <c:pt idx="1694">
                  <c:v>-514.529410</c:v>
                </c:pt>
                <c:pt idx="1695">
                  <c:v>-513.044314</c:v>
                </c:pt>
                <c:pt idx="1696">
                  <c:v>-511.560768</c:v>
                </c:pt>
                <c:pt idx="1697">
                  <c:v>-510.078796</c:v>
                </c:pt>
                <c:pt idx="1698">
                  <c:v>-508.598422</c:v>
                </c:pt>
                <c:pt idx="1699">
                  <c:v>-507.119669</c:v>
                </c:pt>
                <c:pt idx="1700">
                  <c:v>-505.642560</c:v>
                </c:pt>
                <c:pt idx="1701">
                  <c:v>-504.167118</c:v>
                </c:pt>
                <c:pt idx="1702">
                  <c:v>-502.693365</c:v>
                </c:pt>
                <c:pt idx="1703">
                  <c:v>-501.221325</c:v>
                </c:pt>
                <c:pt idx="1704">
                  <c:v>-499.751019</c:v>
                </c:pt>
                <c:pt idx="1705">
                  <c:v>-498.282469</c:v>
                </c:pt>
                <c:pt idx="1706">
                  <c:v>-496.815696</c:v>
                </c:pt>
                <c:pt idx="1707">
                  <c:v>-495.350723</c:v>
                </c:pt>
                <c:pt idx="1708">
                  <c:v>-493.887570</c:v>
                </c:pt>
                <c:pt idx="1709">
                  <c:v>-492.426258</c:v>
                </c:pt>
                <c:pt idx="1710">
                  <c:v>-490.966808</c:v>
                </c:pt>
                <c:pt idx="1711">
                  <c:v>-489.509240</c:v>
                </c:pt>
                <c:pt idx="1712">
                  <c:v>-488.053574</c:v>
                </c:pt>
                <c:pt idx="1713">
                  <c:v>-486.599831</c:v>
                </c:pt>
                <c:pt idx="1714">
                  <c:v>-485.148031</c:v>
                </c:pt>
                <c:pt idx="1715">
                  <c:v>-483.698191</c:v>
                </c:pt>
                <c:pt idx="1716">
                  <c:v>-482.250333</c:v>
                </c:pt>
                <c:pt idx="1717">
                  <c:v>-480.804475</c:v>
                </c:pt>
                <c:pt idx="1718">
                  <c:v>-479.360636</c:v>
                </c:pt>
                <c:pt idx="1719">
                  <c:v>-477.918834</c:v>
                </c:pt>
                <c:pt idx="1720">
                  <c:v>-476.479088</c:v>
                </c:pt>
                <c:pt idx="1721">
                  <c:v>-475.041416</c:v>
                </c:pt>
                <c:pt idx="1722">
                  <c:v>-473.605836</c:v>
                </c:pt>
                <c:pt idx="1723">
                  <c:v>-472.172365</c:v>
                </c:pt>
                <c:pt idx="1724">
                  <c:v>-470.741022</c:v>
                </c:pt>
                <c:pt idx="1725">
                  <c:v>-469.311823</c:v>
                </c:pt>
                <c:pt idx="1726">
                  <c:v>-467.884785</c:v>
                </c:pt>
                <c:pt idx="1727">
                  <c:v>-466.459926</c:v>
                </c:pt>
                <c:pt idx="1728">
                  <c:v>-465.037262</c:v>
                </c:pt>
                <c:pt idx="1729">
                  <c:v>-463.616808</c:v>
                </c:pt>
                <c:pt idx="1730">
                  <c:v>-462.198583</c:v>
                </c:pt>
                <c:pt idx="1731">
                  <c:v>-460.782600</c:v>
                </c:pt>
                <c:pt idx="1732">
                  <c:v>-459.368877</c:v>
                </c:pt>
                <c:pt idx="1733">
                  <c:v>-457.957429</c:v>
                </c:pt>
                <c:pt idx="1734">
                  <c:v>-456.548271</c:v>
                </c:pt>
                <c:pt idx="1735">
                  <c:v>-455.141418</c:v>
                </c:pt>
                <c:pt idx="1736">
                  <c:v>-453.736886</c:v>
                </c:pt>
                <c:pt idx="1737">
                  <c:v>-452.334688</c:v>
                </c:pt>
                <c:pt idx="1738">
                  <c:v>-450.934840</c:v>
                </c:pt>
                <c:pt idx="1739">
                  <c:v>-449.537356</c:v>
                </c:pt>
                <c:pt idx="1740">
                  <c:v>-448.142249</c:v>
                </c:pt>
                <c:pt idx="1741">
                  <c:v>-446.749535</c:v>
                </c:pt>
                <c:pt idx="1742">
                  <c:v>-445.359227</c:v>
                </c:pt>
                <c:pt idx="1743">
                  <c:v>-443.971337</c:v>
                </c:pt>
                <c:pt idx="1744">
                  <c:v>-442.585881</c:v>
                </c:pt>
                <c:pt idx="1745">
                  <c:v>-441.202870</c:v>
                </c:pt>
                <c:pt idx="1746">
                  <c:v>-439.822318</c:v>
                </c:pt>
                <c:pt idx="1747">
                  <c:v>-438.444237</c:v>
                </c:pt>
                <c:pt idx="1748">
                  <c:v>-437.068640</c:v>
                </c:pt>
                <c:pt idx="1749">
                  <c:v>-435.695540</c:v>
                </c:pt>
                <c:pt idx="1750">
                  <c:v>-434.324949</c:v>
                </c:pt>
                <c:pt idx="1751">
                  <c:v>-432.956878</c:v>
                </c:pt>
                <c:pt idx="1752">
                  <c:v>-431.591341</c:v>
                </c:pt>
                <c:pt idx="1753">
                  <c:v>-430.228347</c:v>
                </c:pt>
                <c:pt idx="1754">
                  <c:v>-428.867909</c:v>
                </c:pt>
                <c:pt idx="1755">
                  <c:v>-427.510038</c:v>
                </c:pt>
                <c:pt idx="1756">
                  <c:v>-426.154745</c:v>
                </c:pt>
                <c:pt idx="1757">
                  <c:v>-424.802041</c:v>
                </c:pt>
                <c:pt idx="1758">
                  <c:v>-423.451938</c:v>
                </c:pt>
                <c:pt idx="1759">
                  <c:v>-422.104444</c:v>
                </c:pt>
                <c:pt idx="1760">
                  <c:v>-420.759572</c:v>
                </c:pt>
                <c:pt idx="1761">
                  <c:v>-419.417331</c:v>
                </c:pt>
                <c:pt idx="1762">
                  <c:v>-418.077731</c:v>
                </c:pt>
                <c:pt idx="1763">
                  <c:v>-416.740782</c:v>
                </c:pt>
                <c:pt idx="1764">
                  <c:v>-415.406494</c:v>
                </c:pt>
                <c:pt idx="1765">
                  <c:v>-414.074876</c:v>
                </c:pt>
                <c:pt idx="1766">
                  <c:v>-412.745938</c:v>
                </c:pt>
                <c:pt idx="1767">
                  <c:v>-411.419689</c:v>
                </c:pt>
                <c:pt idx="1768">
                  <c:v>-410.096138</c:v>
                </c:pt>
                <c:pt idx="1769">
                  <c:v>-408.775294</c:v>
                </c:pt>
                <c:pt idx="1770">
                  <c:v>-407.457166</c:v>
                </c:pt>
                <c:pt idx="1771">
                  <c:v>-406.141763</c:v>
                </c:pt>
                <c:pt idx="1772">
                  <c:v>-404.829092</c:v>
                </c:pt>
                <c:pt idx="1773">
                  <c:v>-403.519162</c:v>
                </c:pt>
                <c:pt idx="1774">
                  <c:v>-402.211981</c:v>
                </c:pt>
                <c:pt idx="1775">
                  <c:v>-400.907557</c:v>
                </c:pt>
                <c:pt idx="1776">
                  <c:v>-399.605898</c:v>
                </c:pt>
                <c:pt idx="1777">
                  <c:v>-398.307012</c:v>
                </c:pt>
                <c:pt idx="1778">
                  <c:v>-397.010906</c:v>
                </c:pt>
                <c:pt idx="1779">
                  <c:v>-395.717587</c:v>
                </c:pt>
                <c:pt idx="1780">
                  <c:v>-394.427062</c:v>
                </c:pt>
                <c:pt idx="1781">
                  <c:v>-393.139339</c:v>
                </c:pt>
                <c:pt idx="1782">
                  <c:v>-391.854425</c:v>
                </c:pt>
                <c:pt idx="1783">
                  <c:v>-390.572326</c:v>
                </c:pt>
                <c:pt idx="1784">
                  <c:v>-389.293048</c:v>
                </c:pt>
                <c:pt idx="1785">
                  <c:v>-388.016599</c:v>
                </c:pt>
                <c:pt idx="1786">
                  <c:v>-386.742985</c:v>
                </c:pt>
                <c:pt idx="1787">
                  <c:v>-385.472211</c:v>
                </c:pt>
                <c:pt idx="1788">
                  <c:v>-384.204284</c:v>
                </c:pt>
                <c:pt idx="1789">
                  <c:v>-382.939210</c:v>
                </c:pt>
                <c:pt idx="1790">
                  <c:v>-381.676994</c:v>
                </c:pt>
                <c:pt idx="1791">
                  <c:v>-380.417643</c:v>
                </c:pt>
                <c:pt idx="1792">
                  <c:v>-379.161161</c:v>
                </c:pt>
                <c:pt idx="1793">
                  <c:v>-377.907553</c:v>
                </c:pt>
                <c:pt idx="1794">
                  <c:v>-376.656826</c:v>
                </c:pt>
                <c:pt idx="1795">
                  <c:v>-375.408984</c:v>
                </c:pt>
                <c:pt idx="1796">
                  <c:v>-374.164033</c:v>
                </c:pt>
                <c:pt idx="1797">
                  <c:v>-372.921976</c:v>
                </c:pt>
                <c:pt idx="1798">
                  <c:v>-371.682818</c:v>
                </c:pt>
                <c:pt idx="1799">
                  <c:v>-370.446565</c:v>
                </c:pt>
                <c:pt idx="1800">
                  <c:v>-369.213221</c:v>
                </c:pt>
                <c:pt idx="1801">
                  <c:v>-367.982790</c:v>
                </c:pt>
                <c:pt idx="1802">
                  <c:v>-366.755275</c:v>
                </c:pt>
                <c:pt idx="1803">
                  <c:v>-365.530682</c:v>
                </c:pt>
                <c:pt idx="1804">
                  <c:v>-364.309014</c:v>
                </c:pt>
                <c:pt idx="1805">
                  <c:v>-363.090275</c:v>
                </c:pt>
                <c:pt idx="1806">
                  <c:v>-361.874468</c:v>
                </c:pt>
                <c:pt idx="1807">
                  <c:v>-360.661598</c:v>
                </c:pt>
                <c:pt idx="1808">
                  <c:v>-359.451667</c:v>
                </c:pt>
                <c:pt idx="1809">
                  <c:v>-358.244679</c:v>
                </c:pt>
                <c:pt idx="1810">
                  <c:v>-357.040638</c:v>
                </c:pt>
                <c:pt idx="1811">
                  <c:v>-355.839545</c:v>
                </c:pt>
                <c:pt idx="1812">
                  <c:v>-354.641405</c:v>
                </c:pt>
                <c:pt idx="1813">
                  <c:v>-353.446220</c:v>
                </c:pt>
                <c:pt idx="1814">
                  <c:v>-352.253993</c:v>
                </c:pt>
                <c:pt idx="1815">
                  <c:v>-351.064726</c:v>
                </c:pt>
                <c:pt idx="1816">
                  <c:v>-349.878423</c:v>
                </c:pt>
                <c:pt idx="1817">
                  <c:v>-348.695085</c:v>
                </c:pt>
                <c:pt idx="1818">
                  <c:v>-347.514715</c:v>
                </c:pt>
                <c:pt idx="1819">
                  <c:v>-346.337314</c:v>
                </c:pt>
                <c:pt idx="1820">
                  <c:v>-345.162886</c:v>
                </c:pt>
                <c:pt idx="1821">
                  <c:v>-343.991433</c:v>
                </c:pt>
                <c:pt idx="1822">
                  <c:v>-342.822955</c:v>
                </c:pt>
                <c:pt idx="1823">
                  <c:v>-341.657455</c:v>
                </c:pt>
                <c:pt idx="1824">
                  <c:v>-340.494934</c:v>
                </c:pt>
                <c:pt idx="1825">
                  <c:v>-339.335395</c:v>
                </c:pt>
                <c:pt idx="1826">
                  <c:v>-338.178838</c:v>
                </c:pt>
                <c:pt idx="1827">
                  <c:v>-337.025265</c:v>
                </c:pt>
                <c:pt idx="1828">
                  <c:v>-335.874677</c:v>
                </c:pt>
                <c:pt idx="1829">
                  <c:v>-334.727076</c:v>
                </c:pt>
                <c:pt idx="1830">
                  <c:v>-333.582462</c:v>
                </c:pt>
                <c:pt idx="1831">
                  <c:v>-332.440837</c:v>
                </c:pt>
                <c:pt idx="1832">
                  <c:v>-331.302201</c:v>
                </c:pt>
                <c:pt idx="1833">
                  <c:v>-330.166555</c:v>
                </c:pt>
                <c:pt idx="1834">
                  <c:v>-329.033900</c:v>
                </c:pt>
                <c:pt idx="1835">
                  <c:v>-327.904237</c:v>
                </c:pt>
                <c:pt idx="1836">
                  <c:v>-326.777566</c:v>
                </c:pt>
                <c:pt idx="1837">
                  <c:v>-325.653887</c:v>
                </c:pt>
                <c:pt idx="1838">
                  <c:v>-324.533201</c:v>
                </c:pt>
                <c:pt idx="1839">
                  <c:v>-323.415509</c:v>
                </c:pt>
                <c:pt idx="1840">
                  <c:v>-322.300809</c:v>
                </c:pt>
                <c:pt idx="1841">
                  <c:v>-321.189103</c:v>
                </c:pt>
                <c:pt idx="1842">
                  <c:v>-320.080390</c:v>
                </c:pt>
                <c:pt idx="1843">
                  <c:v>-318.974671</c:v>
                </c:pt>
                <c:pt idx="1844">
                  <c:v>-317.871944</c:v>
                </c:pt>
                <c:pt idx="1845">
                  <c:v>-316.772210</c:v>
                </c:pt>
                <c:pt idx="1846">
                  <c:v>-315.675469</c:v>
                </c:pt>
                <c:pt idx="1847">
                  <c:v>-314.581720</c:v>
                </c:pt>
                <c:pt idx="1848">
                  <c:v>-313.490962</c:v>
                </c:pt>
                <c:pt idx="1849">
                  <c:v>-312.403195</c:v>
                </c:pt>
                <c:pt idx="1850">
                  <c:v>-311.318419</c:v>
                </c:pt>
                <c:pt idx="1851">
                  <c:v>-310.236632</c:v>
                </c:pt>
                <c:pt idx="1852">
                  <c:v>-309.157833</c:v>
                </c:pt>
                <c:pt idx="1853">
                  <c:v>-308.082023</c:v>
                </c:pt>
                <c:pt idx="1854">
                  <c:v>-307.009199</c:v>
                </c:pt>
                <c:pt idx="1855">
                  <c:v>-305.939361</c:v>
                </c:pt>
                <c:pt idx="1856">
                  <c:v>-304.872508</c:v>
                </c:pt>
                <c:pt idx="1857">
                  <c:v>-303.808638</c:v>
                </c:pt>
                <c:pt idx="1858">
                  <c:v>-302.747750</c:v>
                </c:pt>
                <c:pt idx="1859">
                  <c:v>-301.689843</c:v>
                </c:pt>
                <c:pt idx="1860">
                  <c:v>-300.634915</c:v>
                </c:pt>
                <c:pt idx="1861">
                  <c:v>-299.582966</c:v>
                </c:pt>
                <c:pt idx="1862">
                  <c:v>-298.533992</c:v>
                </c:pt>
                <c:pt idx="1863">
                  <c:v>-297.487993</c:v>
                </c:pt>
                <c:pt idx="1864">
                  <c:v>-296.444967</c:v>
                </c:pt>
                <c:pt idx="1865">
                  <c:v>-295.404913</c:v>
                </c:pt>
                <c:pt idx="1866">
                  <c:v>-294.367827</c:v>
                </c:pt>
                <c:pt idx="1867">
                  <c:v>-293.333710</c:v>
                </c:pt>
                <c:pt idx="1868">
                  <c:v>-292.302557</c:v>
                </c:pt>
                <c:pt idx="1869">
                  <c:v>-291.274368</c:v>
                </c:pt>
                <c:pt idx="1870">
                  <c:v>-290.249141</c:v>
                </c:pt>
                <c:pt idx="1871">
                  <c:v>-289.226872</c:v>
                </c:pt>
                <c:pt idx="1872">
                  <c:v>-288.207561</c:v>
                </c:pt>
                <c:pt idx="1873">
                  <c:v>-287.191204</c:v>
                </c:pt>
                <c:pt idx="1874">
                  <c:v>-286.177800</c:v>
                </c:pt>
                <c:pt idx="1875">
                  <c:v>-285.167346</c:v>
                </c:pt>
                <c:pt idx="1876">
                  <c:v>-284.159838</c:v>
                </c:pt>
                <c:pt idx="1877">
                  <c:v>-283.155276</c:v>
                </c:pt>
                <c:pt idx="1878">
                  <c:v>-282.153657</c:v>
                </c:pt>
                <c:pt idx="1879">
                  <c:v>-281.154976</c:v>
                </c:pt>
                <c:pt idx="1880">
                  <c:v>-280.159233</c:v>
                </c:pt>
                <c:pt idx="1881">
                  <c:v>-279.166424</c:v>
                </c:pt>
                <c:pt idx="1882">
                  <c:v>-278.176547</c:v>
                </c:pt>
                <c:pt idx="1883">
                  <c:v>-277.189598</c:v>
                </c:pt>
                <c:pt idx="1884">
                  <c:v>-276.205574</c:v>
                </c:pt>
                <c:pt idx="1885">
                  <c:v>-275.224473</c:v>
                </c:pt>
                <c:pt idx="1886">
                  <c:v>-274.246292</c:v>
                </c:pt>
                <c:pt idx="1887">
                  <c:v>-273.271027</c:v>
                </c:pt>
                <c:pt idx="1888">
                  <c:v>-272.298675</c:v>
                </c:pt>
                <c:pt idx="1889">
                  <c:v>-271.329234</c:v>
                </c:pt>
                <c:pt idx="1890">
                  <c:v>-270.362700</c:v>
                </c:pt>
                <c:pt idx="1891">
                  <c:v>-269.399069</c:v>
                </c:pt>
                <c:pt idx="1892">
                  <c:v>-268.438338</c:v>
                </c:pt>
                <c:pt idx="1893">
                  <c:v>-267.480504</c:v>
                </c:pt>
                <c:pt idx="1894">
                  <c:v>-266.525564</c:v>
                </c:pt>
                <c:pt idx="1895">
                  <c:v>-265.573513</c:v>
                </c:pt>
                <c:pt idx="1896">
                  <c:v>-264.624349</c:v>
                </c:pt>
                <c:pt idx="1897">
                  <c:v>-263.678068</c:v>
                </c:pt>
                <c:pt idx="1898">
                  <c:v>-262.734666</c:v>
                </c:pt>
                <c:pt idx="1899">
                  <c:v>-261.794139</c:v>
                </c:pt>
                <c:pt idx="1900">
                  <c:v>-260.856484</c:v>
                </c:pt>
                <c:pt idx="1901">
                  <c:v>-259.921697</c:v>
                </c:pt>
                <c:pt idx="1902">
                  <c:v>-258.989775</c:v>
                </c:pt>
                <c:pt idx="1903">
                  <c:v>-258.060712</c:v>
                </c:pt>
                <c:pt idx="1904">
                  <c:v>-257.134507</c:v>
                </c:pt>
                <c:pt idx="1905">
                  <c:v>-256.211153</c:v>
                </c:pt>
                <c:pt idx="1906">
                  <c:v>-255.290648</c:v>
                </c:pt>
                <c:pt idx="1907">
                  <c:v>-254.372988</c:v>
                </c:pt>
                <c:pt idx="1908">
                  <c:v>-253.458168</c:v>
                </c:pt>
                <c:pt idx="1909">
                  <c:v>-252.546184</c:v>
                </c:pt>
                <c:pt idx="1910">
                  <c:v>-251.637033</c:v>
                </c:pt>
                <c:pt idx="1911">
                  <c:v>-250.730710</c:v>
                </c:pt>
                <c:pt idx="1912">
                  <c:v>-249.827210</c:v>
                </c:pt>
                <c:pt idx="1913">
                  <c:v>-248.926530</c:v>
                </c:pt>
                <c:pt idx="1914">
                  <c:v>-248.028665</c:v>
                </c:pt>
                <c:pt idx="1915">
                  <c:v>-247.133611</c:v>
                </c:pt>
                <c:pt idx="1916">
                  <c:v>-246.241364</c:v>
                </c:pt>
                <c:pt idx="1917">
                  <c:v>-245.351919</c:v>
                </c:pt>
                <c:pt idx="1918">
                  <c:v>-244.465271</c:v>
                </c:pt>
                <c:pt idx="1919">
                  <c:v>-243.581417</c:v>
                </c:pt>
                <c:pt idx="1920">
                  <c:v>-242.700351</c:v>
                </c:pt>
                <c:pt idx="1921">
                  <c:v>-241.822070</c:v>
                </c:pt>
                <c:pt idx="1922">
                  <c:v>-240.946568</c:v>
                </c:pt>
                <c:pt idx="1923">
                  <c:v>-240.073841</c:v>
                </c:pt>
                <c:pt idx="1924">
                  <c:v>-239.203885</c:v>
                </c:pt>
                <c:pt idx="1925">
                  <c:v>-238.336694</c:v>
                </c:pt>
                <c:pt idx="1926">
                  <c:v>-237.472264</c:v>
                </c:pt>
                <c:pt idx="1927">
                  <c:v>-236.610590</c:v>
                </c:pt>
                <c:pt idx="1928">
                  <c:v>-235.751668</c:v>
                </c:pt>
                <c:pt idx="1929">
                  <c:v>-234.895493</c:v>
                </c:pt>
                <c:pt idx="1930">
                  <c:v>-234.042059</c:v>
                </c:pt>
                <c:pt idx="1931">
                  <c:v>-233.191363</c:v>
                </c:pt>
                <c:pt idx="1932">
                  <c:v>-232.343398</c:v>
                </c:pt>
                <c:pt idx="1933">
                  <c:v>-231.498161</c:v>
                </c:pt>
                <c:pt idx="1934">
                  <c:v>-230.655646</c:v>
                </c:pt>
                <c:pt idx="1935">
                  <c:v>-229.815848</c:v>
                </c:pt>
                <c:pt idx="1936">
                  <c:v>-228.978763</c:v>
                </c:pt>
                <c:pt idx="1937">
                  <c:v>-228.144385</c:v>
                </c:pt>
                <c:pt idx="1938">
                  <c:v>-227.312709</c:v>
                </c:pt>
                <c:pt idx="1939">
                  <c:v>-226.483730</c:v>
                </c:pt>
                <c:pt idx="1940">
                  <c:v>-225.657444</c:v>
                </c:pt>
                <c:pt idx="1941">
                  <c:v>-224.833844</c:v>
                </c:pt>
                <c:pt idx="1942">
                  <c:v>-224.012926</c:v>
                </c:pt>
                <c:pt idx="1943">
                  <c:v>-223.194685</c:v>
                </c:pt>
                <c:pt idx="1944">
                  <c:v>-222.379115</c:v>
                </c:pt>
                <c:pt idx="1945">
                  <c:v>-221.566211</c:v>
                </c:pt>
                <c:pt idx="1946">
                  <c:v>-220.755968</c:v>
                </c:pt>
                <c:pt idx="1947">
                  <c:v>-219.948381</c:v>
                </c:pt>
                <c:pt idx="1948">
                  <c:v>-219.143445</c:v>
                </c:pt>
                <c:pt idx="1949">
                  <c:v>-218.341153</c:v>
                </c:pt>
                <c:pt idx="1950">
                  <c:v>-217.541502</c:v>
                </c:pt>
                <c:pt idx="1951">
                  <c:v>-216.744485</c:v>
                </c:pt>
                <c:pt idx="1952">
                  <c:v>-215.950097</c:v>
                </c:pt>
                <c:pt idx="1953">
                  <c:v>-215.158332</c:v>
                </c:pt>
                <c:pt idx="1954">
                  <c:v>-214.369186</c:v>
                </c:pt>
                <c:pt idx="1955">
                  <c:v>-213.582653</c:v>
                </c:pt>
                <c:pt idx="1956">
                  <c:v>-212.798727</c:v>
                </c:pt>
                <c:pt idx="1957">
                  <c:v>-212.017403</c:v>
                </c:pt>
                <c:pt idx="1958">
                  <c:v>-211.238675</c:v>
                </c:pt>
                <c:pt idx="1959">
                  <c:v>-210.462539</c:v>
                </c:pt>
                <c:pt idx="1960">
                  <c:v>-209.688988</c:v>
                </c:pt>
                <c:pt idx="1961">
                  <c:v>-208.918016</c:v>
                </c:pt>
                <c:pt idx="1962">
                  <c:v>-208.149619</c:v>
                </c:pt>
                <c:pt idx="1963">
                  <c:v>-207.383791</c:v>
                </c:pt>
                <c:pt idx="1964">
                  <c:v>-206.620526</c:v>
                </c:pt>
                <c:pt idx="1965">
                  <c:v>-205.859819</c:v>
                </c:pt>
                <c:pt idx="1966">
                  <c:v>-205.101664</c:v>
                </c:pt>
                <c:pt idx="1967">
                  <c:v>-204.346055</c:v>
                </c:pt>
                <c:pt idx="1968">
                  <c:v>-203.592986</c:v>
                </c:pt>
                <c:pt idx="1969">
                  <c:v>-202.842453</c:v>
                </c:pt>
                <c:pt idx="1970">
                  <c:v>-202.094449</c:v>
                </c:pt>
                <c:pt idx="1971">
                  <c:v>-201.348968</c:v>
                </c:pt>
                <c:pt idx="1972">
                  <c:v>-200.606006</c:v>
                </c:pt>
                <c:pt idx="1973">
                  <c:v>-199.865556</c:v>
                </c:pt>
                <c:pt idx="1974">
                  <c:v>-199.127612</c:v>
                </c:pt>
                <c:pt idx="1975">
                  <c:v>-198.392169</c:v>
                </c:pt>
                <c:pt idx="1976">
                  <c:v>-197.659221</c:v>
                </c:pt>
                <c:pt idx="1977">
                  <c:v>-196.928763</c:v>
                </c:pt>
                <c:pt idx="1978">
                  <c:v>-196.200788</c:v>
                </c:pt>
                <c:pt idx="1979">
                  <c:v>-195.475290</c:v>
                </c:pt>
                <c:pt idx="1980">
                  <c:v>-194.752264</c:v>
                </c:pt>
                <c:pt idx="1981">
                  <c:v>-194.031705</c:v>
                </c:pt>
                <c:pt idx="1982">
                  <c:v>-193.313605</c:v>
                </c:pt>
                <c:pt idx="1983">
                  <c:v>-192.597961</c:v>
                </c:pt>
                <c:pt idx="1984">
                  <c:v>-191.884764</c:v>
                </c:pt>
                <c:pt idx="1985">
                  <c:v>-191.174010</c:v>
                </c:pt>
                <c:pt idx="1986">
                  <c:v>-190.465694</c:v>
                </c:pt>
                <c:pt idx="1987">
                  <c:v>-189.759808</c:v>
                </c:pt>
                <c:pt idx="1988">
                  <c:v>-189.056347</c:v>
                </c:pt>
                <c:pt idx="1989">
                  <c:v>-188.355306</c:v>
                </c:pt>
                <c:pt idx="1990">
                  <c:v>-187.656677</c:v>
                </c:pt>
                <c:pt idx="1991">
                  <c:v>-186.960457</c:v>
                </c:pt>
                <c:pt idx="1992">
                  <c:v>-186.266637</c:v>
                </c:pt>
                <c:pt idx="1993">
                  <c:v>-185.575214</c:v>
                </c:pt>
                <c:pt idx="1994">
                  <c:v>-184.886180</c:v>
                </c:pt>
                <c:pt idx="1995">
                  <c:v>-184.199529</c:v>
                </c:pt>
                <c:pt idx="1996">
                  <c:v>-183.515257</c:v>
                </c:pt>
                <c:pt idx="1997">
                  <c:v>-182.833356</c:v>
                </c:pt>
                <c:pt idx="1998">
                  <c:v>-182.153821</c:v>
                </c:pt>
                <c:pt idx="1999">
                  <c:v>-181.476646</c:v>
                </c:pt>
                <c:pt idx="2000">
                  <c:v>-180.801825</c:v>
                </c:pt>
                <c:pt idx="2001">
                  <c:v>-180.129353</c:v>
                </c:pt>
                <c:pt idx="2002">
                  <c:v>-179.459222</c:v>
                </c:pt>
                <c:pt idx="2003">
                  <c:v>-178.791427</c:v>
                </c:pt>
                <c:pt idx="2004">
                  <c:v>-178.125962</c:v>
                </c:pt>
                <c:pt idx="2005">
                  <c:v>-177.462821</c:v>
                </c:pt>
                <c:pt idx="2006">
                  <c:v>-176.801998</c:v>
                </c:pt>
                <c:pt idx="2007">
                  <c:v>-176.143488</c:v>
                </c:pt>
                <c:pt idx="2008">
                  <c:v>-175.487283</c:v>
                </c:pt>
                <c:pt idx="2009">
                  <c:v>-174.833378</c:v>
                </c:pt>
                <c:pt idx="2010">
                  <c:v>-174.181768</c:v>
                </c:pt>
                <c:pt idx="2011">
                  <c:v>-173.532445</c:v>
                </c:pt>
                <c:pt idx="2012">
                  <c:v>-172.885405</c:v>
                </c:pt>
                <c:pt idx="2013">
                  <c:v>-172.240640</c:v>
                </c:pt>
                <c:pt idx="2014">
                  <c:v>-171.598146</c:v>
                </c:pt>
                <c:pt idx="2015">
                  <c:v>-170.957915</c:v>
                </c:pt>
                <c:pt idx="2016">
                  <c:v>-170.319943</c:v>
                </c:pt>
                <c:pt idx="2017">
                  <c:v>-169.684222</c:v>
                </c:pt>
                <c:pt idx="2018">
                  <c:v>-169.050747</c:v>
                </c:pt>
                <c:pt idx="2019">
                  <c:v>-168.419512</c:v>
                </c:pt>
                <c:pt idx="2020">
                  <c:v>-167.790511</c:v>
                </c:pt>
                <c:pt idx="2021">
                  <c:v>-167.163738</c:v>
                </c:pt>
                <c:pt idx="2022">
                  <c:v>-166.539186</c:v>
                </c:pt>
                <c:pt idx="2023">
                  <c:v>-165.916850</c:v>
                </c:pt>
                <c:pt idx="2024">
                  <c:v>-165.296724</c:v>
                </c:pt>
                <c:pt idx="2025">
                  <c:v>-164.678801</c:v>
                </c:pt>
                <c:pt idx="2026">
                  <c:v>-164.063076</c:v>
                </c:pt>
                <c:pt idx="2027">
                  <c:v>-163.449542</c:v>
                </c:pt>
                <c:pt idx="2028">
                  <c:v>-162.838195</c:v>
                </c:pt>
                <c:pt idx="2029">
                  <c:v>-162.229026</c:v>
                </c:pt>
                <c:pt idx="2030">
                  <c:v>-161.622031</c:v>
                </c:pt>
                <c:pt idx="2031">
                  <c:v>-161.017204</c:v>
                </c:pt>
                <c:pt idx="2032">
                  <c:v>-160.414537</c:v>
                </c:pt>
                <c:pt idx="2033">
                  <c:v>-159.814027</c:v>
                </c:pt>
                <c:pt idx="2034">
                  <c:v>-159.215665</c:v>
                </c:pt>
                <c:pt idx="2035">
                  <c:v>-158.619447</c:v>
                </c:pt>
                <c:pt idx="2036">
                  <c:v>-158.025366</c:v>
                </c:pt>
                <c:pt idx="2037">
                  <c:v>-157.433416</c:v>
                </c:pt>
                <c:pt idx="2038">
                  <c:v>-156.843592</c:v>
                </c:pt>
                <c:pt idx="2039">
                  <c:v>-156.255887</c:v>
                </c:pt>
                <c:pt idx="2040">
                  <c:v>-155.670294</c:v>
                </c:pt>
                <c:pt idx="2041">
                  <c:v>-155.086810</c:v>
                </c:pt>
                <c:pt idx="2042">
                  <c:v>-154.505426</c:v>
                </c:pt>
                <c:pt idx="2043">
                  <c:v>-153.926137</c:v>
                </c:pt>
                <c:pt idx="2044">
                  <c:v>-153.348938</c:v>
                </c:pt>
                <c:pt idx="2045">
                  <c:v>-152.773821</c:v>
                </c:pt>
                <c:pt idx="2046">
                  <c:v>-152.200782</c:v>
                </c:pt>
                <c:pt idx="2047">
                  <c:v>-151.629814</c:v>
                </c:pt>
                <c:pt idx="2048">
                  <c:v>-151.060911</c:v>
                </c:pt>
                <c:pt idx="2049">
                  <c:v>-150.494067</c:v>
                </c:pt>
                <c:pt idx="2050">
                  <c:v>-149.929276</c:v>
                </c:pt>
                <c:pt idx="2051">
                  <c:v>-149.366532</c:v>
                </c:pt>
                <c:pt idx="2052">
                  <c:v>-148.805830</c:v>
                </c:pt>
                <c:pt idx="2053">
                  <c:v>-148.247163</c:v>
                </c:pt>
                <c:pt idx="2054">
                  <c:v>-147.690525</c:v>
                </c:pt>
                <c:pt idx="2055">
                  <c:v>-147.135910</c:v>
                </c:pt>
                <c:pt idx="2056">
                  <c:v>-146.583312</c:v>
                </c:pt>
                <c:pt idx="2057">
                  <c:v>-146.032726</c:v>
                </c:pt>
                <c:pt idx="2058">
                  <c:v>-145.484145</c:v>
                </c:pt>
                <c:pt idx="2059">
                  <c:v>-144.937564</c:v>
                </c:pt>
                <c:pt idx="2060">
                  <c:v>-144.392976</c:v>
                </c:pt>
                <c:pt idx="2061">
                  <c:v>-143.850376</c:v>
                </c:pt>
                <c:pt idx="2062">
                  <c:v>-143.309757</c:v>
                </c:pt>
                <c:pt idx="2063">
                  <c:v>-142.771114</c:v>
                </c:pt>
                <c:pt idx="2064">
                  <c:v>-142.234441</c:v>
                </c:pt>
                <c:pt idx="2065">
                  <c:v>-141.699731</c:v>
                </c:pt>
                <c:pt idx="2066">
                  <c:v>-141.166980</c:v>
                </c:pt>
                <c:pt idx="2067">
                  <c:v>-140.636180</c:v>
                </c:pt>
                <c:pt idx="2068">
                  <c:v>-140.107327</c:v>
                </c:pt>
                <c:pt idx="2069">
                  <c:v>-139.580414</c:v>
                </c:pt>
                <c:pt idx="2070">
                  <c:v>-139.055435</c:v>
                </c:pt>
                <c:pt idx="2071">
                  <c:v>-138.532385</c:v>
                </c:pt>
                <c:pt idx="2072">
                  <c:v>-138.011257</c:v>
                </c:pt>
                <c:pt idx="2073">
                  <c:v>-137.492046</c:v>
                </c:pt>
                <c:pt idx="2074">
                  <c:v>-136.974746</c:v>
                </c:pt>
                <c:pt idx="2075">
                  <c:v>-136.459351</c:v>
                </c:pt>
                <c:pt idx="2076">
                  <c:v>-135.945855</c:v>
                </c:pt>
                <c:pt idx="2077">
                  <c:v>-135.434252</c:v>
                </c:pt>
                <c:pt idx="2078">
                  <c:v>-134.924537</c:v>
                </c:pt>
                <c:pt idx="2079">
                  <c:v>-134.416704</c:v>
                </c:pt>
                <c:pt idx="2080">
                  <c:v>-133.910746</c:v>
                </c:pt>
                <c:pt idx="2081">
                  <c:v>-133.406659</c:v>
                </c:pt>
                <c:pt idx="2082">
                  <c:v>-132.904435</c:v>
                </c:pt>
                <c:pt idx="2083">
                  <c:v>-132.404071</c:v>
                </c:pt>
                <c:pt idx="2084">
                  <c:v>-131.905558</c:v>
                </c:pt>
                <c:pt idx="2085">
                  <c:v>-131.408893</c:v>
                </c:pt>
                <c:pt idx="2086">
                  <c:v>-130.914069</c:v>
                </c:pt>
                <c:pt idx="2087">
                  <c:v>-130.421080</c:v>
                </c:pt>
                <c:pt idx="2088">
                  <c:v>-129.929921</c:v>
                </c:pt>
                <c:pt idx="2089">
                  <c:v>-129.440585</c:v>
                </c:pt>
                <c:pt idx="2090">
                  <c:v>-128.953068</c:v>
                </c:pt>
                <c:pt idx="2091">
                  <c:v>-128.467363</c:v>
                </c:pt>
                <c:pt idx="2092">
                  <c:v>-127.983465</c:v>
                </c:pt>
                <c:pt idx="2093">
                  <c:v>-127.501368</c:v>
                </c:pt>
                <c:pt idx="2094">
                  <c:v>-127.021066</c:v>
                </c:pt>
                <c:pt idx="2095">
                  <c:v>-126.542553</c:v>
                </c:pt>
                <c:pt idx="2096">
                  <c:v>-126.065824</c:v>
                </c:pt>
                <c:pt idx="2097">
                  <c:v>-125.590874</c:v>
                </c:pt>
                <c:pt idx="2098">
                  <c:v>-125.117696</c:v>
                </c:pt>
                <c:pt idx="2099">
                  <c:v>-124.646285</c:v>
                </c:pt>
                <c:pt idx="2100">
                  <c:v>-124.176635</c:v>
                </c:pt>
                <c:pt idx="2101">
                  <c:v>-123.708740</c:v>
                </c:pt>
                <c:pt idx="2102">
                  <c:v>-123.242596</c:v>
                </c:pt>
                <c:pt idx="2103">
                  <c:v>-122.778195</c:v>
                </c:pt>
                <c:pt idx="2104">
                  <c:v>-122.315534</c:v>
                </c:pt>
                <c:pt idx="2105">
                  <c:v>-121.854605</c:v>
                </c:pt>
                <c:pt idx="2106">
                  <c:v>-121.395404</c:v>
                </c:pt>
                <c:pt idx="2107">
                  <c:v>-120.937925</c:v>
                </c:pt>
                <c:pt idx="2108">
                  <c:v>-120.482162</c:v>
                </c:pt>
                <c:pt idx="2109">
                  <c:v>-120.028110</c:v>
                </c:pt>
                <c:pt idx="2110">
                  <c:v>-119.575763</c:v>
                </c:pt>
                <c:pt idx="2111">
                  <c:v>-119.125116</c:v>
                </c:pt>
                <c:pt idx="2112">
                  <c:v>-118.676163</c:v>
                </c:pt>
                <c:pt idx="2113">
                  <c:v>-118.228898</c:v>
                </c:pt>
                <c:pt idx="2114">
                  <c:v>-117.783317</c:v>
                </c:pt>
                <c:pt idx="2115">
                  <c:v>-117.339413</c:v>
                </c:pt>
                <c:pt idx="2116">
                  <c:v>-116.897181</c:v>
                </c:pt>
                <c:pt idx="2117">
                  <c:v>-116.456616</c:v>
                </c:pt>
                <c:pt idx="2118">
                  <c:v>-116.017711</c:v>
                </c:pt>
                <c:pt idx="2119">
                  <c:v>-115.580463</c:v>
                </c:pt>
                <c:pt idx="2120">
                  <c:v>-115.144864</c:v>
                </c:pt>
                <c:pt idx="2121">
                  <c:v>-114.710911</c:v>
                </c:pt>
                <c:pt idx="2122">
                  <c:v>-114.278596</c:v>
                </c:pt>
                <c:pt idx="2123">
                  <c:v>-113.847916</c:v>
                </c:pt>
                <c:pt idx="2124">
                  <c:v>-113.418864</c:v>
                </c:pt>
                <c:pt idx="2125">
                  <c:v>-112.991435</c:v>
                </c:pt>
                <c:pt idx="2126">
                  <c:v>-112.565623</c:v>
                </c:pt>
                <c:pt idx="2127">
                  <c:v>-112.141424</c:v>
                </c:pt>
                <c:pt idx="2128">
                  <c:v>-111.718832</c:v>
                </c:pt>
                <c:pt idx="2129">
                  <c:v>-111.297841</c:v>
                </c:pt>
                <c:pt idx="2130">
                  <c:v>-110.878447</c:v>
                </c:pt>
                <c:pt idx="2131">
                  <c:v>-110.460643</c:v>
                </c:pt>
                <c:pt idx="2132">
                  <c:v>-110.044425</c:v>
                </c:pt>
                <c:pt idx="2133">
                  <c:v>-109.629787</c:v>
                </c:pt>
                <c:pt idx="2134">
                  <c:v>-109.216724</c:v>
                </c:pt>
                <c:pt idx="2135">
                  <c:v>-108.805231</c:v>
                </c:pt>
                <c:pt idx="2136">
                  <c:v>-108.395302</c:v>
                </c:pt>
                <c:pt idx="2137">
                  <c:v>-107.986932</c:v>
                </c:pt>
                <c:pt idx="2138">
                  <c:v>-107.580116</c:v>
                </c:pt>
                <c:pt idx="2139">
                  <c:v>-107.174848</c:v>
                </c:pt>
                <c:pt idx="2140">
                  <c:v>-106.771124</c:v>
                </c:pt>
                <c:pt idx="2141">
                  <c:v>-106.368938</c:v>
                </c:pt>
                <c:pt idx="2142">
                  <c:v>-105.968284</c:v>
                </c:pt>
                <c:pt idx="2143">
                  <c:v>-105.569159</c:v>
                </c:pt>
                <c:pt idx="2144">
                  <c:v>-105.171555</c:v>
                </c:pt>
                <c:pt idx="2145">
                  <c:v>-104.775470</c:v>
                </c:pt>
                <c:pt idx="2146">
                  <c:v>-104.380896</c:v>
                </c:pt>
                <c:pt idx="2147">
                  <c:v>-103.987829</c:v>
                </c:pt>
                <c:pt idx="2148">
                  <c:v>-103.596264</c:v>
                </c:pt>
                <c:pt idx="2149">
                  <c:v>-103.206195</c:v>
                </c:pt>
                <c:pt idx="2150">
                  <c:v>-102.817619</c:v>
                </c:pt>
                <c:pt idx="2151">
                  <c:v>-102.430528</c:v>
                </c:pt>
                <c:pt idx="2152">
                  <c:v>-102.044919</c:v>
                </c:pt>
                <c:pt idx="2153">
                  <c:v>-101.660787</c:v>
                </c:pt>
                <c:pt idx="2154">
                  <c:v>-101.278125</c:v>
                </c:pt>
                <c:pt idx="2155">
                  <c:v>-100.896930</c:v>
                </c:pt>
                <c:pt idx="2156">
                  <c:v>-100.517195</c:v>
                </c:pt>
                <c:pt idx="2157">
                  <c:v>-100.138917</c:v>
                </c:pt>
                <c:pt idx="2158">
                  <c:v>-99.762089</c:v>
                </c:pt>
                <c:pt idx="2159">
                  <c:v>-99.386708</c:v>
                </c:pt>
                <c:pt idx="2160">
                  <c:v>-99.012768</c:v>
                </c:pt>
                <c:pt idx="2161">
                  <c:v>-98.640263</c:v>
                </c:pt>
                <c:pt idx="2162">
                  <c:v>-98.269190</c:v>
                </c:pt>
                <c:pt idx="2163">
                  <c:v>-97.899542</c:v>
                </c:pt>
                <c:pt idx="2164">
                  <c:v>-97.531316</c:v>
                </c:pt>
                <c:pt idx="2165">
                  <c:v>-97.164505</c:v>
                </c:pt>
                <c:pt idx="2166">
                  <c:v>-96.799106</c:v>
                </c:pt>
                <c:pt idx="2167">
                  <c:v>-96.435114</c:v>
                </c:pt>
                <c:pt idx="2168">
                  <c:v>-96.072522</c:v>
                </c:pt>
                <c:pt idx="2169">
                  <c:v>-95.711327</c:v>
                </c:pt>
                <c:pt idx="2170">
                  <c:v>-95.351524</c:v>
                </c:pt>
                <c:pt idx="2171">
                  <c:v>-94.993107</c:v>
                </c:pt>
                <c:pt idx="2172">
                  <c:v>-94.636072</c:v>
                </c:pt>
                <c:pt idx="2173">
                  <c:v>-94.280414</c:v>
                </c:pt>
                <c:pt idx="2174">
                  <c:v>-93.926128</c:v>
                </c:pt>
                <c:pt idx="2175">
                  <c:v>-93.573210</c:v>
                </c:pt>
                <c:pt idx="2176">
                  <c:v>-93.221654</c:v>
                </c:pt>
                <c:pt idx="2177">
                  <c:v>-92.871456</c:v>
                </c:pt>
                <c:pt idx="2178">
                  <c:v>-92.522611</c:v>
                </c:pt>
                <c:pt idx="2179">
                  <c:v>-92.175113</c:v>
                </c:pt>
                <c:pt idx="2180">
                  <c:v>-91.828960</c:v>
                </c:pt>
                <c:pt idx="2181">
                  <c:v>-91.484145</c:v>
                </c:pt>
                <c:pt idx="2182">
                  <c:v>-91.140663</c:v>
                </c:pt>
                <c:pt idx="2183">
                  <c:v>-90.798511</c:v>
                </c:pt>
                <c:pt idx="2184">
                  <c:v>-90.457684</c:v>
                </c:pt>
                <c:pt idx="2185">
                  <c:v>-90.118176</c:v>
                </c:pt>
                <c:pt idx="2186">
                  <c:v>-89.779983</c:v>
                </c:pt>
                <c:pt idx="2187">
                  <c:v>-89.443101</c:v>
                </c:pt>
                <c:pt idx="2188">
                  <c:v>-89.107524</c:v>
                </c:pt>
                <c:pt idx="2189">
                  <c:v>-88.773249</c:v>
                </c:pt>
                <c:pt idx="2190">
                  <c:v>-88.440269</c:v>
                </c:pt>
                <c:pt idx="2191">
                  <c:v>-88.108582</c:v>
                </c:pt>
                <c:pt idx="2192">
                  <c:v>-87.778182</c:v>
                </c:pt>
                <c:pt idx="2193">
                  <c:v>-87.449064</c:v>
                </c:pt>
                <c:pt idx="2194">
                  <c:v>-87.121225</c:v>
                </c:pt>
                <c:pt idx="2195">
                  <c:v>-86.794658</c:v>
                </c:pt>
                <c:pt idx="2196">
                  <c:v>-86.469361</c:v>
                </c:pt>
                <c:pt idx="2197">
                  <c:v>-86.145328</c:v>
                </c:pt>
                <c:pt idx="2198">
                  <c:v>-85.822555</c:v>
                </c:pt>
                <c:pt idx="2199">
                  <c:v>-85.501037</c:v>
                </c:pt>
                <c:pt idx="2200">
                  <c:v>-85.180769</c:v>
                </c:pt>
                <c:pt idx="2201">
                  <c:v>-84.861748</c:v>
                </c:pt>
                <c:pt idx="2202">
                  <c:v>-84.543969</c:v>
                </c:pt>
                <c:pt idx="2203">
                  <c:v>-84.227426</c:v>
                </c:pt>
                <c:pt idx="2204">
                  <c:v>-83.912117</c:v>
                </c:pt>
                <c:pt idx="2205">
                  <c:v>-83.598036</c:v>
                </c:pt>
                <c:pt idx="2206">
                  <c:v>-83.285178</c:v>
                </c:pt>
                <c:pt idx="2207">
                  <c:v>-82.973540</c:v>
                </c:pt>
                <c:pt idx="2208">
                  <c:v>-82.663118</c:v>
                </c:pt>
                <c:pt idx="2209">
                  <c:v>-82.353905</c:v>
                </c:pt>
                <c:pt idx="2210">
                  <c:v>-82.045899</c:v>
                </c:pt>
                <c:pt idx="2211">
                  <c:v>-81.739095</c:v>
                </c:pt>
                <c:pt idx="2212">
                  <c:v>-81.433488</c:v>
                </c:pt>
                <c:pt idx="2213">
                  <c:v>-81.129075</c:v>
                </c:pt>
                <c:pt idx="2214">
                  <c:v>-80.825850</c:v>
                </c:pt>
                <c:pt idx="2215">
                  <c:v>-80.523809</c:v>
                </c:pt>
                <c:pt idx="2216">
                  <c:v>-80.222949</c:v>
                </c:pt>
                <c:pt idx="2217">
                  <c:v>-79.923265</c:v>
                </c:pt>
                <c:pt idx="2218">
                  <c:v>-79.624752</c:v>
                </c:pt>
                <c:pt idx="2219">
                  <c:v>-79.327406</c:v>
                </c:pt>
                <c:pt idx="2220">
                  <c:v>-79.031223</c:v>
                </c:pt>
                <c:pt idx="2221">
                  <c:v>-78.736199</c:v>
                </c:pt>
                <c:pt idx="2222">
                  <c:v>-78.442330</c:v>
                </c:pt>
                <c:pt idx="2223">
                  <c:v>-78.149611</c:v>
                </c:pt>
                <c:pt idx="2224">
                  <c:v>-77.858037</c:v>
                </c:pt>
                <c:pt idx="2225">
                  <c:v>-77.567606</c:v>
                </c:pt>
                <c:pt idx="2226">
                  <c:v>-77.278312</c:v>
                </c:pt>
                <c:pt idx="2227">
                  <c:v>-76.990152</c:v>
                </c:pt>
                <c:pt idx="2228">
                  <c:v>-76.703121</c:v>
                </c:pt>
                <c:pt idx="2229">
                  <c:v>-76.417215</c:v>
                </c:pt>
                <c:pt idx="2230">
                  <c:v>-76.132430</c:v>
                </c:pt>
                <c:pt idx="2231">
                  <c:v>-75.848761</c:v>
                </c:pt>
                <c:pt idx="2232">
                  <c:v>-75.566206</c:v>
                </c:pt>
                <c:pt idx="2233">
                  <c:v>-75.284759</c:v>
                </c:pt>
                <c:pt idx="2234">
                  <c:v>-75.004417</c:v>
                </c:pt>
                <c:pt idx="2235">
                  <c:v>-74.725175</c:v>
                </c:pt>
                <c:pt idx="2236">
                  <c:v>-74.447029</c:v>
                </c:pt>
                <c:pt idx="2237">
                  <c:v>-74.169976</c:v>
                </c:pt>
                <c:pt idx="2238">
                  <c:v>-73.894011</c:v>
                </c:pt>
                <c:pt idx="2239">
                  <c:v>-73.619130</c:v>
                </c:pt>
                <c:pt idx="2240">
                  <c:v>-73.345329</c:v>
                </c:pt>
                <c:pt idx="2241">
                  <c:v>-73.072605</c:v>
                </c:pt>
                <c:pt idx="2242">
                  <c:v>-72.800952</c:v>
                </c:pt>
                <c:pt idx="2243">
                  <c:v>-72.530368</c:v>
                </c:pt>
                <c:pt idx="2244">
                  <c:v>-72.260848</c:v>
                </c:pt>
                <c:pt idx="2245">
                  <c:v>-71.992389</c:v>
                </c:pt>
                <c:pt idx="2246">
                  <c:v>-71.724985</c:v>
                </c:pt>
                <c:pt idx="2247">
                  <c:v>-71.458634</c:v>
                </c:pt>
                <c:pt idx="2248">
                  <c:v>-71.193332</c:v>
                </c:pt>
                <c:pt idx="2249">
                  <c:v>-70.929074</c:v>
                </c:pt>
                <c:pt idx="2250">
                  <c:v>-70.665857</c:v>
                </c:pt>
                <c:pt idx="2251">
                  <c:v>-70.403676</c:v>
                </c:pt>
                <c:pt idx="2252">
                  <c:v>-70.142528</c:v>
                </c:pt>
                <c:pt idx="2253">
                  <c:v>-69.882409</c:v>
                </c:pt>
                <c:pt idx="2254">
                  <c:v>-69.623316</c:v>
                </c:pt>
                <c:pt idx="2255">
                  <c:v>-69.365243</c:v>
                </c:pt>
                <c:pt idx="2256">
                  <c:v>-69.108188</c:v>
                </c:pt>
                <c:pt idx="2257">
                  <c:v>-68.852147</c:v>
                </c:pt>
                <c:pt idx="2258">
                  <c:v>-68.597116</c:v>
                </c:pt>
                <c:pt idx="2259">
                  <c:v>-68.343090</c:v>
                </c:pt>
                <c:pt idx="2260">
                  <c:v>-68.090067</c:v>
                </c:pt>
                <c:pt idx="2261">
                  <c:v>-67.838043</c:v>
                </c:pt>
                <c:pt idx="2262">
                  <c:v>-67.587013</c:v>
                </c:pt>
                <c:pt idx="2263">
                  <c:v>-67.336974</c:v>
                </c:pt>
                <c:pt idx="2264">
                  <c:v>-67.087923</c:v>
                </c:pt>
                <c:pt idx="2265">
                  <c:v>-66.839855</c:v>
                </c:pt>
                <c:pt idx="2266">
                  <c:v>-66.592767</c:v>
                </c:pt>
                <c:pt idx="2267">
                  <c:v>-66.346654</c:v>
                </c:pt>
                <c:pt idx="2268">
                  <c:v>-66.101515</c:v>
                </c:pt>
                <c:pt idx="2269">
                  <c:v>-65.857344</c:v>
                </c:pt>
                <c:pt idx="2270">
                  <c:v>-65.614138</c:v>
                </c:pt>
                <c:pt idx="2271">
                  <c:v>-65.371894</c:v>
                </c:pt>
                <c:pt idx="2272">
                  <c:v>-65.130608</c:v>
                </c:pt>
                <c:pt idx="2273">
                  <c:v>-64.890275</c:v>
                </c:pt>
                <c:pt idx="2274">
                  <c:v>-64.650894</c:v>
                </c:pt>
                <c:pt idx="2275">
                  <c:v>-64.412459</c:v>
                </c:pt>
                <c:pt idx="2276">
                  <c:v>-64.174968</c:v>
                </c:pt>
                <c:pt idx="2277">
                  <c:v>-63.938416</c:v>
                </c:pt>
                <c:pt idx="2278">
                  <c:v>-63.702801</c:v>
                </c:pt>
                <c:pt idx="2279">
                  <c:v>-63.468118</c:v>
                </c:pt>
                <c:pt idx="2280">
                  <c:v>-63.234365</c:v>
                </c:pt>
                <c:pt idx="2281">
                  <c:v>-63.001537</c:v>
                </c:pt>
                <c:pt idx="2282">
                  <c:v>-62.769631</c:v>
                </c:pt>
                <c:pt idx="2283">
                  <c:v>-62.538644</c:v>
                </c:pt>
                <c:pt idx="2284">
                  <c:v>-62.308572</c:v>
                </c:pt>
                <c:pt idx="2285">
                  <c:v>-62.079411</c:v>
                </c:pt>
                <c:pt idx="2286">
                  <c:v>-61.851159</c:v>
                </c:pt>
                <c:pt idx="2287">
                  <c:v>-61.623811</c:v>
                </c:pt>
                <c:pt idx="2288">
                  <c:v>-61.397364</c:v>
                </c:pt>
                <c:pt idx="2289">
                  <c:v>-61.171815</c:v>
                </c:pt>
                <c:pt idx="2290">
                  <c:v>-60.947160</c:v>
                </c:pt>
                <c:pt idx="2291">
                  <c:v>-60.723396</c:v>
                </c:pt>
                <c:pt idx="2292">
                  <c:v>-60.500520</c:v>
                </c:pt>
                <c:pt idx="2293">
                  <c:v>-60.278527</c:v>
                </c:pt>
                <c:pt idx="2294">
                  <c:v>-60.057416</c:v>
                </c:pt>
                <c:pt idx="2295">
                  <c:v>-59.837181</c:v>
                </c:pt>
                <c:pt idx="2296">
                  <c:v>-59.617821</c:v>
                </c:pt>
                <c:pt idx="2297">
                  <c:v>-59.399331</c:v>
                </c:pt>
                <c:pt idx="2298">
                  <c:v>-59.181708</c:v>
                </c:pt>
                <c:pt idx="2299">
                  <c:v>-58.964950</c:v>
                </c:pt>
                <c:pt idx="2300">
                  <c:v>-58.749052</c:v>
                </c:pt>
                <c:pt idx="2301">
                  <c:v>-58.534011</c:v>
                </c:pt>
                <c:pt idx="2302">
                  <c:v>-58.319824</c:v>
                </c:pt>
                <c:pt idx="2303">
                  <c:v>-58.106488</c:v>
                </c:pt>
                <c:pt idx="2304">
                  <c:v>-57.893999</c:v>
                </c:pt>
                <c:pt idx="2305">
                  <c:v>-57.682355</c:v>
                </c:pt>
                <c:pt idx="2306">
                  <c:v>-57.471551</c:v>
                </c:pt>
                <c:pt idx="2307">
                  <c:v>-57.261585</c:v>
                </c:pt>
                <c:pt idx="2308">
                  <c:v>-57.052454</c:v>
                </c:pt>
                <c:pt idx="2309">
                  <c:v>-56.844154</c:v>
                </c:pt>
                <c:pt idx="2310">
                  <c:v>-56.636681</c:v>
                </c:pt>
                <c:pt idx="2311">
                  <c:v>-56.430034</c:v>
                </c:pt>
                <c:pt idx="2312">
                  <c:v>-56.224208</c:v>
                </c:pt>
                <c:pt idx="2313">
                  <c:v>-56.019201</c:v>
                </c:pt>
                <c:pt idx="2314">
                  <c:v>-55.815009</c:v>
                </c:pt>
                <c:pt idx="2315">
                  <c:v>-55.611629</c:v>
                </c:pt>
                <c:pt idx="2316">
                  <c:v>-55.409058</c:v>
                </c:pt>
                <c:pt idx="2317">
                  <c:v>-55.207293</c:v>
                </c:pt>
                <c:pt idx="2318">
                  <c:v>-55.006331</c:v>
                </c:pt>
                <c:pt idx="2319">
                  <c:v>-54.806168</c:v>
                </c:pt>
                <c:pt idx="2320">
                  <c:v>-54.606802</c:v>
                </c:pt>
                <c:pt idx="2321">
                  <c:v>-54.408229</c:v>
                </c:pt>
                <c:pt idx="2322">
                  <c:v>-54.210447</c:v>
                </c:pt>
                <c:pt idx="2323">
                  <c:v>-54.013452</c:v>
                </c:pt>
                <c:pt idx="2324">
                  <c:v>-53.817241</c:v>
                </c:pt>
                <c:pt idx="2325">
                  <c:v>-53.621811</c:v>
                </c:pt>
                <c:pt idx="2326">
                  <c:v>-53.427160</c:v>
                </c:pt>
                <c:pt idx="2327">
                  <c:v>-53.233284</c:v>
                </c:pt>
                <c:pt idx="2328">
                  <c:v>-53.040179</c:v>
                </c:pt>
                <c:pt idx="2329">
                  <c:v>-52.847844</c:v>
                </c:pt>
                <c:pt idx="2330">
                  <c:v>-52.656275</c:v>
                </c:pt>
                <c:pt idx="2331">
                  <c:v>-52.465469</c:v>
                </c:pt>
                <c:pt idx="2332">
                  <c:v>-52.275423</c:v>
                </c:pt>
                <c:pt idx="2333">
                  <c:v>-52.086135</c:v>
                </c:pt>
                <c:pt idx="2334">
                  <c:v>-51.897600</c:v>
                </c:pt>
                <c:pt idx="2335">
                  <c:v>-51.709817</c:v>
                </c:pt>
                <c:pt idx="2336">
                  <c:v>-51.522783</c:v>
                </c:pt>
                <c:pt idx="2337">
                  <c:v>-51.336493</c:v>
                </c:pt>
                <c:pt idx="2338">
                  <c:v>-51.150947</c:v>
                </c:pt>
                <c:pt idx="2339">
                  <c:v>-50.966139</c:v>
                </c:pt>
                <c:pt idx="2340">
                  <c:v>-50.782069</c:v>
                </c:pt>
                <c:pt idx="2341">
                  <c:v>-50.598732</c:v>
                </c:pt>
                <c:pt idx="2342">
                  <c:v>-50.416127</c:v>
                </c:pt>
                <c:pt idx="2343">
                  <c:v>-50.234249</c:v>
                </c:pt>
                <c:pt idx="2344">
                  <c:v>-50.053097</c:v>
                </c:pt>
                <c:pt idx="2345">
                  <c:v>-49.872667</c:v>
                </c:pt>
                <c:pt idx="2346">
                  <c:v>-49.692957</c:v>
                </c:pt>
                <c:pt idx="2347">
                  <c:v>-49.513964</c:v>
                </c:pt>
                <c:pt idx="2348">
                  <c:v>-49.335684</c:v>
                </c:pt>
                <c:pt idx="2349">
                  <c:v>-49.158116</c:v>
                </c:pt>
                <c:pt idx="2350">
                  <c:v>-48.981256</c:v>
                </c:pt>
                <c:pt idx="2351">
                  <c:v>-48.805102</c:v>
                </c:pt>
                <c:pt idx="2352">
                  <c:v>-48.629650</c:v>
                </c:pt>
                <c:pt idx="2353">
                  <c:v>-48.454899</c:v>
                </c:pt>
                <c:pt idx="2354">
                  <c:v>-48.280845</c:v>
                </c:pt>
                <c:pt idx="2355">
                  <c:v>-48.107485</c:v>
                </c:pt>
                <c:pt idx="2356">
                  <c:v>-47.934817</c:v>
                </c:pt>
                <c:pt idx="2357">
                  <c:v>-47.762839</c:v>
                </c:pt>
                <c:pt idx="2358">
                  <c:v>-47.591547</c:v>
                </c:pt>
                <c:pt idx="2359">
                  <c:v>-47.420938</c:v>
                </c:pt>
                <c:pt idx="2360">
                  <c:v>-47.251010</c:v>
                </c:pt>
                <c:pt idx="2361">
                  <c:v>-47.081761</c:v>
                </c:pt>
                <c:pt idx="2362">
                  <c:v>-46.913188</c:v>
                </c:pt>
                <c:pt idx="2363">
                  <c:v>-46.745287</c:v>
                </c:pt>
                <c:pt idx="2364">
                  <c:v>-46.578057</c:v>
                </c:pt>
                <c:pt idx="2365">
                  <c:v>-46.411494</c:v>
                </c:pt>
                <c:pt idx="2366">
                  <c:v>-46.245597</c:v>
                </c:pt>
                <c:pt idx="2367">
                  <c:v>-46.080362</c:v>
                </c:pt>
                <c:pt idx="2368">
                  <c:v>-45.915787</c:v>
                </c:pt>
                <c:pt idx="2369">
                  <c:v>-45.751869</c:v>
                </c:pt>
                <c:pt idx="2370">
                  <c:v>-45.588605</c:v>
                </c:pt>
                <c:pt idx="2371">
                  <c:v>-45.425994</c:v>
                </c:pt>
                <c:pt idx="2372">
                  <c:v>-45.264032</c:v>
                </c:pt>
                <c:pt idx="2373">
                  <c:v>-45.102717</c:v>
                </c:pt>
                <c:pt idx="2374">
                  <c:v>-44.942046</c:v>
                </c:pt>
                <c:pt idx="2375">
                  <c:v>-44.782017</c:v>
                </c:pt>
                <c:pt idx="2376">
                  <c:v>-44.622627</c:v>
                </c:pt>
                <c:pt idx="2377">
                  <c:v>-44.463874</c:v>
                </c:pt>
                <c:pt idx="2378">
                  <c:v>-44.305755</c:v>
                </c:pt>
                <c:pt idx="2379">
                  <c:v>-44.148268</c:v>
                </c:pt>
                <c:pt idx="2380">
                  <c:v>-43.991410</c:v>
                </c:pt>
                <c:pt idx="2381">
                  <c:v>-43.835178</c:v>
                </c:pt>
                <c:pt idx="2382">
                  <c:v>-43.679571</c:v>
                </c:pt>
                <c:pt idx="2383">
                  <c:v>-43.524586</c:v>
                </c:pt>
                <c:pt idx="2384">
                  <c:v>-43.370219</c:v>
                </c:pt>
                <c:pt idx="2385">
                  <c:v>-43.216470</c:v>
                </c:pt>
                <c:pt idx="2386">
                  <c:v>-43.063335</c:v>
                </c:pt>
                <c:pt idx="2387">
                  <c:v>-42.910811</c:v>
                </c:pt>
                <c:pt idx="2388">
                  <c:v>-42.758897</c:v>
                </c:pt>
                <c:pt idx="2389">
                  <c:v>-42.607591</c:v>
                </c:pt>
                <c:pt idx="2390">
                  <c:v>-42.456888</c:v>
                </c:pt>
                <c:pt idx="2391">
                  <c:v>-42.306788</c:v>
                </c:pt>
                <c:pt idx="2392">
                  <c:v>-42.157288</c:v>
                </c:pt>
                <c:pt idx="2393">
                  <c:v>-42.008385</c:v>
                </c:pt>
                <c:pt idx="2394">
                  <c:v>-41.860078</c:v>
                </c:pt>
                <c:pt idx="2395">
                  <c:v>-41.712363</c:v>
                </c:pt>
                <c:pt idx="2396">
                  <c:v>-41.565238</c:v>
                </c:pt>
                <c:pt idx="2397">
                  <c:v>-41.418701</c:v>
                </c:pt>
                <c:pt idx="2398">
                  <c:v>-41.272750</c:v>
                </c:pt>
                <c:pt idx="2399">
                  <c:v>-41.127382</c:v>
                </c:pt>
                <c:pt idx="2400">
                  <c:v>-40.982596</c:v>
                </c:pt>
                <c:pt idx="2401">
                  <c:v>-40.838387</c:v>
                </c:pt>
                <c:pt idx="2402">
                  <c:v>-40.694756</c:v>
                </c:pt>
                <c:pt idx="2403">
                  <c:v>-40.551698</c:v>
                </c:pt>
                <c:pt idx="2404">
                  <c:v>-40.409212</c:v>
                </c:pt>
                <c:pt idx="2405">
                  <c:v>-40.267295</c:v>
                </c:pt>
                <c:pt idx="2406">
                  <c:v>-40.125946</c:v>
                </c:pt>
                <c:pt idx="2407">
                  <c:v>-39.985162</c:v>
                </c:pt>
                <c:pt idx="2408">
                  <c:v>-39.844940</c:v>
                </c:pt>
                <c:pt idx="2409">
                  <c:v>-39.705279</c:v>
                </c:pt>
                <c:pt idx="2410">
                  <c:v>-39.566175</c:v>
                </c:pt>
                <c:pt idx="2411">
                  <c:v>-39.427628</c:v>
                </c:pt>
                <c:pt idx="2412">
                  <c:v>-39.289635</c:v>
                </c:pt>
                <c:pt idx="2413">
                  <c:v>-39.152193</c:v>
                </c:pt>
                <c:pt idx="2414">
                  <c:v>-39.015300</c:v>
                </c:pt>
                <c:pt idx="2415">
                  <c:v>-38.878955</c:v>
                </c:pt>
                <c:pt idx="2416">
                  <c:v>-38.743154</c:v>
                </c:pt>
                <c:pt idx="2417">
                  <c:v>-38.607897</c:v>
                </c:pt>
                <c:pt idx="2418">
                  <c:v>-38.473179</c:v>
                </c:pt>
                <c:pt idx="2419">
                  <c:v>-38.339001</c:v>
                </c:pt>
                <c:pt idx="2420">
                  <c:v>-38.205358</c:v>
                </c:pt>
                <c:pt idx="2421">
                  <c:v>-38.072250</c:v>
                </c:pt>
                <c:pt idx="2422">
                  <c:v>-37.939673</c:v>
                </c:pt>
                <c:pt idx="2423">
                  <c:v>-37.807626</c:v>
                </c:pt>
                <c:pt idx="2424">
                  <c:v>-37.676107</c:v>
                </c:pt>
                <c:pt idx="2425">
                  <c:v>-37.545114</c:v>
                </c:pt>
                <c:pt idx="2426">
                  <c:v>-37.414644</c:v>
                </c:pt>
                <c:pt idx="2427">
                  <c:v>-37.284695</c:v>
                </c:pt>
                <c:pt idx="2428">
                  <c:v>-37.155266</c:v>
                </c:pt>
                <c:pt idx="2429">
                  <c:v>-37.026354</c:v>
                </c:pt>
                <c:pt idx="2430">
                  <c:v>-36.897957</c:v>
                </c:pt>
                <c:pt idx="2431">
                  <c:v>-36.770073</c:v>
                </c:pt>
                <c:pt idx="2432">
                  <c:v>-36.642700</c:v>
                </c:pt>
                <c:pt idx="2433">
                  <c:v>-36.515836</c:v>
                </c:pt>
                <c:pt idx="2434">
                  <c:v>-36.389479</c:v>
                </c:pt>
                <c:pt idx="2435">
                  <c:v>-36.263627</c:v>
                </c:pt>
                <c:pt idx="2436">
                  <c:v>-36.138277</c:v>
                </c:pt>
                <c:pt idx="2437">
                  <c:v>-36.013428</c:v>
                </c:pt>
                <c:pt idx="2438">
                  <c:v>-35.889078</c:v>
                </c:pt>
                <c:pt idx="2439">
                  <c:v>-35.765225</c:v>
                </c:pt>
                <c:pt idx="2440">
                  <c:v>-35.641867</c:v>
                </c:pt>
                <c:pt idx="2441">
                  <c:v>-35.519001</c:v>
                </c:pt>
                <c:pt idx="2442">
                  <c:v>-35.396627</c:v>
                </c:pt>
                <c:pt idx="2443">
                  <c:v>-35.274741</c:v>
                </c:pt>
                <c:pt idx="2444">
                  <c:v>-35.153342</c:v>
                </c:pt>
                <c:pt idx="2445">
                  <c:v>-35.032427</c:v>
                </c:pt>
                <c:pt idx="2446">
                  <c:v>-34.911996</c:v>
                </c:pt>
                <c:pt idx="2447">
                  <c:v>-34.792046</c:v>
                </c:pt>
                <c:pt idx="2448">
                  <c:v>-34.672575</c:v>
                </c:pt>
                <c:pt idx="2449">
                  <c:v>-34.553581</c:v>
                </c:pt>
                <c:pt idx="2450">
                  <c:v>-34.435062</c:v>
                </c:pt>
                <c:pt idx="2451">
                  <c:v>-34.317016</c:v>
                </c:pt>
                <c:pt idx="2452">
                  <c:v>-34.199442</c:v>
                </c:pt>
                <c:pt idx="2453">
                  <c:v>-34.082337</c:v>
                </c:pt>
                <c:pt idx="2454">
                  <c:v>-33.965700</c:v>
                </c:pt>
                <c:pt idx="2455">
                  <c:v>-33.849528</c:v>
                </c:pt>
                <c:pt idx="2456">
                  <c:v>-33.733821</c:v>
                </c:pt>
                <c:pt idx="2457">
                  <c:v>-33.618575</c:v>
                </c:pt>
                <c:pt idx="2458">
                  <c:v>-33.503789</c:v>
                </c:pt>
                <c:pt idx="2459">
                  <c:v>-33.389462</c:v>
                </c:pt>
                <c:pt idx="2460">
                  <c:v>-33.275590</c:v>
                </c:pt>
                <c:pt idx="2461">
                  <c:v>-33.162174</c:v>
                </c:pt>
                <c:pt idx="2462">
                  <c:v>-33.049210</c:v>
                </c:pt>
                <c:pt idx="2463">
                  <c:v>-32.936697</c:v>
                </c:pt>
                <c:pt idx="2464">
                  <c:v>-32.824633</c:v>
                </c:pt>
                <c:pt idx="2465">
                  <c:v>-32.713016</c:v>
                </c:pt>
                <c:pt idx="2466">
                  <c:v>-32.601844</c:v>
                </c:pt>
                <c:pt idx="2467">
                  <c:v>-32.491116</c:v>
                </c:pt>
                <c:pt idx="2468">
                  <c:v>-32.380830</c:v>
                </c:pt>
                <c:pt idx="2469">
                  <c:v>-32.270984</c:v>
                </c:pt>
                <c:pt idx="2470">
                  <c:v>-32.161576</c:v>
                </c:pt>
                <c:pt idx="2471">
                  <c:v>-32.052605</c:v>
                </c:pt>
                <c:pt idx="2472">
                  <c:v>-31.944068</c:v>
                </c:pt>
                <c:pt idx="2473">
                  <c:v>-31.835965</c:v>
                </c:pt>
                <c:pt idx="2474">
                  <c:v>-31.728292</c:v>
                </c:pt>
                <c:pt idx="2475">
                  <c:v>-31.621049</c:v>
                </c:pt>
                <c:pt idx="2476">
                  <c:v>-31.514233</c:v>
                </c:pt>
                <c:pt idx="2477">
                  <c:v>-31.407844</c:v>
                </c:pt>
                <c:pt idx="2478">
                  <c:v>-31.301879</c:v>
                </c:pt>
                <c:pt idx="2479">
                  <c:v>-31.196336</c:v>
                </c:pt>
                <c:pt idx="2480">
                  <c:v>-31.091214</c:v>
                </c:pt>
                <c:pt idx="2481">
                  <c:v>-30.986511</c:v>
                </c:pt>
                <c:pt idx="2482">
                  <c:v>-30.882226</c:v>
                </c:pt>
                <c:pt idx="2483">
                  <c:v>-30.778356</c:v>
                </c:pt>
                <c:pt idx="2484">
                  <c:v>-30.674900</c:v>
                </c:pt>
                <c:pt idx="2485">
                  <c:v>-30.571857</c:v>
                </c:pt>
                <c:pt idx="2486">
                  <c:v>-30.469224</c:v>
                </c:pt>
                <c:pt idx="2487">
                  <c:v>-30.367000</c:v>
                </c:pt>
                <c:pt idx="2488">
                  <c:v>-30.265184</c:v>
                </c:pt>
                <c:pt idx="2489">
                  <c:v>-30.163773</c:v>
                </c:pt>
                <c:pt idx="2490">
                  <c:v>-30.062767</c:v>
                </c:pt>
                <c:pt idx="2491">
                  <c:v>-29.962162</c:v>
                </c:pt>
                <c:pt idx="2492">
                  <c:v>-29.861959</c:v>
                </c:pt>
                <c:pt idx="2493">
                  <c:v>-29.762154</c:v>
                </c:pt>
                <c:pt idx="2494">
                  <c:v>-29.662747</c:v>
                </c:pt>
                <c:pt idx="2495">
                  <c:v>-29.563736</c:v>
                </c:pt>
                <c:pt idx="2496">
                  <c:v>-29.465120</c:v>
                </c:pt>
                <c:pt idx="2497">
                  <c:v>-29.366896</c:v>
                </c:pt>
                <c:pt idx="2498">
                  <c:v>-29.269063</c:v>
                </c:pt>
                <c:pt idx="2499">
                  <c:v>-29.171619</c:v>
                </c:pt>
                <c:pt idx="2500">
                  <c:v>-29.074564</c:v>
                </c:pt>
                <c:pt idx="2501">
                  <c:v>-28.977895</c:v>
                </c:pt>
                <c:pt idx="2502">
                  <c:v>-28.881610</c:v>
                </c:pt>
                <c:pt idx="2503">
                  <c:v>-28.785709</c:v>
                </c:pt>
                <c:pt idx="2504">
                  <c:v>-28.690190</c:v>
                </c:pt>
                <c:pt idx="2505">
                  <c:v>-28.595050</c:v>
                </c:pt>
                <c:pt idx="2506">
                  <c:v>-28.500289</c:v>
                </c:pt>
                <c:pt idx="2507">
                  <c:v>-28.405905</c:v>
                </c:pt>
                <c:pt idx="2508">
                  <c:v>-28.311897</c:v>
                </c:pt>
                <c:pt idx="2509">
                  <c:v>-28.218262</c:v>
                </c:pt>
                <c:pt idx="2510">
                  <c:v>-28.125000</c:v>
                </c:pt>
                <c:pt idx="2511">
                  <c:v>-28.032109</c:v>
                </c:pt>
                <c:pt idx="2512">
                  <c:v>-27.939587</c:v>
                </c:pt>
                <c:pt idx="2513">
                  <c:v>-27.847433</c:v>
                </c:pt>
                <c:pt idx="2514">
                  <c:v>-27.755646</c:v>
                </c:pt>
                <c:pt idx="2515">
                  <c:v>-27.664223</c:v>
                </c:pt>
                <c:pt idx="2516">
                  <c:v>-27.573164</c:v>
                </c:pt>
                <c:pt idx="2517">
                  <c:v>-27.482467</c:v>
                </c:pt>
                <c:pt idx="2518">
                  <c:v>-27.392130</c:v>
                </c:pt>
                <c:pt idx="2519">
                  <c:v>-27.302152</c:v>
                </c:pt>
                <c:pt idx="2520">
                  <c:v>-27.212532</c:v>
                </c:pt>
                <c:pt idx="2521">
                  <c:v>-27.123268</c:v>
                </c:pt>
                <c:pt idx="2522">
                  <c:v>-27.034358</c:v>
                </c:pt>
                <c:pt idx="2523">
                  <c:v>-26.945802</c:v>
                </c:pt>
                <c:pt idx="2524">
                  <c:v>-26.857597</c:v>
                </c:pt>
                <c:pt idx="2525">
                  <c:v>-26.769742</c:v>
                </c:pt>
                <c:pt idx="2526">
                  <c:v>-26.682237</c:v>
                </c:pt>
                <c:pt idx="2527">
                  <c:v>-26.595079</c:v>
                </c:pt>
                <c:pt idx="2528">
                  <c:v>-26.508267</c:v>
                </c:pt>
                <c:pt idx="2529">
                  <c:v>-26.421799</c:v>
                </c:pt>
                <c:pt idx="2530">
                  <c:v>-26.335675</c:v>
                </c:pt>
                <c:pt idx="2531">
                  <c:v>-26.249892</c:v>
                </c:pt>
                <c:pt idx="2532">
                  <c:v>-26.164450</c:v>
                </c:pt>
                <c:pt idx="2533">
                  <c:v>-26.079347</c:v>
                </c:pt>
                <c:pt idx="2534">
                  <c:v>-25.994582</c:v>
                </c:pt>
                <c:pt idx="2535">
                  <c:v>-25.910153</c:v>
                </c:pt>
                <c:pt idx="2536">
                  <c:v>-25.826059</c:v>
                </c:pt>
                <c:pt idx="2537">
                  <c:v>-25.742298</c:v>
                </c:pt>
                <c:pt idx="2538">
                  <c:v>-25.658869</c:v>
                </c:pt>
                <c:pt idx="2539">
                  <c:v>-25.575772</c:v>
                </c:pt>
                <c:pt idx="2540">
                  <c:v>-25.493003</c:v>
                </c:pt>
                <c:pt idx="2541">
                  <c:v>-25.410563</c:v>
                </c:pt>
                <c:pt idx="2542">
                  <c:v>-25.328450</c:v>
                </c:pt>
                <c:pt idx="2543">
                  <c:v>-25.246662</c:v>
                </c:pt>
                <c:pt idx="2544">
                  <c:v>-25.165198</c:v>
                </c:pt>
                <c:pt idx="2545">
                  <c:v>-25.084057</c:v>
                </c:pt>
                <c:pt idx="2546">
                  <c:v>-25.003237</c:v>
                </c:pt>
                <c:pt idx="2547">
                  <c:v>-24.922738</c:v>
                </c:pt>
                <c:pt idx="2548">
                  <c:v>-24.842557</c:v>
                </c:pt>
                <c:pt idx="2549">
                  <c:v>-24.762694</c:v>
                </c:pt>
                <c:pt idx="2550">
                  <c:v>-24.683147</c:v>
                </c:pt>
                <c:pt idx="2551">
                  <c:v>-24.603915</c:v>
                </c:pt>
                <c:pt idx="2552">
                  <c:v>-24.524997</c:v>
                </c:pt>
                <c:pt idx="2553">
                  <c:v>-24.446391</c:v>
                </c:pt>
                <c:pt idx="2554">
                  <c:v>-24.368097</c:v>
                </c:pt>
                <c:pt idx="2555">
                  <c:v>-24.290112</c:v>
                </c:pt>
                <c:pt idx="2556">
                  <c:v>-24.212435</c:v>
                </c:pt>
                <c:pt idx="2557">
                  <c:v>-24.135066</c:v>
                </c:pt>
                <c:pt idx="2558">
                  <c:v>-24.058003</c:v>
                </c:pt>
                <c:pt idx="2559">
                  <c:v>-23.981245</c:v>
                </c:pt>
                <c:pt idx="2560">
                  <c:v>-23.904790</c:v>
                </c:pt>
                <c:pt idx="2561">
                  <c:v>-23.828638</c:v>
                </c:pt>
                <c:pt idx="2562">
                  <c:v>-23.752786</c:v>
                </c:pt>
                <c:pt idx="2563">
                  <c:v>-23.677235</c:v>
                </c:pt>
                <c:pt idx="2564">
                  <c:v>-23.601982</c:v>
                </c:pt>
                <c:pt idx="2565">
                  <c:v>-23.527026</c:v>
                </c:pt>
                <c:pt idx="2566">
                  <c:v>-23.452367</c:v>
                </c:pt>
                <c:pt idx="2567">
                  <c:v>-23.378003</c:v>
                </c:pt>
                <c:pt idx="2568">
                  <c:v>-23.303932</c:v>
                </c:pt>
                <c:pt idx="2569">
                  <c:v>-23.230154</c:v>
                </c:pt>
                <c:pt idx="2570">
                  <c:v>-23.156667</c:v>
                </c:pt>
                <c:pt idx="2571">
                  <c:v>-23.083470</c:v>
                </c:pt>
                <c:pt idx="2572">
                  <c:v>-23.010563</c:v>
                </c:pt>
                <c:pt idx="2573">
                  <c:v>-22.937943</c:v>
                </c:pt>
                <c:pt idx="2574">
                  <c:v>-22.865610</c:v>
                </c:pt>
                <c:pt idx="2575">
                  <c:v>-22.793562</c:v>
                </c:pt>
                <c:pt idx="2576">
                  <c:v>-22.721798</c:v>
                </c:pt>
                <c:pt idx="2577">
                  <c:v>-22.650318</c:v>
                </c:pt>
                <c:pt idx="2578">
                  <c:v>-22.579119</c:v>
                </c:pt>
                <c:pt idx="2579">
                  <c:v>-22.508201</c:v>
                </c:pt>
                <c:pt idx="2580">
                  <c:v>-22.437563</c:v>
                </c:pt>
                <c:pt idx="2581">
                  <c:v>-22.367204</c:v>
                </c:pt>
                <c:pt idx="2582">
                  <c:v>-22.297121</c:v>
                </c:pt>
                <c:pt idx="2583">
                  <c:v>-22.227315</c:v>
                </c:pt>
                <c:pt idx="2584">
                  <c:v>-22.157784</c:v>
                </c:pt>
                <c:pt idx="2585">
                  <c:v>-22.088527</c:v>
                </c:pt>
                <c:pt idx="2586">
                  <c:v>-22.019543</c:v>
                </c:pt>
                <c:pt idx="2587">
                  <c:v>-21.950831</c:v>
                </c:pt>
                <c:pt idx="2588">
                  <c:v>-21.882389</c:v>
                </c:pt>
                <c:pt idx="2589">
                  <c:v>-21.814217</c:v>
                </c:pt>
                <c:pt idx="2590">
                  <c:v>-21.746313</c:v>
                </c:pt>
                <c:pt idx="2591">
                  <c:v>-21.678676</c:v>
                </c:pt>
                <c:pt idx="2592">
                  <c:v>-21.611305</c:v>
                </c:pt>
                <c:pt idx="2593">
                  <c:v>-21.544200</c:v>
                </c:pt>
                <c:pt idx="2594">
                  <c:v>-21.477359</c:v>
                </c:pt>
                <c:pt idx="2595">
                  <c:v>-21.410780</c:v>
                </c:pt>
                <c:pt idx="2596">
                  <c:v>-21.344464</c:v>
                </c:pt>
                <c:pt idx="2597">
                  <c:v>-21.278408</c:v>
                </c:pt>
                <c:pt idx="2598">
                  <c:v>-21.212612</c:v>
                </c:pt>
                <c:pt idx="2599">
                  <c:v>-21.147074</c:v>
                </c:pt>
                <c:pt idx="2600">
                  <c:v>-21.081794</c:v>
                </c:pt>
                <c:pt idx="2601">
                  <c:v>-21.016771</c:v>
                </c:pt>
                <c:pt idx="2602">
                  <c:v>-20.952003</c:v>
                </c:pt>
                <c:pt idx="2603">
                  <c:v>-20.887490</c:v>
                </c:pt>
                <c:pt idx="2604">
                  <c:v>-20.823230</c:v>
                </c:pt>
                <c:pt idx="2605">
                  <c:v>-20.759222</c:v>
                </c:pt>
                <c:pt idx="2606">
                  <c:v>-20.695466</c:v>
                </c:pt>
                <c:pt idx="2607">
                  <c:v>-20.631960</c:v>
                </c:pt>
                <c:pt idx="2608">
                  <c:v>-20.568703</c:v>
                </c:pt>
                <c:pt idx="2609">
                  <c:v>-20.505694</c:v>
                </c:pt>
                <c:pt idx="2610">
                  <c:v>-20.442933</c:v>
                </c:pt>
                <c:pt idx="2611">
                  <c:v>-20.380418</c:v>
                </c:pt>
                <c:pt idx="2612">
                  <c:v>-20.318148</c:v>
                </c:pt>
                <c:pt idx="2613">
                  <c:v>-20.256122</c:v>
                </c:pt>
                <c:pt idx="2614">
                  <c:v>-20.194339</c:v>
                </c:pt>
                <c:pt idx="2615">
                  <c:v>-20.132799</c:v>
                </c:pt>
                <c:pt idx="2616">
                  <c:v>-20.071500</c:v>
                </c:pt>
                <c:pt idx="2617">
                  <c:v>-20.010441</c:v>
                </c:pt>
                <c:pt idx="2618">
                  <c:v>-19.949621</c:v>
                </c:pt>
                <c:pt idx="2619">
                  <c:v>-19.889040</c:v>
                </c:pt>
                <c:pt idx="2620">
                  <c:v>-19.828695</c:v>
                </c:pt>
                <c:pt idx="2621">
                  <c:v>-19.768587</c:v>
                </c:pt>
                <c:pt idx="2622">
                  <c:v>-19.708715</c:v>
                </c:pt>
                <c:pt idx="2623">
                  <c:v>-19.649076</c:v>
                </c:pt>
                <c:pt idx="2624">
                  <c:v>-19.589672</c:v>
                </c:pt>
                <c:pt idx="2625">
                  <c:v>-19.530499</c:v>
                </c:pt>
                <c:pt idx="2626">
                  <c:v>-19.471558</c:v>
                </c:pt>
                <c:pt idx="2627">
                  <c:v>-19.412848</c:v>
                </c:pt>
                <c:pt idx="2628">
                  <c:v>-19.354367</c:v>
                </c:pt>
                <c:pt idx="2629">
                  <c:v>-19.296115</c:v>
                </c:pt>
                <c:pt idx="2630">
                  <c:v>-19.238090</c:v>
                </c:pt>
                <c:pt idx="2631">
                  <c:v>-19.180292</c:v>
                </c:pt>
                <c:pt idx="2632">
                  <c:v>-19.122720</c:v>
                </c:pt>
                <c:pt idx="2633">
                  <c:v>-19.065373</c:v>
                </c:pt>
                <c:pt idx="2634">
                  <c:v>-19.008250</c:v>
                </c:pt>
                <c:pt idx="2635">
                  <c:v>-18.951351</c:v>
                </c:pt>
                <c:pt idx="2636">
                  <c:v>-18.894673</c:v>
                </c:pt>
                <c:pt idx="2637">
                  <c:v>-18.838216</c:v>
                </c:pt>
                <c:pt idx="2638">
                  <c:v>-18.781980</c:v>
                </c:pt>
                <c:pt idx="2639">
                  <c:v>-18.725963</c:v>
                </c:pt>
                <c:pt idx="2640">
                  <c:v>-18.670165</c:v>
                </c:pt>
                <c:pt idx="2641">
                  <c:v>-18.614585</c:v>
                </c:pt>
                <c:pt idx="2642">
                  <c:v>-18.559221</c:v>
                </c:pt>
                <c:pt idx="2643">
                  <c:v>-18.504073</c:v>
                </c:pt>
                <c:pt idx="2644">
                  <c:v>-18.449140</c:v>
                </c:pt>
                <c:pt idx="2645">
                  <c:v>-18.394421</c:v>
                </c:pt>
                <c:pt idx="2646">
                  <c:v>-18.339915</c:v>
                </c:pt>
                <c:pt idx="2647">
                  <c:v>-18.285622</c:v>
                </c:pt>
                <c:pt idx="2648">
                  <c:v>-18.231540</c:v>
                </c:pt>
                <c:pt idx="2649">
                  <c:v>-18.177669</c:v>
                </c:pt>
                <c:pt idx="2650">
                  <c:v>-18.124007</c:v>
                </c:pt>
                <c:pt idx="2651">
                  <c:v>-18.070554</c:v>
                </c:pt>
                <c:pt idx="2652">
                  <c:v>-18.017310</c:v>
                </c:pt>
                <c:pt idx="2653">
                  <c:v>-17.964272</c:v>
                </c:pt>
                <c:pt idx="2654">
                  <c:v>-17.911441</c:v>
                </c:pt>
                <c:pt idx="2655">
                  <c:v>-17.858815</c:v>
                </c:pt>
                <c:pt idx="2656">
                  <c:v>-17.806394</c:v>
                </c:pt>
                <c:pt idx="2657">
                  <c:v>-17.754177</c:v>
                </c:pt>
                <c:pt idx="2658">
                  <c:v>-17.702162</c:v>
                </c:pt>
                <c:pt idx="2659">
                  <c:v>-17.650350</c:v>
                </c:pt>
                <c:pt idx="2660">
                  <c:v>-17.598739</c:v>
                </c:pt>
                <c:pt idx="2661">
                  <c:v>-17.547328</c:v>
                </c:pt>
                <c:pt idx="2662">
                  <c:v>-17.496117</c:v>
                </c:pt>
                <c:pt idx="2663">
                  <c:v>-17.445105</c:v>
                </c:pt>
                <c:pt idx="2664">
                  <c:v>-17.394291</c:v>
                </c:pt>
                <c:pt idx="2665">
                  <c:v>-17.343674</c:v>
                </c:pt>
                <c:pt idx="2666">
                  <c:v>-17.293253</c:v>
                </c:pt>
                <c:pt idx="2667">
                  <c:v>-17.243028</c:v>
                </c:pt>
                <c:pt idx="2668">
                  <c:v>-17.192998</c:v>
                </c:pt>
                <c:pt idx="2669">
                  <c:v>-17.143162</c:v>
                </c:pt>
                <c:pt idx="2670">
                  <c:v>-17.093518</c:v>
                </c:pt>
                <c:pt idx="2671">
                  <c:v>-17.044068</c:v>
                </c:pt>
                <c:pt idx="2672">
                  <c:v>-16.994809</c:v>
                </c:pt>
                <c:pt idx="2673">
                  <c:v>-16.945740</c:v>
                </c:pt>
                <c:pt idx="2674">
                  <c:v>-16.896862</c:v>
                </c:pt>
                <c:pt idx="2675">
                  <c:v>-16.848173</c:v>
                </c:pt>
                <c:pt idx="2676">
                  <c:v>-16.799672</c:v>
                </c:pt>
                <c:pt idx="2677">
                  <c:v>-16.751359</c:v>
                </c:pt>
                <c:pt idx="2678">
                  <c:v>-16.703233</c:v>
                </c:pt>
                <c:pt idx="2679">
                  <c:v>-16.655293</c:v>
                </c:pt>
                <c:pt idx="2680">
                  <c:v>-16.607539</c:v>
                </c:pt>
                <c:pt idx="2681">
                  <c:v>-16.559969</c:v>
                </c:pt>
                <c:pt idx="2682">
                  <c:v>-16.512583</c:v>
                </c:pt>
                <c:pt idx="2683">
                  <c:v>-16.465380</c:v>
                </c:pt>
                <c:pt idx="2684">
                  <c:v>-16.418359</c:v>
                </c:pt>
                <c:pt idx="2685">
                  <c:v>-16.371520</c:v>
                </c:pt>
                <c:pt idx="2686">
                  <c:v>-16.324862</c:v>
                </c:pt>
                <c:pt idx="2687">
                  <c:v>-16.278384</c:v>
                </c:pt>
                <c:pt idx="2688">
                  <c:v>-16.232086</c:v>
                </c:pt>
                <c:pt idx="2689">
                  <c:v>-16.185966</c:v>
                </c:pt>
                <c:pt idx="2690">
                  <c:v>-16.140024</c:v>
                </c:pt>
                <c:pt idx="2691">
                  <c:v>-16.094259</c:v>
                </c:pt>
                <c:pt idx="2692">
                  <c:v>-16.048671</c:v>
                </c:pt>
                <c:pt idx="2693">
                  <c:v>-16.003258</c:v>
                </c:pt>
                <c:pt idx="2694">
                  <c:v>-15.958021</c:v>
                </c:pt>
                <c:pt idx="2695">
                  <c:v>-15.912957</c:v>
                </c:pt>
                <c:pt idx="2696">
                  <c:v>-15.868068</c:v>
                </c:pt>
                <c:pt idx="2697">
                  <c:v>-15.823351</c:v>
                </c:pt>
                <c:pt idx="2698">
                  <c:v>-15.778806</c:v>
                </c:pt>
                <c:pt idx="2699">
                  <c:v>-15.734433</c:v>
                </c:pt>
                <c:pt idx="2700">
                  <c:v>-15.690230</c:v>
                </c:pt>
                <c:pt idx="2701">
                  <c:v>-15.646198</c:v>
                </c:pt>
                <c:pt idx="2702">
                  <c:v>-15.602335</c:v>
                </c:pt>
                <c:pt idx="2703">
                  <c:v>-15.558641</c:v>
                </c:pt>
                <c:pt idx="2704">
                  <c:v>-15.515114</c:v>
                </c:pt>
                <c:pt idx="2705">
                  <c:v>-15.471755</c:v>
                </c:pt>
                <c:pt idx="2706">
                  <c:v>-15.428563</c:v>
                </c:pt>
                <c:pt idx="2707">
                  <c:v>-15.385536</c:v>
                </c:pt>
                <c:pt idx="2708">
                  <c:v>-15.342675</c:v>
                </c:pt>
                <c:pt idx="2709">
                  <c:v>-15.299978</c:v>
                </c:pt>
                <c:pt idx="2710">
                  <c:v>-15.257445</c:v>
                </c:pt>
                <c:pt idx="2711">
                  <c:v>-15.215075</c:v>
                </c:pt>
                <c:pt idx="2712">
                  <c:v>-15.172868</c:v>
                </c:pt>
                <c:pt idx="2713">
                  <c:v>-15.130823</c:v>
                </c:pt>
                <c:pt idx="2714">
                  <c:v>-15.088938</c:v>
                </c:pt>
                <c:pt idx="2715">
                  <c:v>-15.047215</c:v>
                </c:pt>
                <c:pt idx="2716">
                  <c:v>-15.005651</c:v>
                </c:pt>
                <c:pt idx="2717">
                  <c:v>-14.964247</c:v>
                </c:pt>
                <c:pt idx="2718">
                  <c:v>-14.923001</c:v>
                </c:pt>
                <c:pt idx="2719">
                  <c:v>-14.881913</c:v>
                </c:pt>
                <c:pt idx="2720">
                  <c:v>-14.840982</c:v>
                </c:pt>
                <c:pt idx="2721">
                  <c:v>-14.800208</c:v>
                </c:pt>
                <c:pt idx="2722">
                  <c:v>-14.759590</c:v>
                </c:pt>
                <c:pt idx="2723">
                  <c:v>-14.719128</c:v>
                </c:pt>
                <c:pt idx="2724">
                  <c:v>-14.678820</c:v>
                </c:pt>
                <c:pt idx="2725">
                  <c:v>-14.638666</c:v>
                </c:pt>
                <c:pt idx="2726">
                  <c:v>-14.598665</c:v>
                </c:pt>
                <c:pt idx="2727">
                  <c:v>-14.558818</c:v>
                </c:pt>
                <c:pt idx="2728">
                  <c:v>-14.519122</c:v>
                </c:pt>
                <c:pt idx="2729">
                  <c:v>-14.479578</c:v>
                </c:pt>
                <c:pt idx="2730">
                  <c:v>-14.440186</c:v>
                </c:pt>
                <c:pt idx="2731">
                  <c:v>-14.400943</c:v>
                </c:pt>
                <c:pt idx="2732">
                  <c:v>-14.361850</c:v>
                </c:pt>
                <c:pt idx="2733">
                  <c:v>-14.322907</c:v>
                </c:pt>
                <c:pt idx="2734">
                  <c:v>-14.284111</c:v>
                </c:pt>
                <c:pt idx="2735">
                  <c:v>-14.245464</c:v>
                </c:pt>
                <c:pt idx="2736">
                  <c:v>-14.206964</c:v>
                </c:pt>
                <c:pt idx="2737">
                  <c:v>-14.168611</c:v>
                </c:pt>
                <c:pt idx="2738">
                  <c:v>-14.130403</c:v>
                </c:pt>
                <c:pt idx="2739">
                  <c:v>-14.092341</c:v>
                </c:pt>
                <c:pt idx="2740">
                  <c:v>-14.054425</c:v>
                </c:pt>
                <c:pt idx="2741">
                  <c:v>-14.016652</c:v>
                </c:pt>
                <c:pt idx="2742">
                  <c:v>-13.979023</c:v>
                </c:pt>
                <c:pt idx="2743">
                  <c:v>-13.941537</c:v>
                </c:pt>
                <c:pt idx="2744">
                  <c:v>-13.904194</c:v>
                </c:pt>
                <c:pt idx="2745">
                  <c:v>-13.866992</c:v>
                </c:pt>
                <c:pt idx="2746">
                  <c:v>-13.829932</c:v>
                </c:pt>
                <c:pt idx="2747">
                  <c:v>-13.793013</c:v>
                </c:pt>
                <c:pt idx="2748">
                  <c:v>-13.756234</c:v>
                </c:pt>
                <c:pt idx="2749">
                  <c:v>-13.719595</c:v>
                </c:pt>
                <c:pt idx="2750">
                  <c:v>-13.683094</c:v>
                </c:pt>
                <c:pt idx="2751">
                  <c:v>-13.646733</c:v>
                </c:pt>
                <c:pt idx="2752">
                  <c:v>-13.610509</c:v>
                </c:pt>
                <c:pt idx="2753">
                  <c:v>-13.574422</c:v>
                </c:pt>
                <c:pt idx="2754">
                  <c:v>-13.538472</c:v>
                </c:pt>
                <c:pt idx="2755">
                  <c:v>-13.502659</c:v>
                </c:pt>
                <c:pt idx="2756">
                  <c:v>-13.466981</c:v>
                </c:pt>
                <c:pt idx="2757">
                  <c:v>-13.431438</c:v>
                </c:pt>
                <c:pt idx="2758">
                  <c:v>-13.396030</c:v>
                </c:pt>
                <c:pt idx="2759">
                  <c:v>-13.360756</c:v>
                </c:pt>
                <c:pt idx="2760">
                  <c:v>-13.325615</c:v>
                </c:pt>
                <c:pt idx="2761">
                  <c:v>-13.290607</c:v>
                </c:pt>
                <c:pt idx="2762">
                  <c:v>-13.255732</c:v>
                </c:pt>
                <c:pt idx="2763">
                  <c:v>-13.220988</c:v>
                </c:pt>
                <c:pt idx="2764">
                  <c:v>-13.186376</c:v>
                </c:pt>
                <c:pt idx="2765">
                  <c:v>-13.151895</c:v>
                </c:pt>
                <c:pt idx="2766">
                  <c:v>-13.117543</c:v>
                </c:pt>
                <c:pt idx="2767">
                  <c:v>-13.083322</c:v>
                </c:pt>
                <c:pt idx="2768">
                  <c:v>-13.049229</c:v>
                </c:pt>
                <c:pt idx="2769">
                  <c:v>-13.015266</c:v>
                </c:pt>
                <c:pt idx="2770">
                  <c:v>-12.981430</c:v>
                </c:pt>
                <c:pt idx="2771">
                  <c:v>-12.947722</c:v>
                </c:pt>
                <c:pt idx="2772">
                  <c:v>-12.914141</c:v>
                </c:pt>
                <c:pt idx="2773">
                  <c:v>-12.880686</c:v>
                </c:pt>
                <c:pt idx="2774">
                  <c:v>-12.847358</c:v>
                </c:pt>
                <c:pt idx="2775">
                  <c:v>-12.814155</c:v>
                </c:pt>
                <c:pt idx="2776">
                  <c:v>-12.781077</c:v>
                </c:pt>
                <c:pt idx="2777">
                  <c:v>-12.748124</c:v>
                </c:pt>
                <c:pt idx="2778">
                  <c:v>-12.715294</c:v>
                </c:pt>
                <c:pt idx="2779">
                  <c:v>-12.682588</c:v>
                </c:pt>
                <c:pt idx="2780">
                  <c:v>-12.650005</c:v>
                </c:pt>
                <c:pt idx="2781">
                  <c:v>-12.617545</c:v>
                </c:pt>
                <c:pt idx="2782">
                  <c:v>-12.585206</c:v>
                </c:pt>
                <c:pt idx="2783">
                  <c:v>-12.552989</c:v>
                </c:pt>
                <c:pt idx="2784">
                  <c:v>-12.520893</c:v>
                </c:pt>
                <c:pt idx="2785">
                  <c:v>-12.488917</c:v>
                </c:pt>
                <c:pt idx="2786">
                  <c:v>-12.457062</c:v>
                </c:pt>
                <c:pt idx="2787">
                  <c:v>-12.425325</c:v>
                </c:pt>
                <c:pt idx="2788">
                  <c:v>-12.393708</c:v>
                </c:pt>
                <c:pt idx="2789">
                  <c:v>-12.362210</c:v>
                </c:pt>
                <c:pt idx="2790">
                  <c:v>-12.330829</c:v>
                </c:pt>
                <c:pt idx="2791">
                  <c:v>-12.299566</c:v>
                </c:pt>
                <c:pt idx="2792">
                  <c:v>-12.268420</c:v>
                </c:pt>
                <c:pt idx="2793">
                  <c:v>-12.237390</c:v>
                </c:pt>
                <c:pt idx="2794">
                  <c:v>-12.206477</c:v>
                </c:pt>
                <c:pt idx="2795">
                  <c:v>-12.175680</c:v>
                </c:pt>
                <c:pt idx="2796">
                  <c:v>-12.144997</c:v>
                </c:pt>
                <c:pt idx="2797">
                  <c:v>-12.114429</c:v>
                </c:pt>
                <c:pt idx="2798">
                  <c:v>-12.083976</c:v>
                </c:pt>
                <c:pt idx="2799">
                  <c:v>-12.053636</c:v>
                </c:pt>
                <c:pt idx="2800">
                  <c:v>-12.023410</c:v>
                </c:pt>
              </c:numCache>
            </c:numRef>
          </c:val>
          <c:smooth val="0"/>
        </c:ser>
        <c:marker val="1"/>
        <c:axId val="2094734552"/>
        <c:axId val="2094734553"/>
      </c:lineChart>
      <c:catAx>
        <c:axId val="2094734552"/>
        <c:scaling>
          <c:orientation val="minMax"/>
        </c:scaling>
        <c:delete val="0"/>
        <c:axPos val="b"/>
        <c:numFmt formatCode="0_);\(0\)"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tickLblSkip val="120"/>
        <c:noMultiLvlLbl val="1"/>
      </c:catAx>
      <c:valAx>
        <c:axId val="2094734553"/>
        <c:scaling>
          <c:orientation val="minMax"/>
          <c:max val="200"/>
          <c:min val="-1000"/>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min"/>
        <c:crossBetween val="between"/>
        <c:majorUnit val="200"/>
        <c:minorUnit val="100"/>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31212"/>
          <c:y val="0.0768712"/>
          <c:w val="0.83982"/>
          <c:h val="0.806991"/>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Sheet1!$B$1:$DCT$1</c:f>
              <c:strCache>
                <c:ptCount val="280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strCache>
            </c:strRef>
          </c:cat>
          <c:val>
            <c:numRef>
              <c:f>Sheet1!$B$2:$DCT$2</c:f>
              <c:numCache>
                <c:ptCount val="2801"/>
                <c:pt idx="0">
                  <c:v>-55.202484</c:v>
                </c:pt>
                <c:pt idx="1">
                  <c:v>-55.272199</c:v>
                </c:pt>
                <c:pt idx="2">
                  <c:v>-55.341968</c:v>
                </c:pt>
                <c:pt idx="3">
                  <c:v>-55.411791</c:v>
                </c:pt>
                <c:pt idx="4">
                  <c:v>-55.481667</c:v>
                </c:pt>
                <c:pt idx="5">
                  <c:v>-55.551595</c:v>
                </c:pt>
                <c:pt idx="6">
                  <c:v>-55.621576</c:v>
                </c:pt>
                <c:pt idx="7">
                  <c:v>-55.691610</c:v>
                </c:pt>
                <c:pt idx="8">
                  <c:v>-55.761696</c:v>
                </c:pt>
                <c:pt idx="9">
                  <c:v>-55.831834</c:v>
                </c:pt>
                <c:pt idx="10">
                  <c:v>-55.902023</c:v>
                </c:pt>
                <c:pt idx="11">
                  <c:v>-55.972265</c:v>
                </c:pt>
                <c:pt idx="12">
                  <c:v>-56.042557</c:v>
                </c:pt>
                <c:pt idx="13">
                  <c:v>-56.112900</c:v>
                </c:pt>
                <c:pt idx="14">
                  <c:v>-56.183294</c:v>
                </c:pt>
                <c:pt idx="15">
                  <c:v>-56.253739</c:v>
                </c:pt>
                <c:pt idx="16">
                  <c:v>-56.324234</c:v>
                </c:pt>
                <c:pt idx="17">
                  <c:v>-56.394779</c:v>
                </c:pt>
                <c:pt idx="18">
                  <c:v>-56.465374</c:v>
                </c:pt>
                <c:pt idx="19">
                  <c:v>-56.536018</c:v>
                </c:pt>
                <c:pt idx="20">
                  <c:v>-56.606712</c:v>
                </c:pt>
                <c:pt idx="21">
                  <c:v>-56.677455</c:v>
                </c:pt>
                <c:pt idx="22">
                  <c:v>-56.748246</c:v>
                </c:pt>
                <c:pt idx="23">
                  <c:v>-56.819086</c:v>
                </c:pt>
                <c:pt idx="24">
                  <c:v>-56.889974</c:v>
                </c:pt>
                <c:pt idx="25">
                  <c:v>-56.960911</c:v>
                </c:pt>
                <c:pt idx="26">
                  <c:v>-57.031895</c:v>
                </c:pt>
                <c:pt idx="27">
                  <c:v>-57.102926</c:v>
                </c:pt>
                <c:pt idx="28">
                  <c:v>-57.174004</c:v>
                </c:pt>
                <c:pt idx="29">
                  <c:v>-57.245130</c:v>
                </c:pt>
                <c:pt idx="30">
                  <c:v>-57.316302</c:v>
                </c:pt>
                <c:pt idx="31">
                  <c:v>-57.387520</c:v>
                </c:pt>
                <c:pt idx="32">
                  <c:v>-57.458785</c:v>
                </c:pt>
                <c:pt idx="33">
                  <c:v>-57.530095</c:v>
                </c:pt>
                <c:pt idx="34">
                  <c:v>-57.601450</c:v>
                </c:pt>
                <c:pt idx="35">
                  <c:v>-57.672851</c:v>
                </c:pt>
                <c:pt idx="36">
                  <c:v>-57.744297</c:v>
                </c:pt>
                <c:pt idx="37">
                  <c:v>-57.815787</c:v>
                </c:pt>
                <c:pt idx="38">
                  <c:v>-57.887322</c:v>
                </c:pt>
                <c:pt idx="39">
                  <c:v>-57.958900</c:v>
                </c:pt>
                <c:pt idx="40">
                  <c:v>-58.030523</c:v>
                </c:pt>
                <c:pt idx="41">
                  <c:v>-58.102188</c:v>
                </c:pt>
                <c:pt idx="42">
                  <c:v>-58.173897</c:v>
                </c:pt>
                <c:pt idx="43">
                  <c:v>-58.245649</c:v>
                </c:pt>
                <c:pt idx="44">
                  <c:v>-58.317443</c:v>
                </c:pt>
                <c:pt idx="45">
                  <c:v>-58.389279</c:v>
                </c:pt>
                <c:pt idx="46">
                  <c:v>-58.461157</c:v>
                </c:pt>
                <c:pt idx="47">
                  <c:v>-58.533077</c:v>
                </c:pt>
                <c:pt idx="48">
                  <c:v>-58.605038</c:v>
                </c:pt>
                <c:pt idx="49">
                  <c:v>-58.677039</c:v>
                </c:pt>
                <c:pt idx="50">
                  <c:v>-58.749082</c:v>
                </c:pt>
                <c:pt idx="51">
                  <c:v>-58.821164</c:v>
                </c:pt>
                <c:pt idx="52">
                  <c:v>-58.893287</c:v>
                </c:pt>
                <c:pt idx="53">
                  <c:v>-58.965449</c:v>
                </c:pt>
                <c:pt idx="54">
                  <c:v>-59.037650</c:v>
                </c:pt>
                <c:pt idx="55">
                  <c:v>-59.109890</c:v>
                </c:pt>
                <c:pt idx="56">
                  <c:v>-59.182168</c:v>
                </c:pt>
                <c:pt idx="57">
                  <c:v>-59.254485</c:v>
                </c:pt>
                <c:pt idx="58">
                  <c:v>-59.326840</c:v>
                </c:pt>
                <c:pt idx="59">
                  <c:v>-59.399232</c:v>
                </c:pt>
                <c:pt idx="60">
                  <c:v>-59.471661</c:v>
                </c:pt>
                <c:pt idx="61">
                  <c:v>-59.544127</c:v>
                </c:pt>
                <c:pt idx="62">
                  <c:v>-59.616629</c:v>
                </c:pt>
                <c:pt idx="63">
                  <c:v>-59.689168</c:v>
                </c:pt>
                <c:pt idx="64">
                  <c:v>-59.761742</c:v>
                </c:pt>
                <c:pt idx="65">
                  <c:v>-59.834352</c:v>
                </c:pt>
                <c:pt idx="66">
                  <c:v>-59.906996</c:v>
                </c:pt>
                <c:pt idx="67">
                  <c:v>-59.979675</c:v>
                </c:pt>
                <c:pt idx="68">
                  <c:v>-60.052389</c:v>
                </c:pt>
                <c:pt idx="69">
                  <c:v>-60.125136</c:v>
                </c:pt>
                <c:pt idx="70">
                  <c:v>-60.197916</c:v>
                </c:pt>
                <c:pt idx="71">
                  <c:v>-60.270730</c:v>
                </c:pt>
                <c:pt idx="72">
                  <c:v>-60.343576</c:v>
                </c:pt>
                <c:pt idx="73">
                  <c:v>-60.416455</c:v>
                </c:pt>
                <c:pt idx="74">
                  <c:v>-60.489366</c:v>
                </c:pt>
                <c:pt idx="75">
                  <c:v>-60.562308</c:v>
                </c:pt>
                <c:pt idx="76">
                  <c:v>-60.635281</c:v>
                </c:pt>
                <c:pt idx="77">
                  <c:v>-60.708285</c:v>
                </c:pt>
                <c:pt idx="78">
                  <c:v>-60.781319</c:v>
                </c:pt>
                <c:pt idx="79">
                  <c:v>-60.854383</c:v>
                </c:pt>
                <c:pt idx="80">
                  <c:v>-60.927476</c:v>
                </c:pt>
                <c:pt idx="81">
                  <c:v>-61.000599</c:v>
                </c:pt>
                <c:pt idx="82">
                  <c:v>-61.073750</c:v>
                </c:pt>
                <c:pt idx="83">
                  <c:v>-61.146930</c:v>
                </c:pt>
                <c:pt idx="84">
                  <c:v>-61.220137</c:v>
                </c:pt>
                <c:pt idx="85">
                  <c:v>-61.293371</c:v>
                </c:pt>
                <c:pt idx="86">
                  <c:v>-61.366633</c:v>
                </c:pt>
                <c:pt idx="87">
                  <c:v>-61.439921</c:v>
                </c:pt>
                <c:pt idx="88">
                  <c:v>-61.513235</c:v>
                </c:pt>
                <c:pt idx="89">
                  <c:v>-61.586575</c:v>
                </c:pt>
                <c:pt idx="90">
                  <c:v>-61.659940</c:v>
                </c:pt>
                <c:pt idx="91">
                  <c:v>-61.733330</c:v>
                </c:pt>
                <c:pt idx="92">
                  <c:v>-61.806744</c:v>
                </c:pt>
                <c:pt idx="93">
                  <c:v>-61.880181</c:v>
                </c:pt>
                <c:pt idx="94">
                  <c:v>-61.953643</c:v>
                </c:pt>
                <c:pt idx="95">
                  <c:v>-62.027127</c:v>
                </c:pt>
                <c:pt idx="96">
                  <c:v>-62.100633</c:v>
                </c:pt>
                <c:pt idx="97">
                  <c:v>-62.174162</c:v>
                </c:pt>
                <c:pt idx="98">
                  <c:v>-62.247712</c:v>
                </c:pt>
                <c:pt idx="99">
                  <c:v>-62.321283</c:v>
                </c:pt>
                <c:pt idx="100">
                  <c:v>-62.394875</c:v>
                </c:pt>
                <c:pt idx="101">
                  <c:v>-62.468487</c:v>
                </c:pt>
                <c:pt idx="102">
                  <c:v>-62.542119</c:v>
                </c:pt>
                <c:pt idx="103">
                  <c:v>-62.615769</c:v>
                </c:pt>
                <c:pt idx="104">
                  <c:v>-62.689438</c:v>
                </c:pt>
                <c:pt idx="105">
                  <c:v>-62.763126</c:v>
                </c:pt>
                <c:pt idx="106">
                  <c:v>-62.836831</c:v>
                </c:pt>
                <c:pt idx="107">
                  <c:v>-62.910553</c:v>
                </c:pt>
                <c:pt idx="108">
                  <c:v>-62.984292</c:v>
                </c:pt>
                <c:pt idx="109">
                  <c:v>-63.058047</c:v>
                </c:pt>
                <c:pt idx="110">
                  <c:v>-63.131817</c:v>
                </c:pt>
                <c:pt idx="111">
                  <c:v>-63.205603</c:v>
                </c:pt>
                <c:pt idx="112">
                  <c:v>-63.279403</c:v>
                </c:pt>
                <c:pt idx="113">
                  <c:v>-63.353218</c:v>
                </c:pt>
                <c:pt idx="114">
                  <c:v>-63.427046</c:v>
                </c:pt>
                <c:pt idx="115">
                  <c:v>-63.500887</c:v>
                </c:pt>
                <c:pt idx="116">
                  <c:v>-63.574740</c:v>
                </c:pt>
                <c:pt idx="117">
                  <c:v>-63.648605</c:v>
                </c:pt>
                <c:pt idx="118">
                  <c:v>-63.722482</c:v>
                </c:pt>
                <c:pt idx="119">
                  <c:v>-63.796369</c:v>
                </c:pt>
                <c:pt idx="120">
                  <c:v>-63.870267</c:v>
                </c:pt>
                <c:pt idx="121">
                  <c:v>-63.944175</c:v>
                </c:pt>
                <c:pt idx="122">
                  <c:v>-64.018092</c:v>
                </c:pt>
                <c:pt idx="123">
                  <c:v>-64.092017</c:v>
                </c:pt>
                <c:pt idx="124">
                  <c:v>-64.165951</c:v>
                </c:pt>
                <c:pt idx="125">
                  <c:v>-64.239892</c:v>
                </c:pt>
                <c:pt idx="126">
                  <c:v>-64.313840</c:v>
                </c:pt>
                <c:pt idx="127">
                  <c:v>-64.387794</c:v>
                </c:pt>
                <c:pt idx="128">
                  <c:v>-64.461754</c:v>
                </c:pt>
                <c:pt idx="129">
                  <c:v>-64.535719</c:v>
                </c:pt>
                <c:pt idx="130">
                  <c:v>-64.609689</c:v>
                </c:pt>
                <c:pt idx="131">
                  <c:v>-64.683663</c:v>
                </c:pt>
                <c:pt idx="132">
                  <c:v>-64.757640</c:v>
                </c:pt>
                <c:pt idx="133">
                  <c:v>-64.831620</c:v>
                </c:pt>
                <c:pt idx="134">
                  <c:v>-64.905602</c:v>
                </c:pt>
                <c:pt idx="135">
                  <c:v>-64.979586</c:v>
                </c:pt>
                <c:pt idx="136">
                  <c:v>-65.053571</c:v>
                </c:pt>
                <c:pt idx="137">
                  <c:v>-65.127556</c:v>
                </c:pt>
                <c:pt idx="138">
                  <c:v>-65.201541</c:v>
                </c:pt>
                <c:pt idx="139">
                  <c:v>-65.275525</c:v>
                </c:pt>
                <c:pt idx="140">
                  <c:v>-65.349507</c:v>
                </c:pt>
                <c:pt idx="141">
                  <c:v>-65.423488</c:v>
                </c:pt>
                <c:pt idx="142">
                  <c:v>-65.497465</c:v>
                </c:pt>
                <c:pt idx="143">
                  <c:v>-65.571440</c:v>
                </c:pt>
                <c:pt idx="144">
                  <c:v>-65.645410</c:v>
                </c:pt>
                <c:pt idx="145">
                  <c:v>-65.719375</c:v>
                </c:pt>
                <c:pt idx="146">
                  <c:v>-65.793335</c:v>
                </c:pt>
                <c:pt idx="147">
                  <c:v>-65.867289</c:v>
                </c:pt>
                <c:pt idx="148">
                  <c:v>-65.941236</c:v>
                </c:pt>
                <c:pt idx="149">
                  <c:v>-66.015176</c:v>
                </c:pt>
                <c:pt idx="150">
                  <c:v>-66.089107</c:v>
                </c:pt>
                <c:pt idx="151">
                  <c:v>-66.163030</c:v>
                </c:pt>
                <c:pt idx="152">
                  <c:v>-66.236944</c:v>
                </c:pt>
                <c:pt idx="153">
                  <c:v>-66.310848</c:v>
                </c:pt>
                <c:pt idx="154">
                  <c:v>-66.384740</c:v>
                </c:pt>
                <c:pt idx="155">
                  <c:v>-66.458621</c:v>
                </c:pt>
                <c:pt idx="156">
                  <c:v>-66.532490</c:v>
                </c:pt>
                <c:pt idx="157">
                  <c:v>-66.606346</c:v>
                </c:pt>
                <c:pt idx="158">
                  <c:v>-66.680189</c:v>
                </c:pt>
                <c:pt idx="159">
                  <c:v>-66.754017</c:v>
                </c:pt>
                <c:pt idx="160">
                  <c:v>-66.827830</c:v>
                </c:pt>
                <c:pt idx="161">
                  <c:v>-66.901627</c:v>
                </c:pt>
                <c:pt idx="162">
                  <c:v>-66.975408</c:v>
                </c:pt>
                <c:pt idx="163">
                  <c:v>-67.049172</c:v>
                </c:pt>
                <c:pt idx="164">
                  <c:v>-67.122917</c:v>
                </c:pt>
                <c:pt idx="165">
                  <c:v>-67.196644</c:v>
                </c:pt>
                <c:pt idx="166">
                  <c:v>-67.270352</c:v>
                </c:pt>
                <c:pt idx="167">
                  <c:v>-67.344039</c:v>
                </c:pt>
                <c:pt idx="168">
                  <c:v>-67.417705</c:v>
                </c:pt>
                <c:pt idx="169">
                  <c:v>-67.491349</c:v>
                </c:pt>
                <c:pt idx="170">
                  <c:v>-67.564971</c:v>
                </c:pt>
                <c:pt idx="171">
                  <c:v>-67.638570</c:v>
                </c:pt>
                <c:pt idx="172">
                  <c:v>-67.712144</c:v>
                </c:pt>
                <c:pt idx="173">
                  <c:v>-67.785694</c:v>
                </c:pt>
                <c:pt idx="174">
                  <c:v>-67.859218</c:v>
                </c:pt>
                <c:pt idx="175">
                  <c:v>-67.932715</c:v>
                </c:pt>
                <c:pt idx="176">
                  <c:v>-68.006185</c:v>
                </c:pt>
                <c:pt idx="177">
                  <c:v>-68.079628</c:v>
                </c:pt>
                <c:pt idx="178">
                  <c:v>-68.153041</c:v>
                </c:pt>
                <c:pt idx="179">
                  <c:v>-68.226425</c:v>
                </c:pt>
                <c:pt idx="180">
                  <c:v>-68.299778</c:v>
                </c:pt>
                <c:pt idx="181">
                  <c:v>-68.373099</c:v>
                </c:pt>
                <c:pt idx="182">
                  <c:v>-68.446389</c:v>
                </c:pt>
                <c:pt idx="183">
                  <c:v>-68.519646</c:v>
                </c:pt>
                <c:pt idx="184">
                  <c:v>-68.592869</c:v>
                </c:pt>
                <c:pt idx="185">
                  <c:v>-68.666057</c:v>
                </c:pt>
                <c:pt idx="186">
                  <c:v>-68.739209</c:v>
                </c:pt>
                <c:pt idx="187">
                  <c:v>-68.812325</c:v>
                </c:pt>
                <c:pt idx="188">
                  <c:v>-68.885404</c:v>
                </c:pt>
                <c:pt idx="189">
                  <c:v>-68.958445</c:v>
                </c:pt>
                <c:pt idx="190">
                  <c:v>-69.031447</c:v>
                </c:pt>
                <c:pt idx="191">
                  <c:v>-69.104408</c:v>
                </c:pt>
                <c:pt idx="192">
                  <c:v>-69.177329</c:v>
                </c:pt>
                <c:pt idx="193">
                  <c:v>-69.250209</c:v>
                </c:pt>
                <c:pt idx="194">
                  <c:v>-69.323045</c:v>
                </c:pt>
                <c:pt idx="195">
                  <c:v>-69.395839</c:v>
                </c:pt>
                <c:pt idx="196">
                  <c:v>-69.468587</c:v>
                </c:pt>
                <c:pt idx="197">
                  <c:v>-69.541291</c:v>
                </c:pt>
                <c:pt idx="198">
                  <c:v>-69.613948</c:v>
                </c:pt>
                <c:pt idx="199">
                  <c:v>-69.686558</c:v>
                </c:pt>
                <c:pt idx="200">
                  <c:v>-69.759120</c:v>
                </c:pt>
                <c:pt idx="201">
                  <c:v>-69.831633</c:v>
                </c:pt>
                <c:pt idx="202">
                  <c:v>-69.904096</c:v>
                </c:pt>
                <c:pt idx="203">
                  <c:v>-69.976508</c:v>
                </c:pt>
                <c:pt idx="204">
                  <c:v>-70.048869</c:v>
                </c:pt>
                <c:pt idx="205">
                  <c:v>-70.121176</c:v>
                </c:pt>
                <c:pt idx="206">
                  <c:v>-70.193429</c:v>
                </c:pt>
                <c:pt idx="207">
                  <c:v>-70.265628</c:v>
                </c:pt>
                <c:pt idx="208">
                  <c:v>-70.337771</c:v>
                </c:pt>
                <c:pt idx="209">
                  <c:v>-70.409857</c:v>
                </c:pt>
                <c:pt idx="210">
                  <c:v>-70.481885</c:v>
                </c:pt>
                <c:pt idx="211">
                  <c:v>-70.553855</c:v>
                </c:pt>
                <c:pt idx="212">
                  <c:v>-70.625765</c:v>
                </c:pt>
                <c:pt idx="213">
                  <c:v>-70.697614</c:v>
                </c:pt>
                <c:pt idx="214">
                  <c:v>-70.769401</c:v>
                </c:pt>
                <c:pt idx="215">
                  <c:v>-70.841125</c:v>
                </c:pt>
                <c:pt idx="216">
                  <c:v>-70.912786</c:v>
                </c:pt>
                <c:pt idx="217">
                  <c:v>-70.984381</c:v>
                </c:pt>
                <c:pt idx="218">
                  <c:v>-71.055911</c:v>
                </c:pt>
                <c:pt idx="219">
                  <c:v>-71.127374</c:v>
                </c:pt>
                <c:pt idx="220">
                  <c:v>-71.198768</c:v>
                </c:pt>
                <c:pt idx="221">
                  <c:v>-71.270094</c:v>
                </c:pt>
                <c:pt idx="222">
                  <c:v>-71.341349</c:v>
                </c:pt>
                <c:pt idx="223">
                  <c:v>-71.412533</c:v>
                </c:pt>
                <c:pt idx="224">
                  <c:v>-71.483644</c:v>
                </c:pt>
                <c:pt idx="225">
                  <c:v>-71.554682</c:v>
                </c:pt>
                <c:pt idx="226">
                  <c:v>-71.625646</c:v>
                </c:pt>
                <c:pt idx="227">
                  <c:v>-71.696534</c:v>
                </c:pt>
                <c:pt idx="228">
                  <c:v>-71.767345</c:v>
                </c:pt>
                <c:pt idx="229">
                  <c:v>-71.838078</c:v>
                </c:pt>
                <c:pt idx="230">
                  <c:v>-71.908732</c:v>
                </c:pt>
                <c:pt idx="231">
                  <c:v>-71.979306</c:v>
                </c:pt>
                <c:pt idx="232">
                  <c:v>-72.049798</c:v>
                </c:pt>
                <c:pt idx="233">
                  <c:v>-72.120209</c:v>
                </c:pt>
                <c:pt idx="234">
                  <c:v>-72.190535</c:v>
                </c:pt>
                <c:pt idx="235">
                  <c:v>-72.260777</c:v>
                </c:pt>
                <c:pt idx="236">
                  <c:v>-72.330933</c:v>
                </c:pt>
                <c:pt idx="237">
                  <c:v>-72.401001</c:v>
                </c:pt>
                <c:pt idx="238">
                  <c:v>-72.470982</c:v>
                </c:pt>
                <c:pt idx="239">
                  <c:v>-72.540873</c:v>
                </c:pt>
                <c:pt idx="240">
                  <c:v>-72.610673</c:v>
                </c:pt>
                <c:pt idx="241">
                  <c:v>-72.680381</c:v>
                </c:pt>
                <c:pt idx="242">
                  <c:v>-72.749997</c:v>
                </c:pt>
                <c:pt idx="243">
                  <c:v>-72.819518</c:v>
                </c:pt>
                <c:pt idx="244">
                  <c:v>-72.888943</c:v>
                </c:pt>
                <c:pt idx="245">
                  <c:v>-72.958272</c:v>
                </c:pt>
                <c:pt idx="246">
                  <c:v>-73.027502</c:v>
                </c:pt>
                <c:pt idx="247">
                  <c:v>-73.096633</c:v>
                </c:pt>
                <c:pt idx="248">
                  <c:v>-73.165664</c:v>
                </c:pt>
                <c:pt idx="249">
                  <c:v>-73.234593</c:v>
                </c:pt>
                <c:pt idx="250">
                  <c:v>-73.303419</c:v>
                </c:pt>
                <c:pt idx="251">
                  <c:v>-73.372140</c:v>
                </c:pt>
                <c:pt idx="252">
                  <c:v>-73.440756</c:v>
                </c:pt>
                <c:pt idx="253">
                  <c:v>-73.509265</c:v>
                </c:pt>
                <c:pt idx="254">
                  <c:v>-73.577666</c:v>
                </c:pt>
                <c:pt idx="255">
                  <c:v>-73.645957</c:v>
                </c:pt>
                <c:pt idx="256">
                  <c:v>-73.714137</c:v>
                </c:pt>
                <c:pt idx="257">
                  <c:v>-73.782205</c:v>
                </c:pt>
                <c:pt idx="258">
                  <c:v>-73.850159</c:v>
                </c:pt>
                <c:pt idx="259">
                  <c:v>-73.917999</c:v>
                </c:pt>
                <c:pt idx="260">
                  <c:v>-73.985722</c:v>
                </c:pt>
                <c:pt idx="261">
                  <c:v>-74.053327</c:v>
                </c:pt>
                <c:pt idx="262">
                  <c:v>-74.120814</c:v>
                </c:pt>
                <c:pt idx="263">
                  <c:v>-74.188180</c:v>
                </c:pt>
                <c:pt idx="264">
                  <c:v>-74.255425</c:v>
                </c:pt>
                <c:pt idx="265">
                  <c:v>-74.322546</c:v>
                </c:pt>
                <c:pt idx="266">
                  <c:v>-74.389543</c:v>
                </c:pt>
                <c:pt idx="267">
                  <c:v>-74.456414</c:v>
                </c:pt>
                <c:pt idx="268">
                  <c:v>-74.523157</c:v>
                </c:pt>
                <c:pt idx="269">
                  <c:v>-74.589772</c:v>
                </c:pt>
                <c:pt idx="270">
                  <c:v>-74.656257</c:v>
                </c:pt>
                <c:pt idx="271">
                  <c:v>-74.722609</c:v>
                </c:pt>
                <c:pt idx="272">
                  <c:v>-74.788829</c:v>
                </c:pt>
                <c:pt idx="273">
                  <c:v>-74.854914</c:v>
                </c:pt>
                <c:pt idx="274">
                  <c:v>-74.920863</c:v>
                </c:pt>
                <c:pt idx="275">
                  <c:v>-74.986675</c:v>
                </c:pt>
                <c:pt idx="276">
                  <c:v>-75.052347</c:v>
                </c:pt>
                <c:pt idx="277">
                  <c:v>-75.117879</c:v>
                </c:pt>
                <c:pt idx="278">
                  <c:v>-75.183269</c:v>
                </c:pt>
                <c:pt idx="279">
                  <c:v>-75.248515</c:v>
                </c:pt>
                <c:pt idx="280">
                  <c:v>-75.313616</c:v>
                </c:pt>
                <c:pt idx="281">
                  <c:v>-75.378571</c:v>
                </c:pt>
                <c:pt idx="282">
                  <c:v>-75.443377</c:v>
                </c:pt>
                <c:pt idx="283">
                  <c:v>-75.508034</c:v>
                </c:pt>
                <c:pt idx="284">
                  <c:v>-75.572539</c:v>
                </c:pt>
                <c:pt idx="285">
                  <c:v>-75.636892</c:v>
                </c:pt>
                <c:pt idx="286">
                  <c:v>-75.701090</c:v>
                </c:pt>
                <c:pt idx="287">
                  <c:v>-75.765132</c:v>
                </c:pt>
                <c:pt idx="288">
                  <c:v>-75.829017</c:v>
                </c:pt>
                <c:pt idx="289">
                  <c:v>-75.892742</c:v>
                </c:pt>
                <c:pt idx="290">
                  <c:v>-75.956306</c:v>
                </c:pt>
                <c:pt idx="291">
                  <c:v>-76.019708</c:v>
                </c:pt>
                <c:pt idx="292">
                  <c:v>-76.082946</c:v>
                </c:pt>
                <c:pt idx="293">
                  <c:v>-76.146018</c:v>
                </c:pt>
                <c:pt idx="294">
                  <c:v>-76.208923</c:v>
                </c:pt>
                <c:pt idx="295">
                  <c:v>-76.271659</c:v>
                </c:pt>
                <c:pt idx="296">
                  <c:v>-76.334224</c:v>
                </c:pt>
                <c:pt idx="297">
                  <c:v>-76.396616</c:v>
                </c:pt>
                <c:pt idx="298">
                  <c:v>-76.458835</c:v>
                </c:pt>
                <c:pt idx="299">
                  <c:v>-76.520877</c:v>
                </c:pt>
                <c:pt idx="300">
                  <c:v>-76.582742</c:v>
                </c:pt>
                <c:pt idx="301">
                  <c:v>-76.644428</c:v>
                </c:pt>
                <c:pt idx="302">
                  <c:v>-76.705933</c:v>
                </c:pt>
                <c:pt idx="303">
                  <c:v>-76.767255</c:v>
                </c:pt>
                <c:pt idx="304">
                  <c:v>-76.828392</c:v>
                </c:pt>
                <c:pt idx="305">
                  <c:v>-76.889344</c:v>
                </c:pt>
                <c:pt idx="306">
                  <c:v>-76.950107</c:v>
                </c:pt>
                <c:pt idx="307">
                  <c:v>-77.010680</c:v>
                </c:pt>
                <c:pt idx="308">
                  <c:v>-77.071062</c:v>
                </c:pt>
                <c:pt idx="309">
                  <c:v>-77.131250</c:v>
                </c:pt>
                <c:pt idx="310">
                  <c:v>-77.191243</c:v>
                </c:pt>
                <c:pt idx="311">
                  <c:v>-77.251039</c:v>
                </c:pt>
                <c:pt idx="312">
                  <c:v>-77.310636</c:v>
                </c:pt>
                <c:pt idx="313">
                  <c:v>-77.370032</c:v>
                </c:pt>
                <c:pt idx="314">
                  <c:v>-77.429226</c:v>
                </c:pt>
                <c:pt idx="315">
                  <c:v>-77.488215</c:v>
                </c:pt>
                <c:pt idx="316">
                  <c:v>-77.546998</c:v>
                </c:pt>
                <c:pt idx="317">
                  <c:v>-77.605572</c:v>
                </c:pt>
                <c:pt idx="318">
                  <c:v>-77.663937</c:v>
                </c:pt>
                <c:pt idx="319">
                  <c:v>-77.722089</c:v>
                </c:pt>
                <c:pt idx="320">
                  <c:v>-77.780027</c:v>
                </c:pt>
                <c:pt idx="321">
                  <c:v>-77.837749</c:v>
                </c:pt>
                <c:pt idx="322">
                  <c:v>-77.895253</c:v>
                </c:pt>
                <c:pt idx="323">
                  <c:v>-77.952538</c:v>
                </c:pt>
                <c:pt idx="324">
                  <c:v>-78.009600</c:v>
                </c:pt>
                <c:pt idx="325">
                  <c:v>-78.066439</c:v>
                </c:pt>
                <c:pt idx="326">
                  <c:v>-78.123052</c:v>
                </c:pt>
                <c:pt idx="327">
                  <c:v>-78.179437</c:v>
                </c:pt>
                <c:pt idx="328">
                  <c:v>-78.235592</c:v>
                </c:pt>
                <c:pt idx="329">
                  <c:v>-78.291515</c:v>
                </c:pt>
                <c:pt idx="330">
                  <c:v>-78.347205</c:v>
                </c:pt>
                <c:pt idx="331">
                  <c:v>-78.402658</c:v>
                </c:pt>
                <c:pt idx="332">
                  <c:v>-78.457874</c:v>
                </c:pt>
                <c:pt idx="333">
                  <c:v>-78.512849</c:v>
                </c:pt>
                <c:pt idx="334">
                  <c:v>-78.567582</c:v>
                </c:pt>
                <c:pt idx="335">
                  <c:v>-78.622071</c:v>
                </c:pt>
                <c:pt idx="336">
                  <c:v>-78.676314</c:v>
                </c:pt>
                <c:pt idx="337">
                  <c:v>-78.730308</c:v>
                </c:pt>
                <c:pt idx="338">
                  <c:v>-78.784051</c:v>
                </c:pt>
                <c:pt idx="339">
                  <c:v>-78.837541</c:v>
                </c:pt>
                <c:pt idx="340">
                  <c:v>-78.890777</c:v>
                </c:pt>
                <c:pt idx="341">
                  <c:v>-78.943755</c:v>
                </c:pt>
                <c:pt idx="342">
                  <c:v>-78.996474</c:v>
                </c:pt>
                <c:pt idx="343">
                  <c:v>-79.048932</c:v>
                </c:pt>
                <c:pt idx="344">
                  <c:v>-79.101126</c:v>
                </c:pt>
                <c:pt idx="345">
                  <c:v>-79.153054</c:v>
                </c:pt>
                <c:pt idx="346">
                  <c:v>-79.204713</c:v>
                </c:pt>
                <c:pt idx="347">
                  <c:v>-79.256103</c:v>
                </c:pt>
                <c:pt idx="348">
                  <c:v>-79.307219</c:v>
                </c:pt>
                <c:pt idx="349">
                  <c:v>-79.358061</c:v>
                </c:pt>
                <c:pt idx="350">
                  <c:v>-79.408625</c:v>
                </c:pt>
                <c:pt idx="351">
                  <c:v>-79.458910</c:v>
                </c:pt>
                <c:pt idx="352">
                  <c:v>-79.508913</c:v>
                </c:pt>
                <c:pt idx="353">
                  <c:v>-79.558631</c:v>
                </c:pt>
                <c:pt idx="354">
                  <c:v>-79.608064</c:v>
                </c:pt>
                <c:pt idx="355">
                  <c:v>-79.657207</c:v>
                </c:pt>
                <c:pt idx="356">
                  <c:v>-79.706059</c:v>
                </c:pt>
                <c:pt idx="357">
                  <c:v>-79.754617</c:v>
                </c:pt>
                <c:pt idx="358">
                  <c:v>-79.802880</c:v>
                </c:pt>
                <c:pt idx="359">
                  <c:v>-79.850844</c:v>
                </c:pt>
                <c:pt idx="360">
                  <c:v>-79.898507</c:v>
                </c:pt>
                <c:pt idx="361">
                  <c:v>-79.945867</c:v>
                </c:pt>
                <c:pt idx="362">
                  <c:v>-79.992921</c:v>
                </c:pt>
                <c:pt idx="363">
                  <c:v>-80.039667</c:v>
                </c:pt>
                <c:pt idx="364">
                  <c:v>-80.086102</c:v>
                </c:pt>
                <c:pt idx="365">
                  <c:v>-80.132225</c:v>
                </c:pt>
                <c:pt idx="366">
                  <c:v>-80.178031</c:v>
                </c:pt>
                <c:pt idx="367">
                  <c:v>-80.223520</c:v>
                </c:pt>
                <c:pt idx="368">
                  <c:v>-80.268687</c:v>
                </c:pt>
                <c:pt idx="369">
                  <c:v>-80.313532</c:v>
                </c:pt>
                <c:pt idx="370">
                  <c:v>-80.358050</c:v>
                </c:pt>
                <c:pt idx="371">
                  <c:v>-80.402241</c:v>
                </c:pt>
                <c:pt idx="372">
                  <c:v>-80.446100</c:v>
                </c:pt>
                <c:pt idx="373">
                  <c:v>-80.489626</c:v>
                </c:pt>
                <c:pt idx="374">
                  <c:v>-80.532816</c:v>
                </c:pt>
                <c:pt idx="375">
                  <c:v>-80.575667</c:v>
                </c:pt>
                <c:pt idx="376">
                  <c:v>-80.618176</c:v>
                </c:pt>
                <c:pt idx="377">
                  <c:v>-80.660341</c:v>
                </c:pt>
                <c:pt idx="378">
                  <c:v>-80.702160</c:v>
                </c:pt>
                <c:pt idx="379">
                  <c:v>-80.743629</c:v>
                </c:pt>
                <c:pt idx="380">
                  <c:v>-80.784746</c:v>
                </c:pt>
                <c:pt idx="381">
                  <c:v>-80.825508</c:v>
                </c:pt>
                <c:pt idx="382">
                  <c:v>-80.865913</c:v>
                </c:pt>
                <c:pt idx="383">
                  <c:v>-80.905957</c:v>
                </c:pt>
                <c:pt idx="384">
                  <c:v>-80.945638</c:v>
                </c:pt>
                <c:pt idx="385">
                  <c:v>-80.984953</c:v>
                </c:pt>
                <c:pt idx="386">
                  <c:v>-81.023899</c:v>
                </c:pt>
                <c:pt idx="387">
                  <c:v>-81.062474</c:v>
                </c:pt>
                <c:pt idx="388">
                  <c:v>-81.100674</c:v>
                </c:pt>
                <c:pt idx="389">
                  <c:v>-81.138498</c:v>
                </c:pt>
                <c:pt idx="390">
                  <c:v>-81.175941</c:v>
                </c:pt>
                <c:pt idx="391">
                  <c:v>-81.213001</c:v>
                </c:pt>
                <c:pt idx="392">
                  <c:v>-81.249676</c:v>
                </c:pt>
                <c:pt idx="393">
                  <c:v>-81.285961</c:v>
                </c:pt>
                <c:pt idx="394">
                  <c:v>-81.321855</c:v>
                </c:pt>
                <c:pt idx="395">
                  <c:v>-81.357355</c:v>
                </c:pt>
                <c:pt idx="396">
                  <c:v>-81.392457</c:v>
                </c:pt>
                <c:pt idx="397">
                  <c:v>-81.427158</c:v>
                </c:pt>
                <c:pt idx="398">
                  <c:v>-81.461456</c:v>
                </c:pt>
                <c:pt idx="399">
                  <c:v>-81.495348</c:v>
                </c:pt>
                <c:pt idx="400">
                  <c:v>-81.528830</c:v>
                </c:pt>
                <c:pt idx="401">
                  <c:v>-81.561899</c:v>
                </c:pt>
                <c:pt idx="402">
                  <c:v>-81.594553</c:v>
                </c:pt>
                <c:pt idx="403">
                  <c:v>-81.626788</c:v>
                </c:pt>
                <c:pt idx="404">
                  <c:v>-81.658601</c:v>
                </c:pt>
                <c:pt idx="405">
                  <c:v>-81.689990</c:v>
                </c:pt>
                <c:pt idx="406">
                  <c:v>-81.720950</c:v>
                </c:pt>
                <c:pt idx="407">
                  <c:v>-81.751480</c:v>
                </c:pt>
                <c:pt idx="408">
                  <c:v>-81.781575</c:v>
                </c:pt>
                <c:pt idx="409">
                  <c:v>-81.811233</c:v>
                </c:pt>
                <c:pt idx="410">
                  <c:v>-81.840450</c:v>
                </c:pt>
                <c:pt idx="411">
                  <c:v>-81.869223</c:v>
                </c:pt>
                <c:pt idx="412">
                  <c:v>-81.897549</c:v>
                </c:pt>
                <c:pt idx="413">
                  <c:v>-81.925425</c:v>
                </c:pt>
                <c:pt idx="414">
                  <c:v>-81.952847</c:v>
                </c:pt>
                <c:pt idx="415">
                  <c:v>-81.979812</c:v>
                </c:pt>
                <c:pt idx="416">
                  <c:v>-82.006317</c:v>
                </c:pt>
                <c:pt idx="417">
                  <c:v>-82.032359</c:v>
                </c:pt>
                <c:pt idx="418">
                  <c:v>-82.057934</c:v>
                </c:pt>
                <c:pt idx="419">
                  <c:v>-82.083039</c:v>
                </c:pt>
                <c:pt idx="420">
                  <c:v>-82.107670</c:v>
                </c:pt>
                <c:pt idx="421">
                  <c:v>-82.131824</c:v>
                </c:pt>
                <c:pt idx="422">
                  <c:v>-82.155498</c:v>
                </c:pt>
                <c:pt idx="423">
                  <c:v>-82.178689</c:v>
                </c:pt>
                <c:pt idx="424">
                  <c:v>-82.201392</c:v>
                </c:pt>
                <c:pt idx="425">
                  <c:v>-82.223604</c:v>
                </c:pt>
                <c:pt idx="426">
                  <c:v>-82.245323</c:v>
                </c:pt>
                <c:pt idx="427">
                  <c:v>-82.266544</c:v>
                </c:pt>
                <c:pt idx="428">
                  <c:v>-82.287263</c:v>
                </c:pt>
                <c:pt idx="429">
                  <c:v>-82.307478</c:v>
                </c:pt>
                <c:pt idx="430">
                  <c:v>-82.327185</c:v>
                </c:pt>
                <c:pt idx="431">
                  <c:v>-82.346380</c:v>
                </c:pt>
                <c:pt idx="432">
                  <c:v>-82.365060</c:v>
                </c:pt>
                <c:pt idx="433">
                  <c:v>-82.383221</c:v>
                </c:pt>
                <c:pt idx="434">
                  <c:v>-82.400859</c:v>
                </c:pt>
                <c:pt idx="435">
                  <c:v>-82.417971</c:v>
                </c:pt>
                <c:pt idx="436">
                  <c:v>-82.434552</c:v>
                </c:pt>
                <c:pt idx="437">
                  <c:v>-82.450601</c:v>
                </c:pt>
                <c:pt idx="438">
                  <c:v>-82.466112</c:v>
                </c:pt>
                <c:pt idx="439">
                  <c:v>-82.481081</c:v>
                </c:pt>
                <c:pt idx="440">
                  <c:v>-82.495506</c:v>
                </c:pt>
                <c:pt idx="441">
                  <c:v>-82.509383</c:v>
                </c:pt>
                <c:pt idx="442">
                  <c:v>-82.522707</c:v>
                </c:pt>
                <c:pt idx="443">
                  <c:v>-82.535474</c:v>
                </c:pt>
                <c:pt idx="444">
                  <c:v>-82.547682</c:v>
                </c:pt>
                <c:pt idx="445">
                  <c:v>-82.559326</c:v>
                </c:pt>
                <c:pt idx="446">
                  <c:v>-82.570402</c:v>
                </c:pt>
                <c:pt idx="447">
                  <c:v>-82.580907</c:v>
                </c:pt>
                <c:pt idx="448">
                  <c:v>-82.590836</c:v>
                </c:pt>
                <c:pt idx="449">
                  <c:v>-82.600185</c:v>
                </c:pt>
                <c:pt idx="450">
                  <c:v>-82.608951</c:v>
                </c:pt>
                <c:pt idx="451">
                  <c:v>-82.617129</c:v>
                </c:pt>
                <c:pt idx="452">
                  <c:v>-82.624717</c:v>
                </c:pt>
                <c:pt idx="453">
                  <c:v>-82.631708</c:v>
                </c:pt>
                <c:pt idx="454">
                  <c:v>-82.638100</c:v>
                </c:pt>
                <c:pt idx="455">
                  <c:v>-82.643889</c:v>
                </c:pt>
                <c:pt idx="456">
                  <c:v>-82.649070</c:v>
                </c:pt>
                <c:pt idx="457">
                  <c:v>-82.653639</c:v>
                </c:pt>
                <c:pt idx="458">
                  <c:v>-82.657592</c:v>
                </c:pt>
                <c:pt idx="459">
                  <c:v>-82.660926</c:v>
                </c:pt>
                <c:pt idx="460">
                  <c:v>-82.663635</c:v>
                </c:pt>
                <c:pt idx="461">
                  <c:v>-82.665716</c:v>
                </c:pt>
                <c:pt idx="462">
                  <c:v>-82.667164</c:v>
                </c:pt>
                <c:pt idx="463">
                  <c:v>-82.667975</c:v>
                </c:pt>
                <c:pt idx="464">
                  <c:v>-82.668145</c:v>
                </c:pt>
                <c:pt idx="465">
                  <c:v>-82.667670</c:v>
                </c:pt>
                <c:pt idx="466">
                  <c:v>-82.666545</c:v>
                </c:pt>
                <c:pt idx="467">
                  <c:v>-82.664766</c:v>
                </c:pt>
                <c:pt idx="468">
                  <c:v>-82.662329</c:v>
                </c:pt>
                <c:pt idx="469">
                  <c:v>-82.659229</c:v>
                </c:pt>
                <c:pt idx="470">
                  <c:v>-82.655462</c:v>
                </c:pt>
                <c:pt idx="471">
                  <c:v>-82.651023</c:v>
                </c:pt>
                <c:pt idx="472">
                  <c:v>-82.645909</c:v>
                </c:pt>
                <c:pt idx="473">
                  <c:v>-82.640113</c:v>
                </c:pt>
                <c:pt idx="474">
                  <c:v>-82.633633</c:v>
                </c:pt>
                <c:pt idx="475">
                  <c:v>-82.626464</c:v>
                </c:pt>
                <c:pt idx="476">
                  <c:v>-82.618600</c:v>
                </c:pt>
                <c:pt idx="477">
                  <c:v>-82.610038</c:v>
                </c:pt>
                <c:pt idx="478">
                  <c:v>-82.600773</c:v>
                </c:pt>
                <c:pt idx="479">
                  <c:v>-82.590800</c:v>
                </c:pt>
                <c:pt idx="480">
                  <c:v>-82.580114</c:v>
                </c:pt>
                <c:pt idx="481">
                  <c:v>-82.568712</c:v>
                </c:pt>
                <c:pt idx="482">
                  <c:v>-82.556587</c:v>
                </c:pt>
                <c:pt idx="483">
                  <c:v>-82.543737</c:v>
                </c:pt>
                <c:pt idx="484">
                  <c:v>-82.530155</c:v>
                </c:pt>
                <c:pt idx="485">
                  <c:v>-82.515837</c:v>
                </c:pt>
                <c:pt idx="486">
                  <c:v>-82.500778</c:v>
                </c:pt>
                <c:pt idx="487">
                  <c:v>-82.484974</c:v>
                </c:pt>
                <c:pt idx="488">
                  <c:v>-82.468420</c:v>
                </c:pt>
                <c:pt idx="489">
                  <c:v>-82.451110</c:v>
                </c:pt>
                <c:pt idx="490">
                  <c:v>-82.433041</c:v>
                </c:pt>
                <c:pt idx="491">
                  <c:v>-82.414206</c:v>
                </c:pt>
                <c:pt idx="492">
                  <c:v>-82.394602</c:v>
                </c:pt>
                <c:pt idx="493">
                  <c:v>-82.374222</c:v>
                </c:pt>
                <c:pt idx="494">
                  <c:v>-82.353063</c:v>
                </c:pt>
                <c:pt idx="495">
                  <c:v>-82.331119</c:v>
                </c:pt>
                <c:pt idx="496">
                  <c:v>-82.308385</c:v>
                </c:pt>
                <c:pt idx="497">
                  <c:v>-82.284856</c:v>
                </c:pt>
                <c:pt idx="498">
                  <c:v>-82.260527</c:v>
                </c:pt>
                <c:pt idx="499">
                  <c:v>-82.235393</c:v>
                </c:pt>
                <c:pt idx="500">
                  <c:v>-82.209448</c:v>
                </c:pt>
                <c:pt idx="501">
                  <c:v>-82.182688</c:v>
                </c:pt>
                <c:pt idx="502">
                  <c:v>-82.155108</c:v>
                </c:pt>
                <c:pt idx="503">
                  <c:v>-82.126701</c:v>
                </c:pt>
                <c:pt idx="504">
                  <c:v>-82.097464</c:v>
                </c:pt>
                <c:pt idx="505">
                  <c:v>-82.067390</c:v>
                </c:pt>
                <c:pt idx="506">
                  <c:v>-82.036475</c:v>
                </c:pt>
                <c:pt idx="507">
                  <c:v>-82.004712</c:v>
                </c:pt>
                <c:pt idx="508">
                  <c:v>-81.972097</c:v>
                </c:pt>
                <c:pt idx="509">
                  <c:v>-81.938624</c:v>
                </c:pt>
                <c:pt idx="510">
                  <c:v>-81.904289</c:v>
                </c:pt>
                <c:pt idx="511">
                  <c:v>-81.869084</c:v>
                </c:pt>
                <c:pt idx="512">
                  <c:v>-81.833006</c:v>
                </c:pt>
                <c:pt idx="513">
                  <c:v>-81.796048</c:v>
                </c:pt>
                <c:pt idx="514">
                  <c:v>-81.758205</c:v>
                </c:pt>
                <c:pt idx="515">
                  <c:v>-81.719471</c:v>
                </c:pt>
                <c:pt idx="516">
                  <c:v>-81.679841</c:v>
                </c:pt>
                <c:pt idx="517">
                  <c:v>-81.639309</c:v>
                </c:pt>
                <c:pt idx="518">
                  <c:v>-81.597870</c:v>
                </c:pt>
                <c:pt idx="519">
                  <c:v>-81.555518</c:v>
                </c:pt>
                <c:pt idx="520">
                  <c:v>-81.512247</c:v>
                </c:pt>
                <c:pt idx="521">
                  <c:v>-81.468052</c:v>
                </c:pt>
                <c:pt idx="522">
                  <c:v>-81.422926</c:v>
                </c:pt>
                <c:pt idx="523">
                  <c:v>-81.376865</c:v>
                </c:pt>
                <c:pt idx="524">
                  <c:v>-81.329861</c:v>
                </c:pt>
                <c:pt idx="525">
                  <c:v>-81.281910</c:v>
                </c:pt>
                <c:pt idx="526">
                  <c:v>-81.233005</c:v>
                </c:pt>
                <c:pt idx="527">
                  <c:v>-81.183141</c:v>
                </c:pt>
                <c:pt idx="528">
                  <c:v>-81.132312</c:v>
                </c:pt>
                <c:pt idx="529">
                  <c:v>-81.080511</c:v>
                </c:pt>
                <c:pt idx="530">
                  <c:v>-81.027733</c:v>
                </c:pt>
                <c:pt idx="531">
                  <c:v>-80.973971</c:v>
                </c:pt>
                <c:pt idx="532">
                  <c:v>-80.919221</c:v>
                </c:pt>
                <c:pt idx="533">
                  <c:v>-80.863474</c:v>
                </c:pt>
                <c:pt idx="534">
                  <c:v>-80.806727</c:v>
                </c:pt>
                <c:pt idx="535">
                  <c:v>-80.748971</c:v>
                </c:pt>
                <c:pt idx="536">
                  <c:v>-80.690202</c:v>
                </c:pt>
                <c:pt idx="537">
                  <c:v>-80.630413</c:v>
                </c:pt>
                <c:pt idx="538">
                  <c:v>-80.569598</c:v>
                </c:pt>
                <c:pt idx="539">
                  <c:v>-80.507750</c:v>
                </c:pt>
                <c:pt idx="540">
                  <c:v>-80.444863</c:v>
                </c:pt>
                <c:pt idx="541">
                  <c:v>-80.380931</c:v>
                </c:pt>
                <c:pt idx="542">
                  <c:v>-80.315947</c:v>
                </c:pt>
                <c:pt idx="543">
                  <c:v>-80.249906</c:v>
                </c:pt>
                <c:pt idx="544">
                  <c:v>-80.182800</c:v>
                </c:pt>
                <c:pt idx="545">
                  <c:v>-80.114624</c:v>
                </c:pt>
                <c:pt idx="546">
                  <c:v>-80.045370</c:v>
                </c:pt>
                <c:pt idx="547">
                  <c:v>-79.975033</c:v>
                </c:pt>
                <c:pt idx="548">
                  <c:v>-79.903605</c:v>
                </c:pt>
                <c:pt idx="549">
                  <c:v>-79.831081</c:v>
                </c:pt>
                <c:pt idx="550">
                  <c:v>-79.757453</c:v>
                </c:pt>
                <c:pt idx="551">
                  <c:v>-79.682715</c:v>
                </c:pt>
                <c:pt idx="552">
                  <c:v>-79.606860</c:v>
                </c:pt>
                <c:pt idx="553">
                  <c:v>-79.529881</c:v>
                </c:pt>
                <c:pt idx="554">
                  <c:v>-79.451773</c:v>
                </c:pt>
                <c:pt idx="555">
                  <c:v>-79.372527</c:v>
                </c:pt>
                <c:pt idx="556">
                  <c:v>-79.292137</c:v>
                </c:pt>
                <c:pt idx="557">
                  <c:v>-79.210597</c:v>
                </c:pt>
                <c:pt idx="558">
                  <c:v>-79.127899</c:v>
                </c:pt>
                <c:pt idx="559">
                  <c:v>-79.044037</c:v>
                </c:pt>
                <c:pt idx="560">
                  <c:v>-78.959003</c:v>
                </c:pt>
                <c:pt idx="561">
                  <c:v>-78.872791</c:v>
                </c:pt>
                <c:pt idx="562">
                  <c:v>-78.785393</c:v>
                </c:pt>
                <c:pt idx="563">
                  <c:v>-78.696803</c:v>
                </c:pt>
                <c:pt idx="564">
                  <c:v>-78.607014</c:v>
                </c:pt>
                <c:pt idx="565">
                  <c:v>-78.516018</c:v>
                </c:pt>
                <c:pt idx="566">
                  <c:v>-78.423807</c:v>
                </c:pt>
                <c:pt idx="567">
                  <c:v>-78.330376</c:v>
                </c:pt>
                <c:pt idx="568">
                  <c:v>-78.235717</c:v>
                </c:pt>
                <c:pt idx="569">
                  <c:v>-78.139822</c:v>
                </c:pt>
                <c:pt idx="570">
                  <c:v>-78.042685</c:v>
                </c:pt>
                <c:pt idx="571">
                  <c:v>-77.944297</c:v>
                </c:pt>
                <c:pt idx="572">
                  <c:v>-77.844652</c:v>
                </c:pt>
                <c:pt idx="573">
                  <c:v>-77.743742</c:v>
                </c:pt>
                <c:pt idx="574">
                  <c:v>-77.641560</c:v>
                </c:pt>
                <c:pt idx="575">
                  <c:v>-77.538098</c:v>
                </c:pt>
                <c:pt idx="576">
                  <c:v>-77.433349</c:v>
                </c:pt>
                <c:pt idx="577">
                  <c:v>-77.327305</c:v>
                </c:pt>
                <c:pt idx="578">
                  <c:v>-77.219959</c:v>
                </c:pt>
                <c:pt idx="579">
                  <c:v>-77.111302</c:v>
                </c:pt>
                <c:pt idx="580">
                  <c:v>-77.001328</c:v>
                </c:pt>
                <c:pt idx="581">
                  <c:v>-76.890029</c:v>
                </c:pt>
                <c:pt idx="582">
                  <c:v>-76.777396</c:v>
                </c:pt>
                <c:pt idx="583">
                  <c:v>-76.663423</c:v>
                </c:pt>
                <c:pt idx="584">
                  <c:v>-76.548101</c:v>
                </c:pt>
                <c:pt idx="585">
                  <c:v>-76.431423</c:v>
                </c:pt>
                <c:pt idx="586">
                  <c:v>-76.313380</c:v>
                </c:pt>
                <c:pt idx="587">
                  <c:v>-76.193965</c:v>
                </c:pt>
                <c:pt idx="588">
                  <c:v>-76.073170</c:v>
                </c:pt>
                <c:pt idx="589">
                  <c:v>-75.950987</c:v>
                </c:pt>
                <c:pt idx="590">
                  <c:v>-75.827407</c:v>
                </c:pt>
                <c:pt idx="591">
                  <c:v>-75.702424</c:v>
                </c:pt>
                <c:pt idx="592">
                  <c:v>-75.576028</c:v>
                </c:pt>
                <c:pt idx="593">
                  <c:v>-75.448211</c:v>
                </c:pt>
                <c:pt idx="594">
                  <c:v>-75.318966</c:v>
                </c:pt>
                <c:pt idx="595">
                  <c:v>-75.188283</c:v>
                </c:pt>
                <c:pt idx="596">
                  <c:v>-75.056156</c:v>
                </c:pt>
                <c:pt idx="597">
                  <c:v>-74.922575</c:v>
                </c:pt>
                <c:pt idx="598">
                  <c:v>-74.787533</c:v>
                </c:pt>
                <c:pt idx="599">
                  <c:v>-74.651020</c:v>
                </c:pt>
                <c:pt idx="600">
                  <c:v>-74.513028</c:v>
                </c:pt>
                <c:pt idx="601">
                  <c:v>-74.373550</c:v>
                </c:pt>
                <c:pt idx="602">
                  <c:v>-74.232576</c:v>
                </c:pt>
                <c:pt idx="603">
                  <c:v>-74.090098</c:v>
                </c:pt>
                <c:pt idx="604">
                  <c:v>-73.946108</c:v>
                </c:pt>
                <c:pt idx="605">
                  <c:v>-73.800596</c:v>
                </c:pt>
                <c:pt idx="606">
                  <c:v>-73.653554</c:v>
                </c:pt>
                <c:pt idx="607">
                  <c:v>-73.504974</c:v>
                </c:pt>
                <c:pt idx="608">
                  <c:v>-73.354846</c:v>
                </c:pt>
                <c:pt idx="609">
                  <c:v>-73.203163</c:v>
                </c:pt>
                <c:pt idx="610">
                  <c:v>-73.049914</c:v>
                </c:pt>
                <c:pt idx="611">
                  <c:v>-72.895092</c:v>
                </c:pt>
                <c:pt idx="612">
                  <c:v>-72.738687</c:v>
                </c:pt>
                <c:pt idx="613">
                  <c:v>-72.580691</c:v>
                </c:pt>
                <c:pt idx="614">
                  <c:v>-72.421094</c:v>
                </c:pt>
                <c:pt idx="615">
                  <c:v>-72.259887</c:v>
                </c:pt>
                <c:pt idx="616">
                  <c:v>-72.097062</c:v>
                </c:pt>
                <c:pt idx="617">
                  <c:v>-71.932609</c:v>
                </c:pt>
                <c:pt idx="618">
                  <c:v>-71.766519</c:v>
                </c:pt>
                <c:pt idx="619">
                  <c:v>-71.598784</c:v>
                </c:pt>
                <c:pt idx="620">
                  <c:v>-71.429393</c:v>
                </c:pt>
                <c:pt idx="621">
                  <c:v>-71.258337</c:v>
                </c:pt>
                <c:pt idx="622">
                  <c:v>-71.085607</c:v>
                </c:pt>
                <c:pt idx="623">
                  <c:v>-70.911195</c:v>
                </c:pt>
                <c:pt idx="624">
                  <c:v>-70.735089</c:v>
                </c:pt>
                <c:pt idx="625">
                  <c:v>-70.557282</c:v>
                </c:pt>
                <c:pt idx="626">
                  <c:v>-70.377763</c:v>
                </c:pt>
                <c:pt idx="627">
                  <c:v>-70.196523</c:v>
                </c:pt>
                <c:pt idx="628">
                  <c:v>-70.013552</c:v>
                </c:pt>
                <c:pt idx="629">
                  <c:v>-69.828841</c:v>
                </c:pt>
                <c:pt idx="630">
                  <c:v>-69.642380</c:v>
                </c:pt>
                <c:pt idx="631">
                  <c:v>-69.454160</c:v>
                </c:pt>
                <c:pt idx="632">
                  <c:v>-69.264170</c:v>
                </c:pt>
                <c:pt idx="633">
                  <c:v>-69.072401</c:v>
                </c:pt>
                <c:pt idx="634">
                  <c:v>-68.878844</c:v>
                </c:pt>
                <c:pt idx="635">
                  <c:v>-68.683487</c:v>
                </c:pt>
                <c:pt idx="636">
                  <c:v>-68.486322</c:v>
                </c:pt>
                <c:pt idx="637">
                  <c:v>-68.287338</c:v>
                </c:pt>
                <c:pt idx="638">
                  <c:v>-68.086525</c:v>
                </c:pt>
                <c:pt idx="639">
                  <c:v>-67.883873</c:v>
                </c:pt>
                <c:pt idx="640">
                  <c:v>-67.679373</c:v>
                </c:pt>
                <c:pt idx="641">
                  <c:v>-67.473014</c:v>
                </c:pt>
                <c:pt idx="642">
                  <c:v>-67.264785</c:v>
                </c:pt>
                <c:pt idx="643">
                  <c:v>-67.054677</c:v>
                </c:pt>
                <c:pt idx="644">
                  <c:v>-66.842679</c:v>
                </c:pt>
                <c:pt idx="645">
                  <c:v>-66.628782</c:v>
                </c:pt>
                <c:pt idx="646">
                  <c:v>-66.412974</c:v>
                </c:pt>
                <c:pt idx="647">
                  <c:v>-66.195245</c:v>
                </c:pt>
                <c:pt idx="648">
                  <c:v>-65.975585</c:v>
                </c:pt>
                <c:pt idx="649">
                  <c:v>-65.753983</c:v>
                </c:pt>
                <c:pt idx="650">
                  <c:v>-65.530429</c:v>
                </c:pt>
                <c:pt idx="651">
                  <c:v>-65.304912</c:v>
                </c:pt>
                <c:pt idx="652">
                  <c:v>-65.077422</c:v>
                </c:pt>
                <c:pt idx="653">
                  <c:v>-64.847947</c:v>
                </c:pt>
                <c:pt idx="654">
                  <c:v>-64.616477</c:v>
                </c:pt>
                <c:pt idx="655">
                  <c:v>-64.383002</c:v>
                </c:pt>
                <c:pt idx="656">
                  <c:v>-64.147510</c:v>
                </c:pt>
                <c:pt idx="657">
                  <c:v>-63.909991</c:v>
                </c:pt>
                <c:pt idx="658">
                  <c:v>-63.670433</c:v>
                </c:pt>
                <c:pt idx="659">
                  <c:v>-63.428827</c:v>
                </c:pt>
                <c:pt idx="660">
                  <c:v>-63.185159</c:v>
                </c:pt>
                <c:pt idx="661">
                  <c:v>-62.939421</c:v>
                </c:pt>
                <c:pt idx="662">
                  <c:v>-62.691600</c:v>
                </c:pt>
                <c:pt idx="663">
                  <c:v>-62.441685</c:v>
                </c:pt>
                <c:pt idx="664">
                  <c:v>-62.189666</c:v>
                </c:pt>
                <c:pt idx="665">
                  <c:v>-61.935530</c:v>
                </c:pt>
                <c:pt idx="666">
                  <c:v>-61.679268</c:v>
                </c:pt>
                <c:pt idx="667">
                  <c:v>-61.420866</c:v>
                </c:pt>
                <c:pt idx="668">
                  <c:v>-61.160314</c:v>
                </c:pt>
                <c:pt idx="669">
                  <c:v>-60.897601</c:v>
                </c:pt>
                <c:pt idx="670">
                  <c:v>-60.632715</c:v>
                </c:pt>
                <c:pt idx="671">
                  <c:v>-60.365644</c:v>
                </c:pt>
                <c:pt idx="672">
                  <c:v>-60.096377</c:v>
                </c:pt>
                <c:pt idx="673">
                  <c:v>-59.824903</c:v>
                </c:pt>
                <c:pt idx="674">
                  <c:v>-59.551209</c:v>
                </c:pt>
                <c:pt idx="675">
                  <c:v>-59.275283</c:v>
                </c:pt>
                <c:pt idx="676">
                  <c:v>-58.997115</c:v>
                </c:pt>
                <c:pt idx="677">
                  <c:v>-58.716692</c:v>
                </c:pt>
                <c:pt idx="678">
                  <c:v>-58.434003</c:v>
                </c:pt>
                <c:pt idx="679">
                  <c:v>-58.149034</c:v>
                </c:pt>
                <c:pt idx="680">
                  <c:v>-57.861776</c:v>
                </c:pt>
                <c:pt idx="681">
                  <c:v>-57.572214</c:v>
                </c:pt>
                <c:pt idx="682">
                  <c:v>-57.280338</c:v>
                </c:pt>
                <c:pt idx="683">
                  <c:v>-56.986136</c:v>
                </c:pt>
                <c:pt idx="684">
                  <c:v>-56.689594</c:v>
                </c:pt>
                <c:pt idx="685">
                  <c:v>-56.390702</c:v>
                </c:pt>
                <c:pt idx="686">
                  <c:v>-56.089446</c:v>
                </c:pt>
                <c:pt idx="687">
                  <c:v>-55.785814</c:v>
                </c:pt>
                <c:pt idx="688">
                  <c:v>-55.479794</c:v>
                </c:pt>
                <c:pt idx="689">
                  <c:v>-55.171374</c:v>
                </c:pt>
                <c:pt idx="690">
                  <c:v>-54.860540</c:v>
                </c:pt>
                <c:pt idx="691">
                  <c:v>-54.547282</c:v>
                </c:pt>
                <c:pt idx="692">
                  <c:v>-54.231585</c:v>
                </c:pt>
                <c:pt idx="693">
                  <c:v>-53.913438</c:v>
                </c:pt>
                <c:pt idx="694">
                  <c:v>-53.592827</c:v>
                </c:pt>
                <c:pt idx="695">
                  <c:v>-53.269740</c:v>
                </c:pt>
                <c:pt idx="696">
                  <c:v>-52.944165</c:v>
                </c:pt>
                <c:pt idx="697">
                  <c:v>-52.616088</c:v>
                </c:pt>
                <c:pt idx="698">
                  <c:v>-52.285497</c:v>
                </c:pt>
                <c:pt idx="699">
                  <c:v>-51.952378</c:v>
                </c:pt>
                <c:pt idx="700">
                  <c:v>-51.616719</c:v>
                </c:pt>
                <c:pt idx="701">
                  <c:v>-51.278506</c:v>
                </c:pt>
                <c:pt idx="702">
                  <c:v>-50.937728</c:v>
                </c:pt>
                <c:pt idx="703">
                  <c:v>-50.594369</c:v>
                </c:pt>
                <c:pt idx="704">
                  <c:v>-50.248419</c:v>
                </c:pt>
                <c:pt idx="705">
                  <c:v>-49.899862</c:v>
                </c:pt>
                <c:pt idx="706">
                  <c:v>-49.548686</c:v>
                </c:pt>
                <c:pt idx="707">
                  <c:v>-49.194878</c:v>
                </c:pt>
                <c:pt idx="708">
                  <c:v>-48.838424</c:v>
                </c:pt>
                <c:pt idx="709">
                  <c:v>-48.479310</c:v>
                </c:pt>
                <c:pt idx="710">
                  <c:v>-48.117524</c:v>
                </c:pt>
                <c:pt idx="711">
                  <c:v>-47.753052</c:v>
                </c:pt>
                <c:pt idx="712">
                  <c:v>-47.385880</c:v>
                </c:pt>
                <c:pt idx="713">
                  <c:v>-47.015995</c:v>
                </c:pt>
                <c:pt idx="714">
                  <c:v>-46.643382</c:v>
                </c:pt>
                <c:pt idx="715">
                  <c:v>-46.268029</c:v>
                </c:pt>
                <c:pt idx="716">
                  <c:v>-45.889922</c:v>
                </c:pt>
                <c:pt idx="717">
                  <c:v>-45.509046</c:v>
                </c:pt>
                <c:pt idx="718">
                  <c:v>-45.125387</c:v>
                </c:pt>
                <c:pt idx="719">
                  <c:v>-44.738933</c:v>
                </c:pt>
                <c:pt idx="720">
                  <c:v>-44.349669</c:v>
                </c:pt>
                <c:pt idx="721">
                  <c:v>-43.957580</c:v>
                </c:pt>
                <c:pt idx="722">
                  <c:v>-43.562653</c:v>
                </c:pt>
                <c:pt idx="723">
                  <c:v>-43.164874</c:v>
                </c:pt>
                <c:pt idx="724">
                  <c:v>-42.764229</c:v>
                </c:pt>
                <c:pt idx="725">
                  <c:v>-42.360702</c:v>
                </c:pt>
                <c:pt idx="726">
                  <c:v>-41.954281</c:v>
                </c:pt>
                <c:pt idx="727">
                  <c:v>-41.544950</c:v>
                </c:pt>
                <c:pt idx="728">
                  <c:v>-41.132696</c:v>
                </c:pt>
                <c:pt idx="729">
                  <c:v>-40.717504</c:v>
                </c:pt>
                <c:pt idx="730">
                  <c:v>-40.299359</c:v>
                </c:pt>
                <c:pt idx="731">
                  <c:v>-39.878247</c:v>
                </c:pt>
                <c:pt idx="732">
                  <c:v>-39.454153</c:v>
                </c:pt>
                <c:pt idx="733">
                  <c:v>-39.027063</c:v>
                </c:pt>
                <c:pt idx="734">
                  <c:v>-38.596962</c:v>
                </c:pt>
                <c:pt idx="735">
                  <c:v>-38.163836</c:v>
                </c:pt>
                <c:pt idx="736">
                  <c:v>-37.727669</c:v>
                </c:pt>
                <c:pt idx="737">
                  <c:v>-37.288446</c:v>
                </c:pt>
                <c:pt idx="738">
                  <c:v>-36.846154</c:v>
                </c:pt>
                <c:pt idx="739">
                  <c:v>-36.400776</c:v>
                </c:pt>
                <c:pt idx="740">
                  <c:v>-35.952299</c:v>
                </c:pt>
                <c:pt idx="741">
                  <c:v>-35.500706</c:v>
                </c:pt>
                <c:pt idx="742">
                  <c:v>-35.045983</c:v>
                </c:pt>
                <c:pt idx="743">
                  <c:v>-34.588115</c:v>
                </c:pt>
                <c:pt idx="744">
                  <c:v>-34.127086</c:v>
                </c:pt>
                <c:pt idx="745">
                  <c:v>-33.662882</c:v>
                </c:pt>
                <c:pt idx="746">
                  <c:v>-33.195486</c:v>
                </c:pt>
                <c:pt idx="747">
                  <c:v>-32.724885</c:v>
                </c:pt>
                <c:pt idx="748">
                  <c:v>-32.251061</c:v>
                </c:pt>
                <c:pt idx="749">
                  <c:v>-31.774001</c:v>
                </c:pt>
                <c:pt idx="750">
                  <c:v>-31.293688</c:v>
                </c:pt>
                <c:pt idx="751">
                  <c:v>-30.810108</c:v>
                </c:pt>
                <c:pt idx="752">
                  <c:v>-30.323243</c:v>
                </c:pt>
                <c:pt idx="753">
                  <c:v>-29.833079</c:v>
                </c:pt>
                <c:pt idx="754">
                  <c:v>-29.339601</c:v>
                </c:pt>
                <c:pt idx="755">
                  <c:v>-28.842792</c:v>
                </c:pt>
                <c:pt idx="756">
                  <c:v>-28.342636</c:v>
                </c:pt>
                <c:pt idx="757">
                  <c:v>-27.839119</c:v>
                </c:pt>
                <c:pt idx="758">
                  <c:v>-27.332223</c:v>
                </c:pt>
                <c:pt idx="759">
                  <c:v>-26.821934</c:v>
                </c:pt>
                <c:pt idx="760">
                  <c:v>-26.308234</c:v>
                </c:pt>
                <c:pt idx="761">
                  <c:v>-25.791109</c:v>
                </c:pt>
                <c:pt idx="762">
                  <c:v>-25.270542</c:v>
                </c:pt>
                <c:pt idx="763">
                  <c:v>-24.746517</c:v>
                </c:pt>
                <c:pt idx="764">
                  <c:v>-24.219018</c:v>
                </c:pt>
                <c:pt idx="765">
                  <c:v>-23.688028</c:v>
                </c:pt>
                <c:pt idx="766">
                  <c:v>-23.153533</c:v>
                </c:pt>
                <c:pt idx="767">
                  <c:v>-22.615514</c:v>
                </c:pt>
                <c:pt idx="768">
                  <c:v>-22.073956</c:v>
                </c:pt>
                <c:pt idx="769">
                  <c:v>-21.528843</c:v>
                </c:pt>
                <c:pt idx="770">
                  <c:v>-20.980157</c:v>
                </c:pt>
                <c:pt idx="771">
                  <c:v>-20.427884</c:v>
                </c:pt>
                <c:pt idx="772">
                  <c:v>-19.872006</c:v>
                </c:pt>
                <c:pt idx="773">
                  <c:v>-19.312506</c:v>
                </c:pt>
                <c:pt idx="774">
                  <c:v>-18.749368</c:v>
                </c:pt>
                <c:pt idx="775">
                  <c:v>-18.182576</c:v>
                </c:pt>
                <c:pt idx="776">
                  <c:v>-17.612112</c:v>
                </c:pt>
                <c:pt idx="777">
                  <c:v>-17.037960</c:v>
                </c:pt>
                <c:pt idx="778">
                  <c:v>-16.460104</c:v>
                </c:pt>
                <c:pt idx="779">
                  <c:v>-15.878526</c:v>
                </c:pt>
                <c:pt idx="780">
                  <c:v>-15.293210</c:v>
                </c:pt>
                <c:pt idx="781">
                  <c:v>-14.704138</c:v>
                </c:pt>
                <c:pt idx="782">
                  <c:v>-14.111294</c:v>
                </c:pt>
                <c:pt idx="783">
                  <c:v>-13.514660</c:v>
                </c:pt>
                <c:pt idx="784">
                  <c:v>-12.914221</c:v>
                </c:pt>
                <c:pt idx="785">
                  <c:v>-12.309958</c:v>
                </c:pt>
                <c:pt idx="786">
                  <c:v>-11.701855</c:v>
                </c:pt>
                <c:pt idx="787">
                  <c:v>-11.089894</c:v>
                </c:pt>
                <c:pt idx="788">
                  <c:v>-10.474058</c:v>
                </c:pt>
                <c:pt idx="789">
                  <c:v>-9.854330</c:v>
                </c:pt>
                <c:pt idx="790">
                  <c:v>-9.230693</c:v>
                </c:pt>
                <c:pt idx="791">
                  <c:v>-8.603130</c:v>
                </c:pt>
                <c:pt idx="792">
                  <c:v>-7.971622</c:v>
                </c:pt>
                <c:pt idx="793">
                  <c:v>-7.336154</c:v>
                </c:pt>
                <c:pt idx="794">
                  <c:v>-6.696706</c:v>
                </c:pt>
                <c:pt idx="795">
                  <c:v>-6.053263</c:v>
                </c:pt>
                <c:pt idx="796">
                  <c:v>-5.405806</c:v>
                </c:pt>
                <c:pt idx="797">
                  <c:v>-4.754317</c:v>
                </c:pt>
                <c:pt idx="798">
                  <c:v>-4.098780</c:v>
                </c:pt>
                <c:pt idx="799">
                  <c:v>-3.439177</c:v>
                </c:pt>
                <c:pt idx="800">
                  <c:v>-2.775489</c:v>
                </c:pt>
                <c:pt idx="801">
                  <c:v>-2.107700</c:v>
                </c:pt>
                <c:pt idx="802">
                  <c:v>-1.435792</c:v>
                </c:pt>
                <c:pt idx="803">
                  <c:v>-0.759746</c:v>
                </c:pt>
                <c:pt idx="804">
                  <c:v>-0.079546</c:v>
                </c:pt>
                <c:pt idx="805">
                  <c:v>0.604827</c:v>
                </c:pt>
                <c:pt idx="806">
                  <c:v>1.293391</c:v>
                </c:pt>
                <c:pt idx="807">
                  <c:v>1.986163</c:v>
                </c:pt>
                <c:pt idx="808">
                  <c:v>2.683162</c:v>
                </c:pt>
                <c:pt idx="809">
                  <c:v>3.384405</c:v>
                </c:pt>
                <c:pt idx="810">
                  <c:v>4.089910</c:v>
                </c:pt>
                <c:pt idx="811">
                  <c:v>4.799695</c:v>
                </c:pt>
                <c:pt idx="812">
                  <c:v>5.513779</c:v>
                </c:pt>
                <c:pt idx="813">
                  <c:v>6.232179</c:v>
                </c:pt>
                <c:pt idx="814">
                  <c:v>6.954913</c:v>
                </c:pt>
                <c:pt idx="815">
                  <c:v>7.682000</c:v>
                </c:pt>
                <c:pt idx="816">
                  <c:v>8.413458</c:v>
                </c:pt>
                <c:pt idx="817">
                  <c:v>9.149305</c:v>
                </c:pt>
                <c:pt idx="818">
                  <c:v>9.889558</c:v>
                </c:pt>
                <c:pt idx="819">
                  <c:v>10.634238</c:v>
                </c:pt>
                <c:pt idx="820">
                  <c:v>11.383360</c:v>
                </c:pt>
                <c:pt idx="821">
                  <c:v>12.136945</c:v>
                </c:pt>
                <c:pt idx="822">
                  <c:v>12.895009</c:v>
                </c:pt>
                <c:pt idx="823">
                  <c:v>13.657572</c:v>
                </c:pt>
                <c:pt idx="824">
                  <c:v>14.424652</c:v>
                </c:pt>
                <c:pt idx="825">
                  <c:v>15.196267</c:v>
                </c:pt>
                <c:pt idx="826">
                  <c:v>15.972435</c:v>
                </c:pt>
                <c:pt idx="827">
                  <c:v>16.753176</c:v>
                </c:pt>
                <c:pt idx="828">
                  <c:v>17.538507</c:v>
                </c:pt>
                <c:pt idx="829">
                  <c:v>18.328447</c:v>
                </c:pt>
                <c:pt idx="830">
                  <c:v>19.123014</c:v>
                </c:pt>
                <c:pt idx="831">
                  <c:v>19.922227</c:v>
                </c:pt>
                <c:pt idx="832">
                  <c:v>20.726104</c:v>
                </c:pt>
                <c:pt idx="833">
                  <c:v>21.534664</c:v>
                </c:pt>
                <c:pt idx="834">
                  <c:v>22.347925</c:v>
                </c:pt>
                <c:pt idx="835">
                  <c:v>23.165907</c:v>
                </c:pt>
                <c:pt idx="836">
                  <c:v>23.988626</c:v>
                </c:pt>
                <c:pt idx="837">
                  <c:v>24.816103</c:v>
                </c:pt>
                <c:pt idx="838">
                  <c:v>25.648356</c:v>
                </c:pt>
                <c:pt idx="839">
                  <c:v>26.485402</c:v>
                </c:pt>
                <c:pt idx="840">
                  <c:v>27.327262</c:v>
                </c:pt>
                <c:pt idx="841">
                  <c:v>28.173953</c:v>
                </c:pt>
                <c:pt idx="842">
                  <c:v>29.025494</c:v>
                </c:pt>
                <c:pt idx="843">
                  <c:v>29.881903</c:v>
                </c:pt>
                <c:pt idx="844">
                  <c:v>30.743201</c:v>
                </c:pt>
                <c:pt idx="845">
                  <c:v>31.609404</c:v>
                </c:pt>
                <c:pt idx="846">
                  <c:v>32.480531</c:v>
                </c:pt>
                <c:pt idx="847">
                  <c:v>33.356603</c:v>
                </c:pt>
                <c:pt idx="848">
                  <c:v>34.237636</c:v>
                </c:pt>
                <c:pt idx="849">
                  <c:v>35.123649</c:v>
                </c:pt>
                <c:pt idx="850">
                  <c:v>36.014663</c:v>
                </c:pt>
                <c:pt idx="851">
                  <c:v>36.910694</c:v>
                </c:pt>
                <c:pt idx="852">
                  <c:v>37.811761</c:v>
                </c:pt>
                <c:pt idx="853">
                  <c:v>38.717884</c:v>
                </c:pt>
                <c:pt idx="854">
                  <c:v>39.629082</c:v>
                </c:pt>
                <c:pt idx="855">
                  <c:v>40.545371</c:v>
                </c:pt>
                <c:pt idx="856">
                  <c:v>41.466772</c:v>
                </c:pt>
                <c:pt idx="857">
                  <c:v>42.393303</c:v>
                </c:pt>
                <c:pt idx="858">
                  <c:v>43.324983</c:v>
                </c:pt>
                <c:pt idx="859">
                  <c:v>44.261829</c:v>
                </c:pt>
                <c:pt idx="860">
                  <c:v>45.203862</c:v>
                </c:pt>
                <c:pt idx="861">
                  <c:v>46.151099</c:v>
                </c:pt>
                <c:pt idx="862">
                  <c:v>47.103559</c:v>
                </c:pt>
                <c:pt idx="863">
                  <c:v>48.061261</c:v>
                </c:pt>
                <c:pt idx="864">
                  <c:v>49.024223</c:v>
                </c:pt>
                <c:pt idx="865">
                  <c:v>49.992463</c:v>
                </c:pt>
                <c:pt idx="866">
                  <c:v>50.966001</c:v>
                </c:pt>
                <c:pt idx="867">
                  <c:v>51.944855</c:v>
                </c:pt>
                <c:pt idx="868">
                  <c:v>52.929044</c:v>
                </c:pt>
                <c:pt idx="869">
                  <c:v>53.918585</c:v>
                </c:pt>
                <c:pt idx="870">
                  <c:v>54.913497</c:v>
                </c:pt>
                <c:pt idx="871">
                  <c:v>55.913799</c:v>
                </c:pt>
                <c:pt idx="872">
                  <c:v>56.919510</c:v>
                </c:pt>
                <c:pt idx="873">
                  <c:v>57.930647</c:v>
                </c:pt>
                <c:pt idx="874">
                  <c:v>58.947229</c:v>
                </c:pt>
                <c:pt idx="875">
                  <c:v>59.969274</c:v>
                </c:pt>
                <c:pt idx="876">
                  <c:v>60.996801</c:v>
                </c:pt>
                <c:pt idx="877">
                  <c:v>62.029828</c:v>
                </c:pt>
                <c:pt idx="878">
                  <c:v>63.068373</c:v>
                </c:pt>
                <c:pt idx="879">
                  <c:v>64.112454</c:v>
                </c:pt>
                <c:pt idx="880">
                  <c:v>65.162090</c:v>
                </c:pt>
                <c:pt idx="881">
                  <c:v>66.217299</c:v>
                </c:pt>
                <c:pt idx="882">
                  <c:v>67.278099</c:v>
                </c:pt>
                <c:pt idx="883">
                  <c:v>68.344507</c:v>
                </c:pt>
                <c:pt idx="884">
                  <c:v>69.416542</c:v>
                </c:pt>
                <c:pt idx="885">
                  <c:v>70.494223</c:v>
                </c:pt>
                <c:pt idx="886">
                  <c:v>71.577566</c:v>
                </c:pt>
                <c:pt idx="887">
                  <c:v>72.666590</c:v>
                </c:pt>
                <c:pt idx="888">
                  <c:v>73.761312</c:v>
                </c:pt>
                <c:pt idx="889">
                  <c:v>74.861752</c:v>
                </c:pt>
                <c:pt idx="890">
                  <c:v>75.967925</c:v>
                </c:pt>
                <c:pt idx="891">
                  <c:v>77.079850</c:v>
                </c:pt>
                <c:pt idx="892">
                  <c:v>78.197545</c:v>
                </c:pt>
                <c:pt idx="893">
                  <c:v>79.321027</c:v>
                </c:pt>
                <c:pt idx="894">
                  <c:v>80.450313</c:v>
                </c:pt>
                <c:pt idx="895">
                  <c:v>81.585422</c:v>
                </c:pt>
                <c:pt idx="896">
                  <c:v>82.726370</c:v>
                </c:pt>
                <c:pt idx="897">
                  <c:v>83.873176</c:v>
                </c:pt>
                <c:pt idx="898">
                  <c:v>85.025856</c:v>
                </c:pt>
                <c:pt idx="899">
                  <c:v>86.184427</c:v>
                </c:pt>
                <c:pt idx="900">
                  <c:v>87.348907</c:v>
                </c:pt>
                <c:pt idx="901">
                  <c:v>88.519312</c:v>
                </c:pt>
                <c:pt idx="902">
                  <c:v>89.695661</c:v>
                </c:pt>
                <c:pt idx="903">
                  <c:v>90.877969</c:v>
                </c:pt>
                <c:pt idx="904">
                  <c:v>92.066254</c:v>
                </c:pt>
                <c:pt idx="905">
                  <c:v>93.260533</c:v>
                </c:pt>
                <c:pt idx="906">
                  <c:v>94.460821</c:v>
                </c:pt>
                <c:pt idx="907">
                  <c:v>95.667137</c:v>
                </c:pt>
                <c:pt idx="908">
                  <c:v>96.879496</c:v>
                </c:pt>
                <c:pt idx="909">
                  <c:v>98.097914</c:v>
                </c:pt>
                <c:pt idx="910">
                  <c:v>99.322410</c:v>
                </c:pt>
                <c:pt idx="911">
                  <c:v>100.552997</c:v>
                </c:pt>
                <c:pt idx="912">
                  <c:v>101.789694</c:v>
                </c:pt>
                <c:pt idx="913">
                  <c:v>103.032515</c:v>
                </c:pt>
                <c:pt idx="914">
                  <c:v>104.281478</c:v>
                </c:pt>
                <c:pt idx="915">
                  <c:v>105.536598</c:v>
                </c:pt>
                <c:pt idx="916">
                  <c:v>106.797890</c:v>
                </c:pt>
                <c:pt idx="917">
                  <c:v>108.065371</c:v>
                </c:pt>
                <c:pt idx="918">
                  <c:v>109.339056</c:v>
                </c:pt>
                <c:pt idx="919">
                  <c:v>110.618961</c:v>
                </c:pt>
                <c:pt idx="920">
                  <c:v>111.905101</c:v>
                </c:pt>
                <c:pt idx="921">
                  <c:v>113.197491</c:v>
                </c:pt>
                <c:pt idx="922">
                  <c:v>114.496147</c:v>
                </c:pt>
                <c:pt idx="923">
                  <c:v>115.801084</c:v>
                </c:pt>
                <c:pt idx="924">
                  <c:v>117.112317</c:v>
                </c:pt>
                <c:pt idx="925">
                  <c:v>118.429861</c:v>
                </c:pt>
                <c:pt idx="926">
                  <c:v>119.753730</c:v>
                </c:pt>
                <c:pt idx="927">
                  <c:v>121.083939</c:v>
                </c:pt>
                <c:pt idx="928">
                  <c:v>122.420502</c:v>
                </c:pt>
                <c:pt idx="929">
                  <c:v>123.763434</c:v>
                </c:pt>
                <c:pt idx="930">
                  <c:v>125.112750</c:v>
                </c:pt>
                <c:pt idx="931">
                  <c:v>126.468463</c:v>
                </c:pt>
                <c:pt idx="932">
                  <c:v>127.830587</c:v>
                </c:pt>
                <c:pt idx="933">
                  <c:v>129.199136</c:v>
                </c:pt>
                <c:pt idx="934">
                  <c:v>130.574125</c:v>
                </c:pt>
                <c:pt idx="935">
                  <c:v>131.955565</c:v>
                </c:pt>
                <c:pt idx="936">
                  <c:v>133.343472</c:v>
                </c:pt>
                <c:pt idx="937">
                  <c:v>134.737857</c:v>
                </c:pt>
                <c:pt idx="938">
                  <c:v>136.138735</c:v>
                </c:pt>
                <c:pt idx="939">
                  <c:v>137.546118</c:v>
                </c:pt>
                <c:pt idx="940">
                  <c:v>138.960019</c:v>
                </c:pt>
                <c:pt idx="941">
                  <c:v>140.380451</c:v>
                </c:pt>
                <c:pt idx="942">
                  <c:v>141.807426</c:v>
                </c:pt>
                <c:pt idx="943">
                  <c:v>143.240956</c:v>
                </c:pt>
                <c:pt idx="944">
                  <c:v>144.681055</c:v>
                </c:pt>
                <c:pt idx="945">
                  <c:v>146.127733</c:v>
                </c:pt>
                <c:pt idx="946">
                  <c:v>147.581003</c:v>
                </c:pt>
                <c:pt idx="947">
                  <c:v>149.040876</c:v>
                </c:pt>
                <c:pt idx="948">
                  <c:v>150.507365</c:v>
                </c:pt>
                <c:pt idx="949">
                  <c:v>151.980479</c:v>
                </c:pt>
                <c:pt idx="950">
                  <c:v>153.460231</c:v>
                </c:pt>
                <c:pt idx="951">
                  <c:v>154.946631</c:v>
                </c:pt>
                <c:pt idx="952">
                  <c:v>156.439690</c:v>
                </c:pt>
                <c:pt idx="953">
                  <c:v>157.939419</c:v>
                </c:pt>
                <c:pt idx="954">
                  <c:v>159.445828</c:v>
                </c:pt>
                <c:pt idx="955">
                  <c:v>160.958927</c:v>
                </c:pt>
                <c:pt idx="956">
                  <c:v>162.478726</c:v>
                </c:pt>
                <c:pt idx="957">
                  <c:v>164.005236</c:v>
                </c:pt>
                <c:pt idx="958">
                  <c:v>165.538466</c:v>
                </c:pt>
                <c:pt idx="959">
                  <c:v>167.078424</c:v>
                </c:pt>
                <c:pt idx="960">
                  <c:v>168.625121</c:v>
                </c:pt>
                <c:pt idx="961">
                  <c:v>170.178566</c:v>
                </c:pt>
                <c:pt idx="962">
                  <c:v>171.738766</c:v>
                </c:pt>
                <c:pt idx="963">
                  <c:v>173.305732</c:v>
                </c:pt>
                <c:pt idx="964">
                  <c:v>174.879470</c:v>
                </c:pt>
                <c:pt idx="965">
                  <c:v>176.459989</c:v>
                </c:pt>
                <c:pt idx="966">
                  <c:v>178.047298</c:v>
                </c:pt>
                <c:pt idx="967">
                  <c:v>179.641403</c:v>
                </c:pt>
                <c:pt idx="968">
                  <c:v>181.242312</c:v>
                </c:pt>
                <c:pt idx="969">
                  <c:v>182.850033</c:v>
                </c:pt>
                <c:pt idx="970">
                  <c:v>184.464572</c:v>
                </c:pt>
                <c:pt idx="971">
                  <c:v>186.085936</c:v>
                </c:pt>
                <c:pt idx="972">
                  <c:v>187.714132</c:v>
                </c:pt>
                <c:pt idx="973">
                  <c:v>189.349165</c:v>
                </c:pt>
                <c:pt idx="974">
                  <c:v>190.991042</c:v>
                </c:pt>
                <c:pt idx="975">
                  <c:v>192.639769</c:v>
                </c:pt>
                <c:pt idx="976">
                  <c:v>194.295350</c:v>
                </c:pt>
                <c:pt idx="977">
                  <c:v>195.957791</c:v>
                </c:pt>
                <c:pt idx="978">
                  <c:v>197.627098</c:v>
                </c:pt>
                <c:pt idx="979">
                  <c:v>199.303274</c:v>
                </c:pt>
                <c:pt idx="980">
                  <c:v>200.986324</c:v>
                </c:pt>
                <c:pt idx="981">
                  <c:v>202.676253</c:v>
                </c:pt>
                <c:pt idx="982">
                  <c:v>204.373064</c:v>
                </c:pt>
                <c:pt idx="983">
                  <c:v>206.076760</c:v>
                </c:pt>
                <c:pt idx="984">
                  <c:v>207.787346</c:v>
                </c:pt>
                <c:pt idx="985">
                  <c:v>209.504823</c:v>
                </c:pt>
                <c:pt idx="986">
                  <c:v>211.229196</c:v>
                </c:pt>
                <c:pt idx="987">
                  <c:v>212.960465</c:v>
                </c:pt>
                <c:pt idx="988">
                  <c:v>214.698634</c:v>
                </c:pt>
                <c:pt idx="989">
                  <c:v>216.443704</c:v>
                </c:pt>
                <c:pt idx="990">
                  <c:v>218.195677</c:v>
                </c:pt>
                <c:pt idx="991">
                  <c:v>219.954554</c:v>
                </c:pt>
                <c:pt idx="992">
                  <c:v>221.720336</c:v>
                </c:pt>
                <c:pt idx="993">
                  <c:v>223.493023</c:v>
                </c:pt>
                <c:pt idx="994">
                  <c:v>225.272616</c:v>
                </c:pt>
                <c:pt idx="995">
                  <c:v>227.059115</c:v>
                </c:pt>
                <c:pt idx="996">
                  <c:v>228.852519</c:v>
                </c:pt>
                <c:pt idx="997">
                  <c:v>230.652828</c:v>
                </c:pt>
                <c:pt idx="998">
                  <c:v>232.460041</c:v>
                </c:pt>
                <c:pt idx="999">
                  <c:v>234.274156</c:v>
                </c:pt>
                <c:pt idx="1000">
                  <c:v>236.095172</c:v>
                </c:pt>
                <c:pt idx="1001">
                  <c:v>237.923087</c:v>
                </c:pt>
                <c:pt idx="1002">
                  <c:v>239.757899</c:v>
                </c:pt>
                <c:pt idx="1003">
                  <c:v>241.599604</c:v>
                </c:pt>
                <c:pt idx="1004">
                  <c:v>243.448200</c:v>
                </c:pt>
                <c:pt idx="1005">
                  <c:v>245.303683</c:v>
                </c:pt>
                <c:pt idx="1006">
                  <c:v>247.166050</c:v>
                </c:pt>
                <c:pt idx="1007">
                  <c:v>249.035297</c:v>
                </c:pt>
                <c:pt idx="1008">
                  <c:v>250.911419</c:v>
                </c:pt>
                <c:pt idx="1009">
                  <c:v>252.794411</c:v>
                </c:pt>
                <c:pt idx="1010">
                  <c:v>254.684267</c:v>
                </c:pt>
                <c:pt idx="1011">
                  <c:v>256.580984</c:v>
                </c:pt>
                <c:pt idx="1012">
                  <c:v>258.484554</c:v>
                </c:pt>
                <c:pt idx="1013">
                  <c:v>260.394971</c:v>
                </c:pt>
                <c:pt idx="1014">
                  <c:v>262.312229</c:v>
                </c:pt>
                <c:pt idx="1015">
                  <c:v>264.236320</c:v>
                </c:pt>
                <c:pt idx="1016">
                  <c:v>266.167237</c:v>
                </c:pt>
                <c:pt idx="1017">
                  <c:v>268.104972</c:v>
                </c:pt>
                <c:pt idx="1018">
                  <c:v>270.049517</c:v>
                </c:pt>
                <c:pt idx="1019">
                  <c:v>272.000863</c:v>
                </c:pt>
                <c:pt idx="1020">
                  <c:v>273.959001</c:v>
                </c:pt>
                <c:pt idx="1021">
                  <c:v>275.923921</c:v>
                </c:pt>
                <c:pt idx="1022">
                  <c:v>277.895615</c:v>
                </c:pt>
                <c:pt idx="1023">
                  <c:v>279.874070</c:v>
                </c:pt>
                <c:pt idx="1024">
                  <c:v>281.859278</c:v>
                </c:pt>
                <c:pt idx="1025">
                  <c:v>283.851225</c:v>
                </c:pt>
                <c:pt idx="1026">
                  <c:v>285.849902</c:v>
                </c:pt>
                <c:pt idx="1027">
                  <c:v>287.855296</c:v>
                </c:pt>
                <c:pt idx="1028">
                  <c:v>289.867394</c:v>
                </c:pt>
                <c:pt idx="1029">
                  <c:v>291.886184</c:v>
                </c:pt>
                <c:pt idx="1030">
                  <c:v>293.911653</c:v>
                </c:pt>
                <c:pt idx="1031">
                  <c:v>295.943786</c:v>
                </c:pt>
                <c:pt idx="1032">
                  <c:v>297.982570</c:v>
                </c:pt>
                <c:pt idx="1033">
                  <c:v>300.027990</c:v>
                </c:pt>
                <c:pt idx="1034">
                  <c:v>302.080030</c:v>
                </c:pt>
                <c:pt idx="1035">
                  <c:v>304.138676</c:v>
                </c:pt>
                <c:pt idx="1036">
                  <c:v>306.203912</c:v>
                </c:pt>
                <c:pt idx="1037">
                  <c:v>308.275720</c:v>
                </c:pt>
                <c:pt idx="1038">
                  <c:v>310.354085</c:v>
                </c:pt>
                <c:pt idx="1039">
                  <c:v>312.438988</c:v>
                </c:pt>
                <c:pt idx="1040">
                  <c:v>314.530412</c:v>
                </c:pt>
                <c:pt idx="1041">
                  <c:v>316.628339</c:v>
                </c:pt>
                <c:pt idx="1042">
                  <c:v>318.732749</c:v>
                </c:pt>
                <c:pt idx="1043">
                  <c:v>320.843625</c:v>
                </c:pt>
                <c:pt idx="1044">
                  <c:v>322.960945</c:v>
                </c:pt>
                <c:pt idx="1045">
                  <c:v>325.084690</c:v>
                </c:pt>
                <c:pt idx="1046">
                  <c:v>327.214839</c:v>
                </c:pt>
                <c:pt idx="1047">
                  <c:v>329.351371</c:v>
                </c:pt>
                <c:pt idx="1048">
                  <c:v>331.494264</c:v>
                </c:pt>
                <c:pt idx="1049">
                  <c:v>333.643496</c:v>
                </c:pt>
                <c:pt idx="1050">
                  <c:v>335.799044</c:v>
                </c:pt>
                <c:pt idx="1051">
                  <c:v>337.960885</c:v>
                </c:pt>
                <c:pt idx="1052">
                  <c:v>340.128997</c:v>
                </c:pt>
                <c:pt idx="1053">
                  <c:v>342.303353</c:v>
                </c:pt>
                <c:pt idx="1054">
                  <c:v>344.483930</c:v>
                </c:pt>
                <c:pt idx="1055">
                  <c:v>346.670703</c:v>
                </c:pt>
                <c:pt idx="1056">
                  <c:v>348.863645</c:v>
                </c:pt>
                <c:pt idx="1057">
                  <c:v>351.062731</c:v>
                </c:pt>
                <c:pt idx="1058">
                  <c:v>353.267934</c:v>
                </c:pt>
                <c:pt idx="1059">
                  <c:v>355.479226</c:v>
                </c:pt>
                <c:pt idx="1060">
                  <c:v>357.696580</c:v>
                </c:pt>
                <c:pt idx="1061">
                  <c:v>359.919967</c:v>
                </c:pt>
                <c:pt idx="1062">
                  <c:v>362.149360</c:v>
                </c:pt>
                <c:pt idx="1063">
                  <c:v>364.384727</c:v>
                </c:pt>
                <c:pt idx="1064">
                  <c:v>366.626040</c:v>
                </c:pt>
                <c:pt idx="1065">
                  <c:v>368.873267</c:v>
                </c:pt>
                <c:pt idx="1066">
                  <c:v>371.126379</c:v>
                </c:pt>
                <c:pt idx="1067">
                  <c:v>373.385343</c:v>
                </c:pt>
                <c:pt idx="1068">
                  <c:v>375.650127</c:v>
                </c:pt>
                <c:pt idx="1069">
                  <c:v>377.920699</c:v>
                </c:pt>
                <c:pt idx="1070">
                  <c:v>380.197025</c:v>
                </c:pt>
                <c:pt idx="1071">
                  <c:v>382.479072</c:v>
                </c:pt>
                <c:pt idx="1072">
                  <c:v>384.766806</c:v>
                </c:pt>
                <c:pt idx="1073">
                  <c:v>387.060192</c:v>
                </c:pt>
                <c:pt idx="1074">
                  <c:v>389.359194</c:v>
                </c:pt>
                <c:pt idx="1075">
                  <c:v>391.663776</c:v>
                </c:pt>
                <c:pt idx="1076">
                  <c:v>393.973902</c:v>
                </c:pt>
                <c:pt idx="1077">
                  <c:v>396.289536</c:v>
                </c:pt>
                <c:pt idx="1078">
                  <c:v>398.610638</c:v>
                </c:pt>
                <c:pt idx="1079">
                  <c:v>400.937172</c:v>
                </c:pt>
                <c:pt idx="1080">
                  <c:v>403.269098</c:v>
                </c:pt>
                <c:pt idx="1081">
                  <c:v>405.606377</c:v>
                </c:pt>
                <c:pt idx="1082">
                  <c:v>407.948969</c:v>
                </c:pt>
                <c:pt idx="1083">
                  <c:v>410.296834</c:v>
                </c:pt>
                <c:pt idx="1084">
                  <c:v>412.649931</c:v>
                </c:pt>
                <c:pt idx="1085">
                  <c:v>415.008218</c:v>
                </c:pt>
                <c:pt idx="1086">
                  <c:v>417.371653</c:v>
                </c:pt>
                <c:pt idx="1087">
                  <c:v>419.740193</c:v>
                </c:pt>
                <c:pt idx="1088">
                  <c:v>422.113795</c:v>
                </c:pt>
                <c:pt idx="1089">
                  <c:v>424.492415</c:v>
                </c:pt>
                <c:pt idx="1090">
                  <c:v>426.876009</c:v>
                </c:pt>
                <c:pt idx="1091">
                  <c:v>429.264531</c:v>
                </c:pt>
                <c:pt idx="1092">
                  <c:v>431.657935</c:v>
                </c:pt>
                <c:pt idx="1093">
                  <c:v>434.056177</c:v>
                </c:pt>
                <c:pt idx="1094">
                  <c:v>436.459208</c:v>
                </c:pt>
                <c:pt idx="1095">
                  <c:v>438.866982</c:v>
                </c:pt>
                <c:pt idx="1096">
                  <c:v>441.279450</c:v>
                </c:pt>
                <c:pt idx="1097">
                  <c:v>443.696564</c:v>
                </c:pt>
                <c:pt idx="1098">
                  <c:v>446.118274</c:v>
                </c:pt>
                <c:pt idx="1099">
                  <c:v>448.544532</c:v>
                </c:pt>
                <c:pt idx="1100">
                  <c:v>450.975287</c:v>
                </c:pt>
                <c:pt idx="1101">
                  <c:v>453.410487</c:v>
                </c:pt>
                <c:pt idx="1102">
                  <c:v>455.850082</c:v>
                </c:pt>
                <c:pt idx="1103">
                  <c:v>458.294018</c:v>
                </c:pt>
                <c:pt idx="1104">
                  <c:v>460.742245</c:v>
                </c:pt>
                <c:pt idx="1105">
                  <c:v>463.194708</c:v>
                </c:pt>
                <c:pt idx="1106">
                  <c:v>465.651353</c:v>
                </c:pt>
                <c:pt idx="1107">
                  <c:v>468.112127</c:v>
                </c:pt>
                <c:pt idx="1108">
                  <c:v>470.576974</c:v>
                </c:pt>
                <c:pt idx="1109">
                  <c:v>473.045838</c:v>
                </c:pt>
                <c:pt idx="1110">
                  <c:v>475.518664</c:v>
                </c:pt>
                <c:pt idx="1111">
                  <c:v>477.995394</c:v>
                </c:pt>
                <c:pt idx="1112">
                  <c:v>480.475972</c:v>
                </c:pt>
                <c:pt idx="1113">
                  <c:v>482.960338</c:v>
                </c:pt>
                <c:pt idx="1114">
                  <c:v>485.448436</c:v>
                </c:pt>
                <c:pt idx="1115">
                  <c:v>487.940206</c:v>
                </c:pt>
                <c:pt idx="1116">
                  <c:v>490.435588</c:v>
                </c:pt>
                <c:pt idx="1117">
                  <c:v>492.934521</c:v>
                </c:pt>
                <c:pt idx="1118">
                  <c:v>495.436946</c:v>
                </c:pt>
                <c:pt idx="1119">
                  <c:v>497.942801</c:v>
                </c:pt>
                <c:pt idx="1120">
                  <c:v>500.452023</c:v>
                </c:pt>
                <c:pt idx="1121">
                  <c:v>502.964550</c:v>
                </c:pt>
                <c:pt idx="1122">
                  <c:v>505.480319</c:v>
                </c:pt>
                <c:pt idx="1123">
                  <c:v>507.999266</c:v>
                </c:pt>
                <c:pt idx="1124">
                  <c:v>510.521328</c:v>
                </c:pt>
                <c:pt idx="1125">
                  <c:v>513.046439</c:v>
                </c:pt>
                <c:pt idx="1126">
                  <c:v>515.574533</c:v>
                </c:pt>
                <c:pt idx="1127">
                  <c:v>518.105545</c:v>
                </c:pt>
                <c:pt idx="1128">
                  <c:v>520.639409</c:v>
                </c:pt>
                <c:pt idx="1129">
                  <c:v>523.176057</c:v>
                </c:pt>
                <c:pt idx="1130">
                  <c:v>525.715421</c:v>
                </c:pt>
                <c:pt idx="1131">
                  <c:v>528.257434</c:v>
                </c:pt>
                <c:pt idx="1132">
                  <c:v>530.802026</c:v>
                </c:pt>
                <c:pt idx="1133">
                  <c:v>533.349128</c:v>
                </c:pt>
                <c:pt idx="1134">
                  <c:v>535.898671</c:v>
                </c:pt>
                <c:pt idx="1135">
                  <c:v>538.450584</c:v>
                </c:pt>
                <c:pt idx="1136">
                  <c:v>541.004796</c:v>
                </c:pt>
                <c:pt idx="1137">
                  <c:v>543.561235</c:v>
                </c:pt>
                <c:pt idx="1138">
                  <c:v>546.119829</c:v>
                </c:pt>
                <c:pt idx="1139">
                  <c:v>548.680507</c:v>
                </c:pt>
                <c:pt idx="1140">
                  <c:v>551.243194</c:v>
                </c:pt>
                <c:pt idx="1141">
                  <c:v>553.807818</c:v>
                </c:pt>
                <c:pt idx="1142">
                  <c:v>556.374303</c:v>
                </c:pt>
                <c:pt idx="1143">
                  <c:v>558.942575</c:v>
                </c:pt>
                <c:pt idx="1144">
                  <c:v>561.512560</c:v>
                </c:pt>
                <c:pt idx="1145">
                  <c:v>564.084181</c:v>
                </c:pt>
                <c:pt idx="1146">
                  <c:v>566.657362</c:v>
                </c:pt>
                <c:pt idx="1147">
                  <c:v>569.232026</c:v>
                </c:pt>
                <c:pt idx="1148">
                  <c:v>571.808096</c:v>
                </c:pt>
                <c:pt idx="1149">
                  <c:v>574.385495</c:v>
                </c:pt>
                <c:pt idx="1150">
                  <c:v>576.964144</c:v>
                </c:pt>
                <c:pt idx="1151">
                  <c:v>579.543964</c:v>
                </c:pt>
                <c:pt idx="1152">
                  <c:v>582.124876</c:v>
                </c:pt>
                <c:pt idx="1153">
                  <c:v>584.706800</c:v>
                </c:pt>
                <c:pt idx="1154">
                  <c:v>587.289656</c:v>
                </c:pt>
                <c:pt idx="1155">
                  <c:v>589.873364</c:v>
                </c:pt>
                <c:pt idx="1156">
                  <c:v>592.457842</c:v>
                </c:pt>
                <c:pt idx="1157">
                  <c:v>595.043009</c:v>
                </c:pt>
                <c:pt idx="1158">
                  <c:v>597.628783</c:v>
                </c:pt>
                <c:pt idx="1159">
                  <c:v>600.215080</c:v>
                </c:pt>
                <c:pt idx="1160">
                  <c:v>602.801818</c:v>
                </c:pt>
                <c:pt idx="1161">
                  <c:v>605.388914</c:v>
                </c:pt>
                <c:pt idx="1162">
                  <c:v>607.976284</c:v>
                </c:pt>
                <c:pt idx="1163">
                  <c:v>610.563843</c:v>
                </c:pt>
                <c:pt idx="1164">
                  <c:v>613.151507</c:v>
                </c:pt>
                <c:pt idx="1165">
                  <c:v>615.739190</c:v>
                </c:pt>
                <c:pt idx="1166">
                  <c:v>618.326807</c:v>
                </c:pt>
                <c:pt idx="1167">
                  <c:v>620.914271</c:v>
                </c:pt>
                <c:pt idx="1168">
                  <c:v>623.501497</c:v>
                </c:pt>
                <c:pt idx="1169">
                  <c:v>626.088398</c:v>
                </c:pt>
                <c:pt idx="1170">
                  <c:v>628.674886</c:v>
                </c:pt>
                <c:pt idx="1171">
                  <c:v>631.260873</c:v>
                </c:pt>
                <c:pt idx="1172">
                  <c:v>633.846272</c:v>
                </c:pt>
                <c:pt idx="1173">
                  <c:v>636.430994</c:v>
                </c:pt>
                <c:pt idx="1174">
                  <c:v>639.014951</c:v>
                </c:pt>
                <c:pt idx="1175">
                  <c:v>641.598053</c:v>
                </c:pt>
                <c:pt idx="1176">
                  <c:v>644.180210</c:v>
                </c:pt>
                <c:pt idx="1177">
                  <c:v>646.761334</c:v>
                </c:pt>
                <c:pt idx="1178">
                  <c:v>649.341333</c:v>
                </c:pt>
                <c:pt idx="1179">
                  <c:v>651.920117</c:v>
                </c:pt>
                <c:pt idx="1180">
                  <c:v>654.497596</c:v>
                </c:pt>
                <c:pt idx="1181">
                  <c:v>657.073677</c:v>
                </c:pt>
                <c:pt idx="1182">
                  <c:v>659.648270</c:v>
                </c:pt>
                <c:pt idx="1183">
                  <c:v>662.221283</c:v>
                </c:pt>
                <c:pt idx="1184">
                  <c:v>664.792623</c:v>
                </c:pt>
                <c:pt idx="1185">
                  <c:v>667.362198</c:v>
                </c:pt>
                <c:pt idx="1186">
                  <c:v>669.929915</c:v>
                </c:pt>
                <c:pt idx="1187">
                  <c:v>672.495681</c:v>
                </c:pt>
                <c:pt idx="1188">
                  <c:v>675.059403</c:v>
                </c:pt>
                <c:pt idx="1189">
                  <c:v>677.620987</c:v>
                </c:pt>
                <c:pt idx="1190">
                  <c:v>680.180339</c:v>
                </c:pt>
                <c:pt idx="1191">
                  <c:v>682.737365</c:v>
                </c:pt>
                <c:pt idx="1192">
                  <c:v>685.291971</c:v>
                </c:pt>
                <c:pt idx="1193">
                  <c:v>687.844062</c:v>
                </c:pt>
                <c:pt idx="1194">
                  <c:v>690.393543</c:v>
                </c:pt>
                <c:pt idx="1195">
                  <c:v>692.940319</c:v>
                </c:pt>
                <c:pt idx="1196">
                  <c:v>695.484294</c:v>
                </c:pt>
                <c:pt idx="1197">
                  <c:v>698.025375</c:v>
                </c:pt>
                <c:pt idx="1198">
                  <c:v>700.563463</c:v>
                </c:pt>
                <c:pt idx="1199">
                  <c:v>703.098464</c:v>
                </c:pt>
                <c:pt idx="1200">
                  <c:v>705.630281</c:v>
                </c:pt>
                <c:pt idx="1201">
                  <c:v>708.158819</c:v>
                </c:pt>
                <c:pt idx="1202">
                  <c:v>710.683980</c:v>
                </c:pt>
                <c:pt idx="1203">
                  <c:v>713.205668</c:v>
                </c:pt>
                <c:pt idx="1204">
                  <c:v>715.723786</c:v>
                </c:pt>
                <c:pt idx="1205">
                  <c:v>718.238237</c:v>
                </c:pt>
                <c:pt idx="1206">
                  <c:v>720.748925</c:v>
                </c:pt>
                <c:pt idx="1207">
                  <c:v>723.255751</c:v>
                </c:pt>
                <c:pt idx="1208">
                  <c:v>725.758619</c:v>
                </c:pt>
                <c:pt idx="1209">
                  <c:v>728.257431</c:v>
                </c:pt>
                <c:pt idx="1210">
                  <c:v>730.752089</c:v>
                </c:pt>
                <c:pt idx="1211">
                  <c:v>733.242496</c:v>
                </c:pt>
                <c:pt idx="1212">
                  <c:v>735.728555</c:v>
                </c:pt>
                <c:pt idx="1213">
                  <c:v>738.210167</c:v>
                </c:pt>
                <c:pt idx="1214">
                  <c:v>740.687234</c:v>
                </c:pt>
                <c:pt idx="1215">
                  <c:v>743.159659</c:v>
                </c:pt>
                <c:pt idx="1216">
                  <c:v>745.627343</c:v>
                </c:pt>
                <c:pt idx="1217">
                  <c:v>748.090188</c:v>
                </c:pt>
                <c:pt idx="1218">
                  <c:v>750.548097</c:v>
                </c:pt>
                <c:pt idx="1219">
                  <c:v>753.000971</c:v>
                </c:pt>
                <c:pt idx="1220">
                  <c:v>755.448713</c:v>
                </c:pt>
                <c:pt idx="1221">
                  <c:v>757.891223</c:v>
                </c:pt>
                <c:pt idx="1222">
                  <c:v>760.328404</c:v>
                </c:pt>
                <c:pt idx="1223">
                  <c:v>762.760158</c:v>
                </c:pt>
                <c:pt idx="1224">
                  <c:v>765.186386</c:v>
                </c:pt>
                <c:pt idx="1225">
                  <c:v>767.606991</c:v>
                </c:pt>
                <c:pt idx="1226">
                  <c:v>770.021874</c:v>
                </c:pt>
                <c:pt idx="1227">
                  <c:v>772.430938</c:v>
                </c:pt>
                <c:pt idx="1228">
                  <c:v>774.834085</c:v>
                </c:pt>
                <c:pt idx="1229">
                  <c:v>777.231216</c:v>
                </c:pt>
                <c:pt idx="1230">
                  <c:v>779.622234</c:v>
                </c:pt>
                <c:pt idx="1231">
                  <c:v>782.007042</c:v>
                </c:pt>
                <c:pt idx="1232">
                  <c:v>784.385541</c:v>
                </c:pt>
                <c:pt idx="1233">
                  <c:v>786.757634</c:v>
                </c:pt>
                <c:pt idx="1234">
                  <c:v>789.123224</c:v>
                </c:pt>
                <c:pt idx="1235">
                  <c:v>791.482214</c:v>
                </c:pt>
                <c:pt idx="1236">
                  <c:v>793.834505</c:v>
                </c:pt>
                <c:pt idx="1237">
                  <c:v>796.180002</c:v>
                </c:pt>
                <c:pt idx="1238">
                  <c:v>798.518608</c:v>
                </c:pt>
                <c:pt idx="1239">
                  <c:v>800.850226</c:v>
                </c:pt>
                <c:pt idx="1240">
                  <c:v>803.174758</c:v>
                </c:pt>
                <c:pt idx="1241">
                  <c:v>805.492110</c:v>
                </c:pt>
                <c:pt idx="1242">
                  <c:v>807.802185</c:v>
                </c:pt>
                <c:pt idx="1243">
                  <c:v>810.104886</c:v>
                </c:pt>
                <c:pt idx="1244">
                  <c:v>812.400119</c:v>
                </c:pt>
                <c:pt idx="1245">
                  <c:v>814.687787</c:v>
                </c:pt>
                <c:pt idx="1246">
                  <c:v>816.967795</c:v>
                </c:pt>
                <c:pt idx="1247">
                  <c:v>819.240049</c:v>
                </c:pt>
                <c:pt idx="1248">
                  <c:v>821.504453</c:v>
                </c:pt>
                <c:pt idx="1249">
                  <c:v>823.760913</c:v>
                </c:pt>
                <c:pt idx="1250">
                  <c:v>826.009334</c:v>
                </c:pt>
                <c:pt idx="1251">
                  <c:v>828.249623</c:v>
                </c:pt>
                <c:pt idx="1252">
                  <c:v>830.481685</c:v>
                </c:pt>
                <c:pt idx="1253">
                  <c:v>832.705428</c:v>
                </c:pt>
                <c:pt idx="1254">
                  <c:v>834.920758</c:v>
                </c:pt>
                <c:pt idx="1255">
                  <c:v>837.127582</c:v>
                </c:pt>
                <c:pt idx="1256">
                  <c:v>839.325808</c:v>
                </c:pt>
                <c:pt idx="1257">
                  <c:v>841.515344</c:v>
                </c:pt>
                <c:pt idx="1258">
                  <c:v>843.696097</c:v>
                </c:pt>
                <c:pt idx="1259">
                  <c:v>845.867976</c:v>
                </c:pt>
                <c:pt idx="1260">
                  <c:v>848.030890</c:v>
                </c:pt>
                <c:pt idx="1261">
                  <c:v>850.184749</c:v>
                </c:pt>
                <c:pt idx="1262">
                  <c:v>852.329461</c:v>
                </c:pt>
                <c:pt idx="1263">
                  <c:v>854.464936</c:v>
                </c:pt>
                <c:pt idx="1264">
                  <c:v>856.591086</c:v>
                </c:pt>
                <c:pt idx="1265">
                  <c:v>858.707821</c:v>
                </c:pt>
                <c:pt idx="1266">
                  <c:v>860.815052</c:v>
                </c:pt>
                <c:pt idx="1267">
                  <c:v>862.912690</c:v>
                </c:pt>
                <c:pt idx="1268">
                  <c:v>865.000648</c:v>
                </c:pt>
                <c:pt idx="1269">
                  <c:v>867.078837</c:v>
                </c:pt>
                <c:pt idx="1270">
                  <c:v>869.147172</c:v>
                </c:pt>
                <c:pt idx="1271">
                  <c:v>871.205565</c:v>
                </c:pt>
                <c:pt idx="1272">
                  <c:v>873.253930</c:v>
                </c:pt>
                <c:pt idx="1273">
                  <c:v>875.292181</c:v>
                </c:pt>
                <c:pt idx="1274">
                  <c:v>877.320234</c:v>
                </c:pt>
                <c:pt idx="1275">
                  <c:v>879.338003</c:v>
                </c:pt>
                <c:pt idx="1276">
                  <c:v>881.345403</c:v>
                </c:pt>
                <c:pt idx="1277">
                  <c:v>883.342353</c:v>
                </c:pt>
                <c:pt idx="1278">
                  <c:v>885.328767</c:v>
                </c:pt>
                <c:pt idx="1279">
                  <c:v>887.304564</c:v>
                </c:pt>
                <c:pt idx="1280">
                  <c:v>889.269660</c:v>
                </c:pt>
                <c:pt idx="1281">
                  <c:v>891.223976</c:v>
                </c:pt>
                <c:pt idx="1282">
                  <c:v>893.167429</c:v>
                </c:pt>
                <c:pt idx="1283">
                  <c:v>895.099939</c:v>
                </c:pt>
                <c:pt idx="1284">
                  <c:v>897.021425</c:v>
                </c:pt>
                <c:pt idx="1285">
                  <c:v>898.931810</c:v>
                </c:pt>
                <c:pt idx="1286">
                  <c:v>900.831013</c:v>
                </c:pt>
                <c:pt idx="1287">
                  <c:v>902.718956</c:v>
                </c:pt>
                <c:pt idx="1288">
                  <c:v>904.595563</c:v>
                </c:pt>
                <c:pt idx="1289">
                  <c:v>906.460755</c:v>
                </c:pt>
                <c:pt idx="1290">
                  <c:v>908.314456</c:v>
                </c:pt>
                <c:pt idx="1291">
                  <c:v>910.156591</c:v>
                </c:pt>
                <c:pt idx="1292">
                  <c:v>911.987085</c:v>
                </c:pt>
                <c:pt idx="1293">
                  <c:v>913.805862</c:v>
                </c:pt>
                <c:pt idx="1294">
                  <c:v>915.612849</c:v>
                </c:pt>
                <c:pt idx="1295">
                  <c:v>917.407972</c:v>
                </c:pt>
                <c:pt idx="1296">
                  <c:v>919.191160</c:v>
                </c:pt>
                <c:pt idx="1297">
                  <c:v>920.962339</c:v>
                </c:pt>
                <c:pt idx="1298">
                  <c:v>922.721439</c:v>
                </c:pt>
                <c:pt idx="1299">
                  <c:v>924.468390</c:v>
                </c:pt>
                <c:pt idx="1300">
                  <c:v>926.203120</c:v>
                </c:pt>
                <c:pt idx="1301">
                  <c:v>927.925561</c:v>
                </c:pt>
                <c:pt idx="1302">
                  <c:v>929.635645</c:v>
                </c:pt>
                <c:pt idx="1303">
                  <c:v>931.333303</c:v>
                </c:pt>
                <c:pt idx="1304">
                  <c:v>933.018469</c:v>
                </c:pt>
                <c:pt idx="1305">
                  <c:v>934.691075</c:v>
                </c:pt>
                <c:pt idx="1306">
                  <c:v>936.351057</c:v>
                </c:pt>
                <c:pt idx="1307">
                  <c:v>937.998349</c:v>
                </c:pt>
                <c:pt idx="1308">
                  <c:v>939.632887</c:v>
                </c:pt>
                <c:pt idx="1309">
                  <c:v>941.254607</c:v>
                </c:pt>
                <c:pt idx="1310">
                  <c:v>942.863448</c:v>
                </c:pt>
                <c:pt idx="1311">
                  <c:v>944.459346</c:v>
                </c:pt>
                <c:pt idx="1312">
                  <c:v>946.042240</c:v>
                </c:pt>
                <c:pt idx="1313">
                  <c:v>947.612070</c:v>
                </c:pt>
                <c:pt idx="1314">
                  <c:v>949.168777</c:v>
                </c:pt>
                <c:pt idx="1315">
                  <c:v>950.712301</c:v>
                </c:pt>
                <c:pt idx="1316">
                  <c:v>952.242584</c:v>
                </c:pt>
                <c:pt idx="1317">
                  <c:v>953.759568</c:v>
                </c:pt>
                <c:pt idx="1318">
                  <c:v>955.263198</c:v>
                </c:pt>
                <c:pt idx="1319">
                  <c:v>956.753417</c:v>
                </c:pt>
                <c:pt idx="1320">
                  <c:v>958.230171</c:v>
                </c:pt>
                <c:pt idx="1321">
                  <c:v>959.693404</c:v>
                </c:pt>
                <c:pt idx="1322">
                  <c:v>961.143065</c:v>
                </c:pt>
                <c:pt idx="1323">
                  <c:v>962.579099</c:v>
                </c:pt>
                <c:pt idx="1324">
                  <c:v>964.001456</c:v>
                </c:pt>
                <c:pt idx="1325">
                  <c:v>965.410084</c:v>
                </c:pt>
                <c:pt idx="1326">
                  <c:v>966.804934</c:v>
                </c:pt>
                <c:pt idx="1327">
                  <c:v>968.185956</c:v>
                </c:pt>
                <c:pt idx="1328">
                  <c:v>969.553101</c:v>
                </c:pt>
                <c:pt idx="1329">
                  <c:v>970.906322</c:v>
                </c:pt>
                <c:pt idx="1330">
                  <c:v>972.245573</c:v>
                </c:pt>
                <c:pt idx="1331">
                  <c:v>973.570807</c:v>
                </c:pt>
                <c:pt idx="1332">
                  <c:v>974.881979</c:v>
                </c:pt>
                <c:pt idx="1333">
                  <c:v>976.179045</c:v>
                </c:pt>
                <c:pt idx="1334">
                  <c:v>977.461962</c:v>
                </c:pt>
                <c:pt idx="1335">
                  <c:v>978.730686</c:v>
                </c:pt>
                <c:pt idx="1336">
                  <c:v>979.985178</c:v>
                </c:pt>
                <c:pt idx="1337">
                  <c:v>981.225395</c:v>
                </c:pt>
                <c:pt idx="1338">
                  <c:v>982.451298</c:v>
                </c:pt>
                <c:pt idx="1339">
                  <c:v>983.662848</c:v>
                </c:pt>
                <c:pt idx="1340">
                  <c:v>984.860007</c:v>
                </c:pt>
                <c:pt idx="1341">
                  <c:v>986.042737</c:v>
                </c:pt>
                <c:pt idx="1342">
                  <c:v>987.211002</c:v>
                </c:pt>
                <c:pt idx="1343">
                  <c:v>988.364767</c:v>
                </c:pt>
                <c:pt idx="1344">
                  <c:v>989.503996</c:v>
                </c:pt>
                <c:pt idx="1345">
                  <c:v>990.628657</c:v>
                </c:pt>
                <c:pt idx="1346">
                  <c:v>991.738716</c:v>
                </c:pt>
                <c:pt idx="1347">
                  <c:v>992.834142</c:v>
                </c:pt>
                <c:pt idx="1348">
                  <c:v>993.914903</c:v>
                </c:pt>
                <c:pt idx="1349">
                  <c:v>994.980969</c:v>
                </c:pt>
                <c:pt idx="1350">
                  <c:v>996.032311</c:v>
                </c:pt>
                <c:pt idx="1351">
                  <c:v>997.068901</c:v>
                </c:pt>
                <c:pt idx="1352">
                  <c:v>998.090710</c:v>
                </c:pt>
                <c:pt idx="1353">
                  <c:v>999.097714</c:v>
                </c:pt>
                <c:pt idx="1354">
                  <c:v>1000.089885</c:v>
                </c:pt>
                <c:pt idx="1355">
                  <c:v>1001.067199</c:v>
                </c:pt>
                <c:pt idx="1356">
                  <c:v>1002.029632</c:v>
                </c:pt>
                <c:pt idx="1357">
                  <c:v>1002.977162</c:v>
                </c:pt>
                <c:pt idx="1358">
                  <c:v>1003.909766</c:v>
                </c:pt>
                <c:pt idx="1359">
                  <c:v>1004.827424</c:v>
                </c:pt>
                <c:pt idx="1360">
                  <c:v>1005.730114</c:v>
                </c:pt>
                <c:pt idx="1361">
                  <c:v>1006.617818</c:v>
                </c:pt>
                <c:pt idx="1362">
                  <c:v>1007.490517</c:v>
                </c:pt>
                <c:pt idx="1363">
                  <c:v>1008.348193</c:v>
                </c:pt>
                <c:pt idx="1364">
                  <c:v>1009.190831</c:v>
                </c:pt>
                <c:pt idx="1365">
                  <c:v>1010.018414</c:v>
                </c:pt>
                <c:pt idx="1366">
                  <c:v>1010.830928</c:v>
                </c:pt>
                <c:pt idx="1367">
                  <c:v>1011.628359</c:v>
                </c:pt>
                <c:pt idx="1368">
                  <c:v>1012.410693</c:v>
                </c:pt>
                <c:pt idx="1369">
                  <c:v>1013.177920</c:v>
                </c:pt>
                <c:pt idx="1370">
                  <c:v>1013.930026</c:v>
                </c:pt>
                <c:pt idx="1371">
                  <c:v>1014.667004</c:v>
                </c:pt>
                <c:pt idx="1372">
                  <c:v>1015.388842</c:v>
                </c:pt>
                <c:pt idx="1373">
                  <c:v>1016.095533</c:v>
                </c:pt>
                <c:pt idx="1374">
                  <c:v>1016.787068</c:v>
                </c:pt>
                <c:pt idx="1375">
                  <c:v>1017.463442</c:v>
                </c:pt>
                <c:pt idx="1376">
                  <c:v>1018.124649</c:v>
                </c:pt>
                <c:pt idx="1377">
                  <c:v>1018.770684</c:v>
                </c:pt>
                <c:pt idx="1378">
                  <c:v>1019.401542</c:v>
                </c:pt>
                <c:pt idx="1379">
                  <c:v>1020.017222</c:v>
                </c:pt>
                <c:pt idx="1380">
                  <c:v>1020.617720</c:v>
                </c:pt>
                <c:pt idx="1381">
                  <c:v>1021.203035</c:v>
                </c:pt>
                <c:pt idx="1382">
                  <c:v>1021.773168</c:v>
                </c:pt>
                <c:pt idx="1383">
                  <c:v>1022.328118</c:v>
                </c:pt>
                <c:pt idx="1384">
                  <c:v>1022.867887</c:v>
                </c:pt>
                <c:pt idx="1385">
                  <c:v>1023.392477</c:v>
                </c:pt>
                <c:pt idx="1386">
                  <c:v>1023.901891</c:v>
                </c:pt>
                <c:pt idx="1387">
                  <c:v>1024.396134</c:v>
                </c:pt>
                <c:pt idx="1388">
                  <c:v>1024.875211</c:v>
                </c:pt>
                <c:pt idx="1389">
                  <c:v>1025.339126</c:v>
                </c:pt>
                <c:pt idx="1390">
                  <c:v>1025.787887</c:v>
                </c:pt>
                <c:pt idx="1391">
                  <c:v>1026.221502</c:v>
                </c:pt>
                <c:pt idx="1392">
                  <c:v>1026.639978</c:v>
                </c:pt>
                <c:pt idx="1393">
                  <c:v>1027.043325</c:v>
                </c:pt>
                <c:pt idx="1394">
                  <c:v>1027.431553</c:v>
                </c:pt>
                <c:pt idx="1395">
                  <c:v>1027.804673</c:v>
                </c:pt>
                <c:pt idx="1396">
                  <c:v>1028.162697</c:v>
                </c:pt>
                <c:pt idx="1397">
                  <c:v>1028.505638</c:v>
                </c:pt>
                <c:pt idx="1398">
                  <c:v>1028.833508</c:v>
                </c:pt>
                <c:pt idx="1399">
                  <c:v>1029.146323</c:v>
                </c:pt>
                <c:pt idx="1400">
                  <c:v>1029.444097</c:v>
                </c:pt>
                <c:pt idx="1401">
                  <c:v>1029.726846</c:v>
                </c:pt>
                <c:pt idx="1402">
                  <c:v>1029.994588</c:v>
                </c:pt>
                <c:pt idx="1403">
                  <c:v>1030.247340</c:v>
                </c:pt>
                <c:pt idx="1404">
                  <c:v>1030.485120</c:v>
                </c:pt>
                <c:pt idx="1405">
                  <c:v>1030.707948</c:v>
                </c:pt>
                <c:pt idx="1406">
                  <c:v>1030.915843</c:v>
                </c:pt>
                <c:pt idx="1407">
                  <c:v>1031.108828</c:v>
                </c:pt>
                <c:pt idx="1408">
                  <c:v>1031.286922</c:v>
                </c:pt>
                <c:pt idx="1409">
                  <c:v>1031.450150</c:v>
                </c:pt>
                <c:pt idx="1410">
                  <c:v>1031.598534</c:v>
                </c:pt>
                <c:pt idx="1411">
                  <c:v>1031.732099</c:v>
                </c:pt>
                <c:pt idx="1412">
                  <c:v>1031.850868</c:v>
                </c:pt>
                <c:pt idx="1413">
                  <c:v>1031.954869</c:v>
                </c:pt>
                <c:pt idx="1414">
                  <c:v>1032.044126</c:v>
                </c:pt>
                <c:pt idx="1415">
                  <c:v>1032.118668</c:v>
                </c:pt>
                <c:pt idx="1416">
                  <c:v>1032.178523</c:v>
                </c:pt>
                <c:pt idx="1417">
                  <c:v>1032.223719</c:v>
                </c:pt>
                <c:pt idx="1418">
                  <c:v>1032.254285</c:v>
                </c:pt>
                <c:pt idx="1419">
                  <c:v>1032.270252</c:v>
                </c:pt>
                <c:pt idx="1420">
                  <c:v>1032.271651</c:v>
                </c:pt>
                <c:pt idx="1421">
                  <c:v>1032.258513</c:v>
                </c:pt>
                <c:pt idx="1422">
                  <c:v>1032.230872</c:v>
                </c:pt>
                <c:pt idx="1423">
                  <c:v>1032.188759</c:v>
                </c:pt>
                <c:pt idx="1424">
                  <c:v>1032.132209</c:v>
                </c:pt>
                <c:pt idx="1425">
                  <c:v>1032.061257</c:v>
                </c:pt>
                <c:pt idx="1426">
                  <c:v>1031.975937</c:v>
                </c:pt>
                <c:pt idx="1427">
                  <c:v>1031.876286</c:v>
                </c:pt>
                <c:pt idx="1428">
                  <c:v>1031.762341</c:v>
                </c:pt>
                <c:pt idx="1429">
                  <c:v>1031.634138</c:v>
                </c:pt>
                <c:pt idx="1430">
                  <c:v>1031.491717</c:v>
                </c:pt>
                <c:pt idx="1431">
                  <c:v>1031.335114</c:v>
                </c:pt>
                <c:pt idx="1432">
                  <c:v>1031.164371</c:v>
                </c:pt>
                <c:pt idx="1433">
                  <c:v>1030.979527</c:v>
                </c:pt>
                <c:pt idx="1434">
                  <c:v>1030.780622</c:v>
                </c:pt>
                <c:pt idx="1435">
                  <c:v>1030.567699</c:v>
                </c:pt>
                <c:pt idx="1436">
                  <c:v>1030.340799</c:v>
                </c:pt>
                <c:pt idx="1437">
                  <c:v>1030.099965</c:v>
                </c:pt>
                <c:pt idx="1438">
                  <c:v>1029.845239</c:v>
                </c:pt>
                <c:pt idx="1439">
                  <c:v>1029.576667</c:v>
                </c:pt>
                <c:pt idx="1440">
                  <c:v>1029.294293</c:v>
                </c:pt>
                <c:pt idx="1441">
                  <c:v>1028.998161</c:v>
                </c:pt>
                <c:pt idx="1442">
                  <c:v>1028.688317</c:v>
                </c:pt>
                <c:pt idx="1443">
                  <c:v>1028.364809</c:v>
                </c:pt>
                <c:pt idx="1444">
                  <c:v>1028.027682</c:v>
                </c:pt>
                <c:pt idx="1445">
                  <c:v>1027.676984</c:v>
                </c:pt>
                <c:pt idx="1446">
                  <c:v>1027.312764</c:v>
                </c:pt>
                <c:pt idx="1447">
                  <c:v>1026.935070</c:v>
                </c:pt>
                <c:pt idx="1448">
                  <c:v>1026.543951</c:v>
                </c:pt>
                <c:pt idx="1449">
                  <c:v>1026.139458</c:v>
                </c:pt>
                <c:pt idx="1450">
                  <c:v>1025.721639</c:v>
                </c:pt>
                <c:pt idx="1451">
                  <c:v>1025.290548</c:v>
                </c:pt>
                <c:pt idx="1452">
                  <c:v>1024.846234</c:v>
                </c:pt>
                <c:pt idx="1453">
                  <c:v>1024.388749</c:v>
                </c:pt>
                <c:pt idx="1454">
                  <c:v>1023.918147</c:v>
                </c:pt>
                <c:pt idx="1455">
                  <c:v>1023.434481</c:v>
                </c:pt>
                <c:pt idx="1456">
                  <c:v>1022.937803</c:v>
                </c:pt>
                <c:pt idx="1457">
                  <c:v>1022.428167</c:v>
                </c:pt>
                <c:pt idx="1458">
                  <c:v>1021.905629</c:v>
                </c:pt>
                <c:pt idx="1459">
                  <c:v>1021.370243</c:v>
                </c:pt>
                <c:pt idx="1460">
                  <c:v>1020.822065</c:v>
                </c:pt>
                <c:pt idx="1461">
                  <c:v>1020.261150</c:v>
                </c:pt>
                <c:pt idx="1462">
                  <c:v>1019.687556</c:v>
                </c:pt>
                <c:pt idx="1463">
                  <c:v>1019.101338</c:v>
                </c:pt>
                <c:pt idx="1464">
                  <c:v>1018.502554</c:v>
                </c:pt>
                <c:pt idx="1465">
                  <c:v>1017.891263</c:v>
                </c:pt>
                <c:pt idx="1466">
                  <c:v>1017.267521</c:v>
                </c:pt>
                <c:pt idx="1467">
                  <c:v>1016.631388</c:v>
                </c:pt>
                <c:pt idx="1468">
                  <c:v>1015.982923</c:v>
                </c:pt>
                <c:pt idx="1469">
                  <c:v>1015.322185</c:v>
                </c:pt>
                <c:pt idx="1470">
                  <c:v>1014.649233</c:v>
                </c:pt>
                <c:pt idx="1471">
                  <c:v>1013.964129</c:v>
                </c:pt>
                <c:pt idx="1472">
                  <c:v>1013.266933</c:v>
                </c:pt>
                <c:pt idx="1473">
                  <c:v>1012.557706</c:v>
                </c:pt>
                <c:pt idx="1474">
                  <c:v>1011.836509</c:v>
                </c:pt>
                <c:pt idx="1475">
                  <c:v>1011.103403</c:v>
                </c:pt>
                <c:pt idx="1476">
                  <c:v>1010.358452</c:v>
                </c:pt>
                <c:pt idx="1477">
                  <c:v>1009.601718</c:v>
                </c:pt>
                <c:pt idx="1478">
                  <c:v>1008.833262</c:v>
                </c:pt>
                <c:pt idx="1479">
                  <c:v>1008.053150</c:v>
                </c:pt>
                <c:pt idx="1480">
                  <c:v>1007.261443</c:v>
                </c:pt>
                <c:pt idx="1481">
                  <c:v>1006.458206</c:v>
                </c:pt>
                <c:pt idx="1482">
                  <c:v>1005.643503</c:v>
                </c:pt>
                <c:pt idx="1483">
                  <c:v>1004.817399</c:v>
                </c:pt>
                <c:pt idx="1484">
                  <c:v>1003.979957</c:v>
                </c:pt>
                <c:pt idx="1485">
                  <c:v>1003.131244</c:v>
                </c:pt>
                <c:pt idx="1486">
                  <c:v>1002.271324</c:v>
                </c:pt>
                <c:pt idx="1487">
                  <c:v>1001.400262</c:v>
                </c:pt>
                <c:pt idx="1488">
                  <c:v>1000.518126</c:v>
                </c:pt>
                <c:pt idx="1489">
                  <c:v>999.624981</c:v>
                </c:pt>
                <c:pt idx="1490">
                  <c:v>998.720893</c:v>
                </c:pt>
                <c:pt idx="1491">
                  <c:v>997.805930</c:v>
                </c:pt>
                <c:pt idx="1492">
                  <c:v>996.880157</c:v>
                </c:pt>
                <c:pt idx="1493">
                  <c:v>995.943642</c:v>
                </c:pt>
                <c:pt idx="1494">
                  <c:v>994.996453</c:v>
                </c:pt>
                <c:pt idx="1495">
                  <c:v>994.038656</c:v>
                </c:pt>
                <c:pt idx="1496">
                  <c:v>993.070320</c:v>
                </c:pt>
                <c:pt idx="1497">
                  <c:v>992.091513</c:v>
                </c:pt>
                <c:pt idx="1498">
                  <c:v>991.102303</c:v>
                </c:pt>
                <c:pt idx="1499">
                  <c:v>990.102758</c:v>
                </c:pt>
                <c:pt idx="1500">
                  <c:v>989.092947</c:v>
                </c:pt>
                <c:pt idx="1501">
                  <c:v>988.072939</c:v>
                </c:pt>
                <c:pt idx="1502">
                  <c:v>987.042802</c:v>
                </c:pt>
                <c:pt idx="1503">
                  <c:v>986.002606</c:v>
                </c:pt>
                <c:pt idx="1504">
                  <c:v>984.952420</c:v>
                </c:pt>
                <c:pt idx="1505">
                  <c:v>983.892313</c:v>
                </c:pt>
                <c:pt idx="1506">
                  <c:v>982.822354</c:v>
                </c:pt>
                <c:pt idx="1507">
                  <c:v>981.742615</c:v>
                </c:pt>
                <c:pt idx="1508">
                  <c:v>980.653164</c:v>
                </c:pt>
                <c:pt idx="1509">
                  <c:v>979.554071</c:v>
                </c:pt>
                <c:pt idx="1510">
                  <c:v>978.445406</c:v>
                </c:pt>
                <c:pt idx="1511">
                  <c:v>977.327240</c:v>
                </c:pt>
                <c:pt idx="1512">
                  <c:v>976.199643</c:v>
                </c:pt>
                <c:pt idx="1513">
                  <c:v>975.062685</c:v>
                </c:pt>
                <c:pt idx="1514">
                  <c:v>973.916437</c:v>
                </c:pt>
                <c:pt idx="1515">
                  <c:v>972.760969</c:v>
                </c:pt>
                <c:pt idx="1516">
                  <c:v>971.596352</c:v>
                </c:pt>
                <c:pt idx="1517">
                  <c:v>970.422656</c:v>
                </c:pt>
                <c:pt idx="1518">
                  <c:v>969.239953</c:v>
                </c:pt>
                <c:pt idx="1519">
                  <c:v>968.048313</c:v>
                </c:pt>
                <c:pt idx="1520">
                  <c:v>966.847807</c:v>
                </c:pt>
                <c:pt idx="1521">
                  <c:v>965.638507</c:v>
                </c:pt>
                <c:pt idx="1522">
                  <c:v>964.420482</c:v>
                </c:pt>
                <c:pt idx="1523">
                  <c:v>963.193805</c:v>
                </c:pt>
                <c:pt idx="1524">
                  <c:v>961.958546</c:v>
                </c:pt>
                <c:pt idx="1525">
                  <c:v>960.714776</c:v>
                </c:pt>
                <c:pt idx="1526">
                  <c:v>959.462566</c:v>
                </c:pt>
                <c:pt idx="1527">
                  <c:v>958.201988</c:v>
                </c:pt>
                <c:pt idx="1528">
                  <c:v>956.933113</c:v>
                </c:pt>
                <c:pt idx="1529">
                  <c:v>955.656011</c:v>
                </c:pt>
                <c:pt idx="1530">
                  <c:v>954.370754</c:v>
                </c:pt>
                <c:pt idx="1531">
                  <c:v>953.077413</c:v>
                </c:pt>
                <c:pt idx="1532">
                  <c:v>951.776059</c:v>
                </c:pt>
                <c:pt idx="1533">
                  <c:v>950.466764</c:v>
                </c:pt>
                <c:pt idx="1534">
                  <c:v>949.149597</c:v>
                </c:pt>
                <c:pt idx="1535">
                  <c:v>947.824631</c:v>
                </c:pt>
                <c:pt idx="1536">
                  <c:v>946.491935</c:v>
                </c:pt>
                <c:pt idx="1537">
                  <c:v>945.151582</c:v>
                </c:pt>
                <c:pt idx="1538">
                  <c:v>943.803642</c:v>
                </c:pt>
                <c:pt idx="1539">
                  <c:v>942.448186</c:v>
                </c:pt>
                <c:pt idx="1540">
                  <c:v>941.085284</c:v>
                </c:pt>
                <c:pt idx="1541">
                  <c:v>939.715008</c:v>
                </c:pt>
                <c:pt idx="1542">
                  <c:v>938.337427</c:v>
                </c:pt>
                <c:pt idx="1543">
                  <c:v>936.952613</c:v>
                </c:pt>
                <c:pt idx="1544">
                  <c:v>935.560636</c:v>
                </c:pt>
                <c:pt idx="1545">
                  <c:v>934.161567</c:v>
                </c:pt>
                <c:pt idx="1546">
                  <c:v>932.755475</c:v>
                </c:pt>
                <c:pt idx="1547">
                  <c:v>931.342431</c:v>
                </c:pt>
                <c:pt idx="1548">
                  <c:v>929.922505</c:v>
                </c:pt>
                <c:pt idx="1549">
                  <c:v>928.495767</c:v>
                </c:pt>
                <c:pt idx="1550">
                  <c:v>927.062288</c:v>
                </c:pt>
                <c:pt idx="1551">
                  <c:v>925.622136</c:v>
                </c:pt>
                <c:pt idx="1552">
                  <c:v>924.175381</c:v>
                </c:pt>
                <c:pt idx="1553">
                  <c:v>922.722094</c:v>
                </c:pt>
                <c:pt idx="1554">
                  <c:v>921.262343</c:v>
                </c:pt>
                <c:pt idx="1555">
                  <c:v>919.796198</c:v>
                </c:pt>
                <c:pt idx="1556">
                  <c:v>918.323728</c:v>
                </c:pt>
                <c:pt idx="1557">
                  <c:v>916.845002</c:v>
                </c:pt>
                <c:pt idx="1558">
                  <c:v>915.360089</c:v>
                </c:pt>
                <c:pt idx="1559">
                  <c:v>913.869058</c:v>
                </c:pt>
                <c:pt idx="1560">
                  <c:v>912.371977</c:v>
                </c:pt>
                <c:pt idx="1561">
                  <c:v>910.868915</c:v>
                </c:pt>
                <c:pt idx="1562">
                  <c:v>909.359939</c:v>
                </c:pt>
                <c:pt idx="1563">
                  <c:v>907.845119</c:v>
                </c:pt>
                <c:pt idx="1564">
                  <c:v>906.324522</c:v>
                </c:pt>
                <c:pt idx="1565">
                  <c:v>904.798216</c:v>
                </c:pt>
                <c:pt idx="1566">
                  <c:v>903.266269</c:v>
                </c:pt>
                <c:pt idx="1567">
                  <c:v>901.728747</c:v>
                </c:pt>
                <c:pt idx="1568">
                  <c:v>900.185719</c:v>
                </c:pt>
                <c:pt idx="1569">
                  <c:v>898.637251</c:v>
                </c:pt>
                <c:pt idx="1570">
                  <c:v>897.083410</c:v>
                </c:pt>
                <c:pt idx="1571">
                  <c:v>895.524263</c:v>
                </c:pt>
                <c:pt idx="1572">
                  <c:v>893.959876</c:v>
                </c:pt>
                <c:pt idx="1573">
                  <c:v>892.390316</c:v>
                </c:pt>
                <c:pt idx="1574">
                  <c:v>890.815649</c:v>
                </c:pt>
                <c:pt idx="1575">
                  <c:v>889.235941</c:v>
                </c:pt>
                <c:pt idx="1576">
                  <c:v>887.651257</c:v>
                </c:pt>
                <c:pt idx="1577">
                  <c:v>886.061663</c:v>
                </c:pt>
                <c:pt idx="1578">
                  <c:v>884.467224</c:v>
                </c:pt>
                <c:pt idx="1579">
                  <c:v>882.868005</c:v>
                </c:pt>
                <c:pt idx="1580">
                  <c:v>881.264071</c:v>
                </c:pt>
                <c:pt idx="1581">
                  <c:v>879.655487</c:v>
                </c:pt>
                <c:pt idx="1582">
                  <c:v>878.042317</c:v>
                </c:pt>
                <c:pt idx="1583">
                  <c:v>876.424626</c:v>
                </c:pt>
                <c:pt idx="1584">
                  <c:v>874.802476</c:v>
                </c:pt>
                <c:pt idx="1585">
                  <c:v>873.175932</c:v>
                </c:pt>
                <c:pt idx="1586">
                  <c:v>871.545058</c:v>
                </c:pt>
                <c:pt idx="1587">
                  <c:v>869.909916</c:v>
                </c:pt>
                <c:pt idx="1588">
                  <c:v>868.270570</c:v>
                </c:pt>
                <c:pt idx="1589">
                  <c:v>866.627082</c:v>
                </c:pt>
                <c:pt idx="1590">
                  <c:v>864.979514</c:v>
                </c:pt>
                <c:pt idx="1591">
                  <c:v>863.327930</c:v>
                </c:pt>
                <c:pt idx="1592">
                  <c:v>861.672391</c:v>
                </c:pt>
                <c:pt idx="1593">
                  <c:v>860.012958</c:v>
                </c:pt>
                <c:pt idx="1594">
                  <c:v>858.349694</c:v>
                </c:pt>
                <c:pt idx="1595">
                  <c:v>856.682659</c:v>
                </c:pt>
                <c:pt idx="1596">
                  <c:v>855.011915</c:v>
                </c:pt>
                <c:pt idx="1597">
                  <c:v>853.337522</c:v>
                </c:pt>
                <c:pt idx="1598">
                  <c:v>851.659540</c:v>
                </c:pt>
                <c:pt idx="1599">
                  <c:v>849.978031</c:v>
                </c:pt>
                <c:pt idx="1600">
                  <c:v>848.293053</c:v>
                </c:pt>
                <c:pt idx="1601">
                  <c:v>846.604666</c:v>
                </c:pt>
                <c:pt idx="1602">
                  <c:v>844.912931</c:v>
                </c:pt>
                <c:pt idx="1603">
                  <c:v>843.217905</c:v>
                </c:pt>
                <c:pt idx="1604">
                  <c:v>841.519648</c:v>
                </c:pt>
                <c:pt idx="1605">
                  <c:v>839.818219</c:v>
                </c:pt>
                <c:pt idx="1606">
                  <c:v>838.113675</c:v>
                </c:pt>
                <c:pt idx="1607">
                  <c:v>836.406075</c:v>
                </c:pt>
                <c:pt idx="1608">
                  <c:v>834.695477</c:v>
                </c:pt>
                <c:pt idx="1609">
                  <c:v>832.981937</c:v>
                </c:pt>
                <c:pt idx="1610">
                  <c:v>831.265513</c:v>
                </c:pt>
                <c:pt idx="1611">
                  <c:v>829.546262</c:v>
                </c:pt>
                <c:pt idx="1612">
                  <c:v>827.824241</c:v>
                </c:pt>
                <c:pt idx="1613">
                  <c:v>826.099506</c:v>
                </c:pt>
                <c:pt idx="1614">
                  <c:v>824.372113</c:v>
                </c:pt>
                <c:pt idx="1615">
                  <c:v>822.642117</c:v>
                </c:pt>
                <c:pt idx="1616">
                  <c:v>820.909574</c:v>
                </c:pt>
                <c:pt idx="1617">
                  <c:v>819.174540</c:v>
                </c:pt>
                <c:pt idx="1618">
                  <c:v>817.437069</c:v>
                </c:pt>
                <c:pt idx="1619">
                  <c:v>815.697216</c:v>
                </c:pt>
                <c:pt idx="1620">
                  <c:v>813.955035</c:v>
                </c:pt>
                <c:pt idx="1621">
                  <c:v>812.210580</c:v>
                </c:pt>
                <c:pt idx="1622">
                  <c:v>810.463905</c:v>
                </c:pt>
                <c:pt idx="1623">
                  <c:v>808.715063</c:v>
                </c:pt>
                <c:pt idx="1624">
                  <c:v>806.964107</c:v>
                </c:pt>
                <c:pt idx="1625">
                  <c:v>805.211090</c:v>
                </c:pt>
                <c:pt idx="1626">
                  <c:v>803.456065</c:v>
                </c:pt>
                <c:pt idx="1627">
                  <c:v>801.699084</c:v>
                </c:pt>
                <c:pt idx="1628">
                  <c:v>799.940199</c:v>
                </c:pt>
                <c:pt idx="1629">
                  <c:v>798.179461</c:v>
                </c:pt>
                <c:pt idx="1630">
                  <c:v>796.416922</c:v>
                </c:pt>
                <c:pt idx="1631">
                  <c:v>794.652632</c:v>
                </c:pt>
                <c:pt idx="1632">
                  <c:v>792.886643</c:v>
                </c:pt>
                <c:pt idx="1633">
                  <c:v>791.119005</c:v>
                </c:pt>
                <c:pt idx="1634">
                  <c:v>789.349768</c:v>
                </c:pt>
                <c:pt idx="1635">
                  <c:v>787.578982</c:v>
                </c:pt>
                <c:pt idx="1636">
                  <c:v>785.806696</c:v>
                </c:pt>
                <c:pt idx="1637">
                  <c:v>784.032959</c:v>
                </c:pt>
                <c:pt idx="1638">
                  <c:v>782.257821</c:v>
                </c:pt>
                <c:pt idx="1639">
                  <c:v>780.481330</c:v>
                </c:pt>
                <c:pt idx="1640">
                  <c:v>778.703534</c:v>
                </c:pt>
                <c:pt idx="1641">
                  <c:v>776.924482</c:v>
                </c:pt>
                <c:pt idx="1642">
                  <c:v>775.144220</c:v>
                </c:pt>
                <c:pt idx="1643">
                  <c:v>773.362797</c:v>
                </c:pt>
                <c:pt idx="1644">
                  <c:v>771.580259</c:v>
                </c:pt>
                <c:pt idx="1645">
                  <c:v>769.796653</c:v>
                </c:pt>
                <c:pt idx="1646">
                  <c:v>768.012026</c:v>
                </c:pt>
                <c:pt idx="1647">
                  <c:v>766.226424</c:v>
                </c:pt>
                <c:pt idx="1648">
                  <c:v>764.439893</c:v>
                </c:pt>
                <c:pt idx="1649">
                  <c:v>762.652477</c:v>
                </c:pt>
                <c:pt idx="1650">
                  <c:v>760.864223</c:v>
                </c:pt>
                <c:pt idx="1651">
                  <c:v>759.075176</c:v>
                </c:pt>
                <c:pt idx="1652">
                  <c:v>757.285380</c:v>
                </c:pt>
                <c:pt idx="1653">
                  <c:v>755.494878</c:v>
                </c:pt>
                <c:pt idx="1654">
                  <c:v>753.703717</c:v>
                </c:pt>
                <c:pt idx="1655">
                  <c:v>751.911938</c:v>
                </c:pt>
                <c:pt idx="1656">
                  <c:v>750.119586</c:v>
                </c:pt>
                <c:pt idx="1657">
                  <c:v>748.326704</c:v>
                </c:pt>
                <c:pt idx="1658">
                  <c:v>746.533334</c:v>
                </c:pt>
                <c:pt idx="1659">
                  <c:v>744.739519</c:v>
                </c:pt>
                <c:pt idx="1660">
                  <c:v>742.945302</c:v>
                </c:pt>
                <c:pt idx="1661">
                  <c:v>741.150723</c:v>
                </c:pt>
                <c:pt idx="1662">
                  <c:v>739.355825</c:v>
                </c:pt>
                <c:pt idx="1663">
                  <c:v>737.560650</c:v>
                </c:pt>
                <c:pt idx="1664">
                  <c:v>735.765237</c:v>
                </c:pt>
                <c:pt idx="1665">
                  <c:v>733.969628</c:v>
                </c:pt>
                <c:pt idx="1666">
                  <c:v>732.173863</c:v>
                </c:pt>
                <c:pt idx="1667">
                  <c:v>730.377982</c:v>
                </c:pt>
                <c:pt idx="1668">
                  <c:v>728.582026</c:v>
                </c:pt>
                <c:pt idx="1669">
                  <c:v>726.786033</c:v>
                </c:pt>
                <c:pt idx="1670">
                  <c:v>724.990043</c:v>
                </c:pt>
                <c:pt idx="1671">
                  <c:v>723.194094</c:v>
                </c:pt>
                <c:pt idx="1672">
                  <c:v>721.398226</c:v>
                </c:pt>
                <c:pt idx="1673">
                  <c:v>719.602476</c:v>
                </c:pt>
                <c:pt idx="1674">
                  <c:v>717.806884</c:v>
                </c:pt>
                <c:pt idx="1675">
                  <c:v>716.011485</c:v>
                </c:pt>
                <c:pt idx="1676">
                  <c:v>714.216318</c:v>
                </c:pt>
                <c:pt idx="1677">
                  <c:v>712.421421</c:v>
                </c:pt>
                <c:pt idx="1678">
                  <c:v>710.626829</c:v>
                </c:pt>
                <c:pt idx="1679">
                  <c:v>708.832580</c:v>
                </c:pt>
                <c:pt idx="1680">
                  <c:v>707.038709</c:v>
                </c:pt>
                <c:pt idx="1681">
                  <c:v>705.245253</c:v>
                </c:pt>
                <c:pt idx="1682">
                  <c:v>703.452247</c:v>
                </c:pt>
                <c:pt idx="1683">
                  <c:v>701.659727</c:v>
                </c:pt>
                <c:pt idx="1684">
                  <c:v>699.867728</c:v>
                </c:pt>
                <c:pt idx="1685">
                  <c:v>698.076285</c:v>
                </c:pt>
                <c:pt idx="1686">
                  <c:v>696.285432</c:v>
                </c:pt>
                <c:pt idx="1687">
                  <c:v>694.495203</c:v>
                </c:pt>
                <c:pt idx="1688">
                  <c:v>692.705633</c:v>
                </c:pt>
                <c:pt idx="1689">
                  <c:v>690.916755</c:v>
                </c:pt>
                <c:pt idx="1690">
                  <c:v>689.128603</c:v>
                </c:pt>
                <c:pt idx="1691">
                  <c:v>687.341210</c:v>
                </c:pt>
                <c:pt idx="1692">
                  <c:v>685.554608</c:v>
                </c:pt>
                <c:pt idx="1693">
                  <c:v>683.768830</c:v>
                </c:pt>
                <c:pt idx="1694">
                  <c:v>681.983908</c:v>
                </c:pt>
                <c:pt idx="1695">
                  <c:v>680.199875</c:v>
                </c:pt>
                <c:pt idx="1696">
                  <c:v>678.416762</c:v>
                </c:pt>
                <c:pt idx="1697">
                  <c:v>676.634601</c:v>
                </c:pt>
                <c:pt idx="1698">
                  <c:v>674.853422</c:v>
                </c:pt>
                <c:pt idx="1699">
                  <c:v>673.073258</c:v>
                </c:pt>
                <c:pt idx="1700">
                  <c:v>671.294137</c:v>
                </c:pt>
                <c:pt idx="1701">
                  <c:v>669.516091</c:v>
                </c:pt>
                <c:pt idx="1702">
                  <c:v>667.739150</c:v>
                </c:pt>
                <c:pt idx="1703">
                  <c:v>665.963344</c:v>
                </c:pt>
                <c:pt idx="1704">
                  <c:v>664.188702</c:v>
                </c:pt>
                <c:pt idx="1705">
                  <c:v>662.415253</c:v>
                </c:pt>
                <c:pt idx="1706">
                  <c:v>660.643027</c:v>
                </c:pt>
                <c:pt idx="1707">
                  <c:v>658.872052</c:v>
                </c:pt>
                <c:pt idx="1708">
                  <c:v>657.102357</c:v>
                </c:pt>
                <c:pt idx="1709">
                  <c:v>655.333969</c:v>
                </c:pt>
                <c:pt idx="1710">
                  <c:v>653.566918</c:v>
                </c:pt>
                <c:pt idx="1711">
                  <c:v>651.801230</c:v>
                </c:pt>
                <c:pt idx="1712">
                  <c:v>650.036933</c:v>
                </c:pt>
                <c:pt idx="1713">
                  <c:v>648.274055</c:v>
                </c:pt>
                <c:pt idx="1714">
                  <c:v>646.512622</c:v>
                </c:pt>
                <c:pt idx="1715">
                  <c:v>644.752660</c:v>
                </c:pt>
                <c:pt idx="1716">
                  <c:v>642.994197</c:v>
                </c:pt>
                <c:pt idx="1717">
                  <c:v>641.237258</c:v>
                </c:pt>
                <c:pt idx="1718">
                  <c:v>639.481869</c:v>
                </c:pt>
                <c:pt idx="1719">
                  <c:v>637.728057</c:v>
                </c:pt>
                <c:pt idx="1720">
                  <c:v>635.975845</c:v>
                </c:pt>
                <c:pt idx="1721">
                  <c:v>634.225261</c:v>
                </c:pt>
                <c:pt idx="1722">
                  <c:v>632.476327</c:v>
                </c:pt>
                <c:pt idx="1723">
                  <c:v>630.729070</c:v>
                </c:pt>
                <c:pt idx="1724">
                  <c:v>628.983513</c:v>
                </c:pt>
                <c:pt idx="1725">
                  <c:v>627.239681</c:v>
                </c:pt>
                <c:pt idx="1726">
                  <c:v>625.497597</c:v>
                </c:pt>
                <c:pt idx="1727">
                  <c:v>623.757286</c:v>
                </c:pt>
                <c:pt idx="1728">
                  <c:v>622.018770</c:v>
                </c:pt>
                <c:pt idx="1729">
                  <c:v>620.282074</c:v>
                </c:pt>
                <c:pt idx="1730">
                  <c:v>618.547219</c:v>
                </c:pt>
                <c:pt idx="1731">
                  <c:v>616.814228</c:v>
                </c:pt>
                <c:pt idx="1732">
                  <c:v>615.083125</c:v>
                </c:pt>
                <c:pt idx="1733">
                  <c:v>613.353931</c:v>
                </c:pt>
                <c:pt idx="1734">
                  <c:v>611.626668</c:v>
                </c:pt>
                <c:pt idx="1735">
                  <c:v>609.901358</c:v>
                </c:pt>
                <c:pt idx="1736">
                  <c:v>608.178023</c:v>
                </c:pt>
                <c:pt idx="1737">
                  <c:v>606.456684</c:v>
                </c:pt>
                <c:pt idx="1738">
                  <c:v>604.737361</c:v>
                </c:pt>
                <c:pt idx="1739">
                  <c:v>603.020077</c:v>
                </c:pt>
                <c:pt idx="1740">
                  <c:v>601.304851</c:v>
                </c:pt>
                <c:pt idx="1741">
                  <c:v>599.591704</c:v>
                </c:pt>
                <c:pt idx="1742">
                  <c:v>597.880656</c:v>
                </c:pt>
                <c:pt idx="1743">
                  <c:v>596.171728</c:v>
                </c:pt>
                <c:pt idx="1744">
                  <c:v>594.464938</c:v>
                </c:pt>
                <c:pt idx="1745">
                  <c:v>592.760306</c:v>
                </c:pt>
                <c:pt idx="1746">
                  <c:v>591.057852</c:v>
                </c:pt>
                <c:pt idx="1747">
                  <c:v>589.357594</c:v>
                </c:pt>
                <c:pt idx="1748">
                  <c:v>587.659553</c:v>
                </c:pt>
                <c:pt idx="1749">
                  <c:v>585.963745</c:v>
                </c:pt>
                <c:pt idx="1750">
                  <c:v>584.270190</c:v>
                </c:pt>
                <c:pt idx="1751">
                  <c:v>582.578905</c:v>
                </c:pt>
                <c:pt idx="1752">
                  <c:v>580.889910</c:v>
                </c:pt>
                <c:pt idx="1753">
                  <c:v>579.203221</c:v>
                </c:pt>
                <c:pt idx="1754">
                  <c:v>577.518857</c:v>
                </c:pt>
                <c:pt idx="1755">
                  <c:v>575.836833</c:v>
                </c:pt>
                <c:pt idx="1756">
                  <c:v>574.157169</c:v>
                </c:pt>
                <c:pt idx="1757">
                  <c:v>572.479881</c:v>
                </c:pt>
                <c:pt idx="1758">
                  <c:v>570.804984</c:v>
                </c:pt>
                <c:pt idx="1759">
                  <c:v>569.132497</c:v>
                </c:pt>
                <c:pt idx="1760">
                  <c:v>567.462435</c:v>
                </c:pt>
                <c:pt idx="1761">
                  <c:v>565.794815</c:v>
                </c:pt>
                <c:pt idx="1762">
                  <c:v>564.129652</c:v>
                </c:pt>
                <c:pt idx="1763">
                  <c:v>562.466963</c:v>
                </c:pt>
                <c:pt idx="1764">
                  <c:v>560.806762</c:v>
                </c:pt>
                <c:pt idx="1765">
                  <c:v>559.149065</c:v>
                </c:pt>
                <c:pt idx="1766">
                  <c:v>557.493888</c:v>
                </c:pt>
                <c:pt idx="1767">
                  <c:v>555.841244</c:v>
                </c:pt>
                <c:pt idx="1768">
                  <c:v>554.191150</c:v>
                </c:pt>
                <c:pt idx="1769">
                  <c:v>552.543620</c:v>
                </c:pt>
                <c:pt idx="1770">
                  <c:v>550.898667</c:v>
                </c:pt>
                <c:pt idx="1771">
                  <c:v>549.256307</c:v>
                </c:pt>
                <c:pt idx="1772">
                  <c:v>547.616552</c:v>
                </c:pt>
                <c:pt idx="1773">
                  <c:v>545.979418</c:v>
                </c:pt>
                <c:pt idx="1774">
                  <c:v>544.344918</c:v>
                </c:pt>
                <c:pt idx="1775">
                  <c:v>542.713064</c:v>
                </c:pt>
                <c:pt idx="1776">
                  <c:v>541.083872</c:v>
                </c:pt>
                <c:pt idx="1777">
                  <c:v>539.457352</c:v>
                </c:pt>
                <c:pt idx="1778">
                  <c:v>537.833519</c:v>
                </c:pt>
                <c:pt idx="1779">
                  <c:v>536.212386</c:v>
                </c:pt>
                <c:pt idx="1780">
                  <c:v>534.593964</c:v>
                </c:pt>
                <c:pt idx="1781">
                  <c:v>532.978266</c:v>
                </c:pt>
                <c:pt idx="1782">
                  <c:v>531.365304</c:v>
                </c:pt>
                <c:pt idx="1783">
                  <c:v>529.755091</c:v>
                </c:pt>
                <c:pt idx="1784">
                  <c:v>528.147638</c:v>
                </c:pt>
                <c:pt idx="1785">
                  <c:v>526.542957</c:v>
                </c:pt>
                <c:pt idx="1786">
                  <c:v>524.941059</c:v>
                </c:pt>
                <c:pt idx="1787">
                  <c:v>523.341956</c:v>
                </c:pt>
                <c:pt idx="1788">
                  <c:v>521.745659</c:v>
                </c:pt>
                <c:pt idx="1789">
                  <c:v>520.152178</c:v>
                </c:pt>
                <c:pt idx="1790">
                  <c:v>518.561526</c:v>
                </c:pt>
                <c:pt idx="1791">
                  <c:v>516.973712</c:v>
                </c:pt>
                <c:pt idx="1792">
                  <c:v>515.388747</c:v>
                </c:pt>
                <c:pt idx="1793">
                  <c:v>513.806641</c:v>
                </c:pt>
                <c:pt idx="1794">
                  <c:v>512.227405</c:v>
                </c:pt>
                <c:pt idx="1795">
                  <c:v>510.651048</c:v>
                </c:pt>
                <c:pt idx="1796">
                  <c:v>509.077580</c:v>
                </c:pt>
                <c:pt idx="1797">
                  <c:v>507.507012</c:v>
                </c:pt>
                <c:pt idx="1798">
                  <c:v>505.939352</c:v>
                </c:pt>
                <c:pt idx="1799">
                  <c:v>504.374610</c:v>
                </c:pt>
                <c:pt idx="1800">
                  <c:v>502.812796</c:v>
                </c:pt>
                <c:pt idx="1801">
                  <c:v>501.253918</c:v>
                </c:pt>
                <c:pt idx="1802">
                  <c:v>499.697985</c:v>
                </c:pt>
                <c:pt idx="1803">
                  <c:v>498.145006</c:v>
                </c:pt>
                <c:pt idx="1804">
                  <c:v>496.594989</c:v>
                </c:pt>
                <c:pt idx="1805">
                  <c:v>495.047944</c:v>
                </c:pt>
                <c:pt idx="1806">
                  <c:v>493.503878</c:v>
                </c:pt>
                <c:pt idx="1807">
                  <c:v>491.962800</c:v>
                </c:pt>
                <c:pt idx="1808">
                  <c:v>490.424718</c:v>
                </c:pt>
                <c:pt idx="1809">
                  <c:v>488.889639</c:v>
                </c:pt>
                <c:pt idx="1810">
                  <c:v>487.357572</c:v>
                </c:pt>
                <c:pt idx="1811">
                  <c:v>485.828523</c:v>
                </c:pt>
                <c:pt idx="1812">
                  <c:v>484.302501</c:v>
                </c:pt>
                <c:pt idx="1813">
                  <c:v>482.779512</c:v>
                </c:pt>
                <c:pt idx="1814">
                  <c:v>481.259565</c:v>
                </c:pt>
                <c:pt idx="1815">
                  <c:v>479.742665</c:v>
                </c:pt>
                <c:pt idx="1816">
                  <c:v>478.228820</c:v>
                </c:pt>
                <c:pt idx="1817">
                  <c:v>476.718037</c:v>
                </c:pt>
                <c:pt idx="1818">
                  <c:v>475.210322</c:v>
                </c:pt>
                <c:pt idx="1819">
                  <c:v>473.705681</c:v>
                </c:pt>
                <c:pt idx="1820">
                  <c:v>472.204122</c:v>
                </c:pt>
                <c:pt idx="1821">
                  <c:v>470.705650</c:v>
                </c:pt>
                <c:pt idx="1822">
                  <c:v>469.210271</c:v>
                </c:pt>
                <c:pt idx="1823">
                  <c:v>467.717992</c:v>
                </c:pt>
                <c:pt idx="1824">
                  <c:v>466.228818</c:v>
                </c:pt>
                <c:pt idx="1825">
                  <c:v>464.742755</c:v>
                </c:pt>
                <c:pt idx="1826">
                  <c:v>463.259808</c:v>
                </c:pt>
                <c:pt idx="1827">
                  <c:v>461.779983</c:v>
                </c:pt>
                <c:pt idx="1828">
                  <c:v>460.303285</c:v>
                </c:pt>
                <c:pt idx="1829">
                  <c:v>458.829720</c:v>
                </c:pt>
                <c:pt idx="1830">
                  <c:v>457.359293</c:v>
                </c:pt>
                <c:pt idx="1831">
                  <c:v>455.892008</c:v>
                </c:pt>
                <c:pt idx="1832">
                  <c:v>454.427870</c:v>
                </c:pt>
                <c:pt idx="1833">
                  <c:v>452.966884</c:v>
                </c:pt>
                <c:pt idx="1834">
                  <c:v>451.509055</c:v>
                </c:pt>
                <c:pt idx="1835">
                  <c:v>450.054387</c:v>
                </c:pt>
                <c:pt idx="1836">
                  <c:v>448.602885</c:v>
                </c:pt>
                <c:pt idx="1837">
                  <c:v>447.154552</c:v>
                </c:pt>
                <c:pt idx="1838">
                  <c:v>445.709393</c:v>
                </c:pt>
                <c:pt idx="1839">
                  <c:v>444.267412</c:v>
                </c:pt>
                <c:pt idx="1840">
                  <c:v>442.828613</c:v>
                </c:pt>
                <c:pt idx="1841">
                  <c:v>441.392999</c:v>
                </c:pt>
                <c:pt idx="1842">
                  <c:v>439.960575</c:v>
                </c:pt>
                <c:pt idx="1843">
                  <c:v>438.531343</c:v>
                </c:pt>
                <c:pt idx="1844">
                  <c:v>437.105307</c:v>
                </c:pt>
                <c:pt idx="1845">
                  <c:v>435.682471</c:v>
                </c:pt>
                <c:pt idx="1846">
                  <c:v>434.262838</c:v>
                </c:pt>
                <c:pt idx="1847">
                  <c:v>432.846410</c:v>
                </c:pt>
                <c:pt idx="1848">
                  <c:v>431.433192</c:v>
                </c:pt>
                <c:pt idx="1849">
                  <c:v>430.023185</c:v>
                </c:pt>
                <c:pt idx="1850">
                  <c:v>428.616393</c:v>
                </c:pt>
                <c:pt idx="1851">
                  <c:v>427.212818</c:v>
                </c:pt>
                <c:pt idx="1852">
                  <c:v>425.812463</c:v>
                </c:pt>
                <c:pt idx="1853">
                  <c:v>424.415331</c:v>
                </c:pt>
                <c:pt idx="1854">
                  <c:v>423.021424</c:v>
                </c:pt>
                <c:pt idx="1855">
                  <c:v>421.630743</c:v>
                </c:pt>
                <c:pt idx="1856">
                  <c:v>420.243292</c:v>
                </c:pt>
                <c:pt idx="1857">
                  <c:v>418.859072</c:v>
                </c:pt>
                <c:pt idx="1858">
                  <c:v>417.478086</c:v>
                </c:pt>
                <c:pt idx="1859">
                  <c:v>416.100335</c:v>
                </c:pt>
                <c:pt idx="1860">
                  <c:v>414.725821</c:v>
                </c:pt>
                <c:pt idx="1861">
                  <c:v>413.354546</c:v>
                </c:pt>
                <c:pt idx="1862">
                  <c:v>411.986511</c:v>
                </c:pt>
                <c:pt idx="1863">
                  <c:v>410.621718</c:v>
                </c:pt>
                <c:pt idx="1864">
                  <c:v>409.260169</c:v>
                </c:pt>
                <c:pt idx="1865">
                  <c:v>407.901864</c:v>
                </c:pt>
                <c:pt idx="1866">
                  <c:v>406.546806</c:v>
                </c:pt>
                <c:pt idx="1867">
                  <c:v>405.194994</c:v>
                </c:pt>
                <c:pt idx="1868">
                  <c:v>403.846430</c:v>
                </c:pt>
                <c:pt idx="1869">
                  <c:v>402.501116</c:v>
                </c:pt>
                <c:pt idx="1870">
                  <c:v>401.159052</c:v>
                </c:pt>
                <c:pt idx="1871">
                  <c:v>399.820238</c:v>
                </c:pt>
                <c:pt idx="1872">
                  <c:v>398.484676</c:v>
                </c:pt>
                <c:pt idx="1873">
                  <c:v>397.152367</c:v>
                </c:pt>
                <c:pt idx="1874">
                  <c:v>395.823310</c:v>
                </c:pt>
                <c:pt idx="1875">
                  <c:v>394.497506</c:v>
                </c:pt>
                <c:pt idx="1876">
                  <c:v>393.174955</c:v>
                </c:pt>
                <c:pt idx="1877">
                  <c:v>391.855659</c:v>
                </c:pt>
                <c:pt idx="1878">
                  <c:v>390.539616</c:v>
                </c:pt>
                <c:pt idx="1879">
                  <c:v>389.226828</c:v>
                </c:pt>
                <c:pt idx="1880">
                  <c:v>387.917294</c:v>
                </c:pt>
                <c:pt idx="1881">
                  <c:v>386.611014</c:v>
                </c:pt>
                <c:pt idx="1882">
                  <c:v>385.307988</c:v>
                </c:pt>
                <c:pt idx="1883">
                  <c:v>384.008216</c:v>
                </c:pt>
                <c:pt idx="1884">
                  <c:v>382.711698</c:v>
                </c:pt>
                <c:pt idx="1885">
                  <c:v>381.418433</c:v>
                </c:pt>
                <c:pt idx="1886">
                  <c:v>380.128421</c:v>
                </c:pt>
                <c:pt idx="1887">
                  <c:v>378.841661</c:v>
                </c:pt>
                <c:pt idx="1888">
                  <c:v>377.558153</c:v>
                </c:pt>
                <c:pt idx="1889">
                  <c:v>376.277896</c:v>
                </c:pt>
                <c:pt idx="1890">
                  <c:v>375.000890</c:v>
                </c:pt>
                <c:pt idx="1891">
                  <c:v>373.727133</c:v>
                </c:pt>
                <c:pt idx="1892">
                  <c:v>372.456625</c:v>
                </c:pt>
                <c:pt idx="1893">
                  <c:v>371.189365</c:v>
                </c:pt>
                <c:pt idx="1894">
                  <c:v>369.925352</c:v>
                </c:pt>
                <c:pt idx="1895">
                  <c:v>368.664584</c:v>
                </c:pt>
                <c:pt idx="1896">
                  <c:v>367.407061</c:v>
                </c:pt>
                <c:pt idx="1897">
                  <c:v>366.152782</c:v>
                </c:pt>
                <c:pt idx="1898">
                  <c:v>364.901745</c:v>
                </c:pt>
                <c:pt idx="1899">
                  <c:v>363.653948</c:v>
                </c:pt>
                <c:pt idx="1900">
                  <c:v>362.409391</c:v>
                </c:pt>
                <c:pt idx="1901">
                  <c:v>361.168072</c:v>
                </c:pt>
                <c:pt idx="1902">
                  <c:v>359.929989</c:v>
                </c:pt>
                <c:pt idx="1903">
                  <c:v>358.695141</c:v>
                </c:pt>
                <c:pt idx="1904">
                  <c:v>357.463527</c:v>
                </c:pt>
                <c:pt idx="1905">
                  <c:v>356.235143</c:v>
                </c:pt>
                <c:pt idx="1906">
                  <c:v>355.009989</c:v>
                </c:pt>
                <c:pt idx="1907">
                  <c:v>353.788063</c:v>
                </c:pt>
                <c:pt idx="1908">
                  <c:v>352.569363</c:v>
                </c:pt>
                <c:pt idx="1909">
                  <c:v>351.353887</c:v>
                </c:pt>
                <c:pt idx="1910">
                  <c:v>350.141632</c:v>
                </c:pt>
                <c:pt idx="1911">
                  <c:v>348.932598</c:v>
                </c:pt>
                <c:pt idx="1912">
                  <c:v>347.726780</c:v>
                </c:pt>
                <c:pt idx="1913">
                  <c:v>346.524178</c:v>
                </c:pt>
                <c:pt idx="1914">
                  <c:v>345.324790</c:v>
                </c:pt>
                <c:pt idx="1915">
                  <c:v>344.128612</c:v>
                </c:pt>
                <c:pt idx="1916">
                  <c:v>342.935642</c:v>
                </c:pt>
                <c:pt idx="1917">
                  <c:v>341.745878</c:v>
                </c:pt>
                <c:pt idx="1918">
                  <c:v>340.559318</c:v>
                </c:pt>
                <c:pt idx="1919">
                  <c:v>339.375959</c:v>
                </c:pt>
                <c:pt idx="1920">
                  <c:v>338.195797</c:v>
                </c:pt>
                <c:pt idx="1921">
                  <c:v>337.018832</c:v>
                </c:pt>
                <c:pt idx="1922">
                  <c:v>335.845059</c:v>
                </c:pt>
                <c:pt idx="1923">
                  <c:v>334.674477</c:v>
                </c:pt>
                <c:pt idx="1924">
                  <c:v>333.507082</c:v>
                </c:pt>
                <c:pt idx="1925">
                  <c:v>332.342871</c:v>
                </c:pt>
                <c:pt idx="1926">
                  <c:v>331.181842</c:v>
                </c:pt>
                <c:pt idx="1927">
                  <c:v>330.023992</c:v>
                </c:pt>
                <c:pt idx="1928">
                  <c:v>328.869317</c:v>
                </c:pt>
                <c:pt idx="1929">
                  <c:v>327.717815</c:v>
                </c:pt>
                <c:pt idx="1930">
                  <c:v>326.569482</c:v>
                </c:pt>
                <c:pt idx="1931">
                  <c:v>325.424316</c:v>
                </c:pt>
                <c:pt idx="1932">
                  <c:v>324.282312</c:v>
                </c:pt>
                <c:pt idx="1933">
                  <c:v>323.143469</c:v>
                </c:pt>
                <c:pt idx="1934">
                  <c:v>322.007782</c:v>
                </c:pt>
                <c:pt idx="1935">
                  <c:v>320.875248</c:v>
                </c:pt>
                <c:pt idx="1936">
                  <c:v>319.745864</c:v>
                </c:pt>
                <c:pt idx="1937">
                  <c:v>318.619626</c:v>
                </c:pt>
                <c:pt idx="1938">
                  <c:v>317.496531</c:v>
                </c:pt>
                <c:pt idx="1939">
                  <c:v>316.376575</c:v>
                </c:pt>
                <c:pt idx="1940">
                  <c:v>315.259755</c:v>
                </c:pt>
                <c:pt idx="1941">
                  <c:v>314.146068</c:v>
                </c:pt>
                <c:pt idx="1942">
                  <c:v>313.035509</c:v>
                </c:pt>
                <c:pt idx="1943">
                  <c:v>311.928074</c:v>
                </c:pt>
                <c:pt idx="1944">
                  <c:v>310.823761</c:v>
                </c:pt>
                <c:pt idx="1945">
                  <c:v>309.722565</c:v>
                </c:pt>
                <c:pt idx="1946">
                  <c:v>308.624483</c:v>
                </c:pt>
                <c:pt idx="1947">
                  <c:v>307.529511</c:v>
                </c:pt>
                <c:pt idx="1948">
                  <c:v>306.437644</c:v>
                </c:pt>
                <c:pt idx="1949">
                  <c:v>305.348879</c:v>
                </c:pt>
                <c:pt idx="1950">
                  <c:v>304.263212</c:v>
                </c:pt>
                <c:pt idx="1951">
                  <c:v>303.180638</c:v>
                </c:pt>
                <c:pt idx="1952">
                  <c:v>302.101155</c:v>
                </c:pt>
                <c:pt idx="1953">
                  <c:v>301.024757</c:v>
                </c:pt>
                <c:pt idx="1954">
                  <c:v>299.951441</c:v>
                </c:pt>
                <c:pt idx="1955">
                  <c:v>298.881203</c:v>
                </c:pt>
                <c:pt idx="1956">
                  <c:v>297.814037</c:v>
                </c:pt>
                <c:pt idx="1957">
                  <c:v>296.749941</c:v>
                </c:pt>
                <c:pt idx="1958">
                  <c:v>295.688910</c:v>
                </c:pt>
                <c:pt idx="1959">
                  <c:v>294.630939</c:v>
                </c:pt>
                <c:pt idx="1960">
                  <c:v>293.576025</c:v>
                </c:pt>
                <c:pt idx="1961">
                  <c:v>292.524162</c:v>
                </c:pt>
                <c:pt idx="1962">
                  <c:v>291.475346</c:v>
                </c:pt>
                <c:pt idx="1963">
                  <c:v>290.429574</c:v>
                </c:pt>
                <c:pt idx="1964">
                  <c:v>289.386840</c:v>
                </c:pt>
                <c:pt idx="1965">
                  <c:v>288.347141</c:v>
                </c:pt>
                <c:pt idx="1966">
                  <c:v>287.310471</c:v>
                </c:pt>
                <c:pt idx="1967">
                  <c:v>286.276826</c:v>
                </c:pt>
                <c:pt idx="1968">
                  <c:v>285.246201</c:v>
                </c:pt>
                <c:pt idx="1969">
                  <c:v>284.218592</c:v>
                </c:pt>
                <c:pt idx="1970">
                  <c:v>283.193994</c:v>
                </c:pt>
                <c:pt idx="1971">
                  <c:v>282.172403</c:v>
                </c:pt>
                <c:pt idx="1972">
                  <c:v>281.153814</c:v>
                </c:pt>
                <c:pt idx="1973">
                  <c:v>280.138222</c:v>
                </c:pt>
                <c:pt idx="1974">
                  <c:v>279.125622</c:v>
                </c:pt>
                <c:pt idx="1975">
                  <c:v>278.116010</c:v>
                </c:pt>
                <c:pt idx="1976">
                  <c:v>277.109380</c:v>
                </c:pt>
                <c:pt idx="1977">
                  <c:v>276.105729</c:v>
                </c:pt>
                <c:pt idx="1978">
                  <c:v>275.105050</c:v>
                </c:pt>
                <c:pt idx="1979">
                  <c:v>274.107340</c:v>
                </c:pt>
                <c:pt idx="1980">
                  <c:v>273.112593</c:v>
                </c:pt>
                <c:pt idx="1981">
                  <c:v>272.120804</c:v>
                </c:pt>
                <c:pt idx="1982">
                  <c:v>271.131969</c:v>
                </c:pt>
                <c:pt idx="1983">
                  <c:v>270.146082</c:v>
                </c:pt>
                <c:pt idx="1984">
                  <c:v>269.163138</c:v>
                </c:pt>
                <c:pt idx="1985">
                  <c:v>268.183133</c:v>
                </c:pt>
                <c:pt idx="1986">
                  <c:v>267.206061</c:v>
                </c:pt>
                <c:pt idx="1987">
                  <c:v>266.231917</c:v>
                </c:pt>
                <c:pt idx="1988">
                  <c:v>265.260696</c:v>
                </c:pt>
                <c:pt idx="1989">
                  <c:v>264.292394</c:v>
                </c:pt>
                <c:pt idx="1990">
                  <c:v>263.327004</c:v>
                </c:pt>
                <c:pt idx="1991">
                  <c:v>262.364521</c:v>
                </c:pt>
                <c:pt idx="1992">
                  <c:v>261.404942</c:v>
                </c:pt>
                <c:pt idx="1993">
                  <c:v>260.448259</c:v>
                </c:pt>
                <c:pt idx="1994">
                  <c:v>259.494468</c:v>
                </c:pt>
                <c:pt idx="1995">
                  <c:v>258.543565</c:v>
                </c:pt>
                <c:pt idx="1996">
                  <c:v>257.595542</c:v>
                </c:pt>
                <c:pt idx="1997">
                  <c:v>256.650396</c:v>
                </c:pt>
                <c:pt idx="1998">
                  <c:v>255.708121</c:v>
                </c:pt>
                <c:pt idx="1999">
                  <c:v>254.768711</c:v>
                </c:pt>
                <c:pt idx="2000">
                  <c:v>253.832162</c:v>
                </c:pt>
                <c:pt idx="2001">
                  <c:v>252.898467</c:v>
                </c:pt>
                <c:pt idx="2002">
                  <c:v>251.967622</c:v>
                </c:pt>
                <c:pt idx="2003">
                  <c:v>251.039621</c:v>
                </c:pt>
                <c:pt idx="2004">
                  <c:v>250.114458</c:v>
                </c:pt>
                <c:pt idx="2005">
                  <c:v>249.192129</c:v>
                </c:pt>
                <c:pt idx="2006">
                  <c:v>248.272628</c:v>
                </c:pt>
                <c:pt idx="2007">
                  <c:v>247.355948</c:v>
                </c:pt>
                <c:pt idx="2008">
                  <c:v>246.442086</c:v>
                </c:pt>
                <c:pt idx="2009">
                  <c:v>245.531034</c:v>
                </c:pt>
                <c:pt idx="2010">
                  <c:v>244.622789</c:v>
                </c:pt>
                <c:pt idx="2011">
                  <c:v>243.717344</c:v>
                </c:pt>
                <c:pt idx="2012">
                  <c:v>242.814693</c:v>
                </c:pt>
                <c:pt idx="2013">
                  <c:v>241.914831</c:v>
                </c:pt>
                <c:pt idx="2014">
                  <c:v>241.017753</c:v>
                </c:pt>
                <c:pt idx="2015">
                  <c:v>240.123453</c:v>
                </c:pt>
                <c:pt idx="2016">
                  <c:v>239.231926</c:v>
                </c:pt>
                <c:pt idx="2017">
                  <c:v>238.343165</c:v>
                </c:pt>
                <c:pt idx="2018">
                  <c:v>237.457165</c:v>
                </c:pt>
                <c:pt idx="2019">
                  <c:v>236.573920</c:v>
                </c:pt>
                <c:pt idx="2020">
                  <c:v>235.693425</c:v>
                </c:pt>
                <c:pt idx="2021">
                  <c:v>234.815675</c:v>
                </c:pt>
                <c:pt idx="2022">
                  <c:v>233.940662</c:v>
                </c:pt>
                <c:pt idx="2023">
                  <c:v>233.068383</c:v>
                </c:pt>
                <c:pt idx="2024">
                  <c:v>232.198830</c:v>
                </c:pt>
                <c:pt idx="2025">
                  <c:v>231.331999</c:v>
                </c:pt>
                <c:pt idx="2026">
                  <c:v>230.467884</c:v>
                </c:pt>
                <c:pt idx="2027">
                  <c:v>229.606478</c:v>
                </c:pt>
                <c:pt idx="2028">
                  <c:v>228.747776</c:v>
                </c:pt>
                <c:pt idx="2029">
                  <c:v>227.891772</c:v>
                </c:pt>
                <c:pt idx="2030">
                  <c:v>227.038462</c:v>
                </c:pt>
                <c:pt idx="2031">
                  <c:v>226.187837</c:v>
                </c:pt>
                <c:pt idx="2032">
                  <c:v>225.339894</c:v>
                </c:pt>
                <c:pt idx="2033">
                  <c:v>224.494626</c:v>
                </c:pt>
                <c:pt idx="2034">
                  <c:v>223.652027</c:v>
                </c:pt>
                <c:pt idx="2035">
                  <c:v>222.812092</c:v>
                </c:pt>
                <c:pt idx="2036">
                  <c:v>221.974815</c:v>
                </c:pt>
                <c:pt idx="2037">
                  <c:v>221.140189</c:v>
                </c:pt>
                <c:pt idx="2038">
                  <c:v>220.308210</c:v>
                </c:pt>
                <c:pt idx="2039">
                  <c:v>219.478870</c:v>
                </c:pt>
                <c:pt idx="2040">
                  <c:v>218.652165</c:v>
                </c:pt>
                <c:pt idx="2041">
                  <c:v>217.828088</c:v>
                </c:pt>
                <c:pt idx="2042">
                  <c:v>217.006634</c:v>
                </c:pt>
                <c:pt idx="2043">
                  <c:v>216.187797</c:v>
                </c:pt>
                <c:pt idx="2044">
                  <c:v>215.371570</c:v>
                </c:pt>
                <c:pt idx="2045">
                  <c:v>214.557948</c:v>
                </c:pt>
                <c:pt idx="2046">
                  <c:v>213.746926</c:v>
                </c:pt>
                <c:pt idx="2047">
                  <c:v>212.938496</c:v>
                </c:pt>
                <c:pt idx="2048">
                  <c:v>212.132653</c:v>
                </c:pt>
                <c:pt idx="2049">
                  <c:v>211.329392</c:v>
                </c:pt>
                <c:pt idx="2050">
                  <c:v>210.528706</c:v>
                </c:pt>
                <c:pt idx="2051">
                  <c:v>209.730590</c:v>
                </c:pt>
                <c:pt idx="2052">
                  <c:v>208.935036</c:v>
                </c:pt>
                <c:pt idx="2053">
                  <c:v>208.142041</c:v>
                </c:pt>
                <c:pt idx="2054">
                  <c:v>207.351597</c:v>
                </c:pt>
                <c:pt idx="2055">
                  <c:v>206.563698</c:v>
                </c:pt>
                <c:pt idx="2056">
                  <c:v>205.778340</c:v>
                </c:pt>
                <c:pt idx="2057">
                  <c:v>204.995514</c:v>
                </c:pt>
                <c:pt idx="2058">
                  <c:v>204.215217</c:v>
                </c:pt>
                <c:pt idx="2059">
                  <c:v>203.437442</c:v>
                </c:pt>
                <c:pt idx="2060">
                  <c:v>202.662182</c:v>
                </c:pt>
                <c:pt idx="2061">
                  <c:v>201.889432</c:v>
                </c:pt>
                <c:pt idx="2062">
                  <c:v>201.119186</c:v>
                </c:pt>
                <c:pt idx="2063">
                  <c:v>200.351437</c:v>
                </c:pt>
                <c:pt idx="2064">
                  <c:v>199.586181</c:v>
                </c:pt>
                <c:pt idx="2065">
                  <c:v>198.823410</c:v>
                </c:pt>
                <c:pt idx="2066">
                  <c:v>198.063120</c:v>
                </c:pt>
                <c:pt idx="2067">
                  <c:v>197.305303</c:v>
                </c:pt>
                <c:pt idx="2068">
                  <c:v>196.549954</c:v>
                </c:pt>
                <c:pt idx="2069">
                  <c:v>195.797067</c:v>
                </c:pt>
                <c:pt idx="2070">
                  <c:v>195.046636</c:v>
                </c:pt>
                <c:pt idx="2071">
                  <c:v>194.298655</c:v>
                </c:pt>
                <c:pt idx="2072">
                  <c:v>193.553118</c:v>
                </c:pt>
                <c:pt idx="2073">
                  <c:v>192.810019</c:v>
                </c:pt>
                <c:pt idx="2074">
                  <c:v>192.069352</c:v>
                </c:pt>
                <c:pt idx="2075">
                  <c:v>191.331110</c:v>
                </c:pt>
                <c:pt idx="2076">
                  <c:v>190.595289</c:v>
                </c:pt>
                <c:pt idx="2077">
                  <c:v>189.861881</c:v>
                </c:pt>
                <c:pt idx="2078">
                  <c:v>189.130882</c:v>
                </c:pt>
                <c:pt idx="2079">
                  <c:v>188.402284</c:v>
                </c:pt>
                <c:pt idx="2080">
                  <c:v>187.676082</c:v>
                </c:pt>
                <c:pt idx="2081">
                  <c:v>186.952270</c:v>
                </c:pt>
                <c:pt idx="2082">
                  <c:v>186.230842</c:v>
                </c:pt>
                <c:pt idx="2083">
                  <c:v>185.511792</c:v>
                </c:pt>
                <c:pt idx="2084">
                  <c:v>184.795113</c:v>
                </c:pt>
                <c:pt idx="2085">
                  <c:v>184.080801</c:v>
                </c:pt>
                <c:pt idx="2086">
                  <c:v>183.368848</c:v>
                </c:pt>
                <c:pt idx="2087">
                  <c:v>182.659249</c:v>
                </c:pt>
                <c:pt idx="2088">
                  <c:v>181.951998</c:v>
                </c:pt>
                <c:pt idx="2089">
                  <c:v>181.247089</c:v>
                </c:pt>
                <c:pt idx="2090">
                  <c:v>180.544516</c:v>
                </c:pt>
                <c:pt idx="2091">
                  <c:v>179.844272</c:v>
                </c:pt>
                <c:pt idx="2092">
                  <c:v>179.146353</c:v>
                </c:pt>
                <c:pt idx="2093">
                  <c:v>178.450751</c:v>
                </c:pt>
                <c:pt idx="2094">
                  <c:v>177.757461</c:v>
                </c:pt>
                <c:pt idx="2095">
                  <c:v>177.066477</c:v>
                </c:pt>
                <c:pt idx="2096">
                  <c:v>176.377793</c:v>
                </c:pt>
                <c:pt idx="2097">
                  <c:v>175.691403</c:v>
                </c:pt>
                <c:pt idx="2098">
                  <c:v>175.007300</c:v>
                </c:pt>
                <c:pt idx="2099">
                  <c:v>174.325480</c:v>
                </c:pt>
                <c:pt idx="2100">
                  <c:v>173.645936</c:v>
                </c:pt>
                <c:pt idx="2101">
                  <c:v>172.968661</c:v>
                </c:pt>
                <c:pt idx="2102">
                  <c:v>172.293651</c:v>
                </c:pt>
                <c:pt idx="2103">
                  <c:v>171.620899</c:v>
                </c:pt>
                <c:pt idx="2104">
                  <c:v>170.950398</c:v>
                </c:pt>
                <c:pt idx="2105">
                  <c:v>170.282144</c:v>
                </c:pt>
                <c:pt idx="2106">
                  <c:v>169.616130</c:v>
                </c:pt>
                <c:pt idx="2107">
                  <c:v>168.952351</c:v>
                </c:pt>
                <c:pt idx="2108">
                  <c:v>168.290799</c:v>
                </c:pt>
                <c:pt idx="2109">
                  <c:v>167.631470</c:v>
                </c:pt>
                <c:pt idx="2110">
                  <c:v>166.974357</c:v>
                </c:pt>
                <c:pt idx="2111">
                  <c:v>166.319454</c:v>
                </c:pt>
                <c:pt idx="2112">
                  <c:v>165.666756</c:v>
                </c:pt>
                <c:pt idx="2113">
                  <c:v>165.016257</c:v>
                </c:pt>
                <c:pt idx="2114">
                  <c:v>164.367950</c:v>
                </c:pt>
                <c:pt idx="2115">
                  <c:v>163.721830</c:v>
                </c:pt>
                <c:pt idx="2116">
                  <c:v>163.077891</c:v>
                </c:pt>
                <c:pt idx="2117">
                  <c:v>162.436126</c:v>
                </c:pt>
                <c:pt idx="2118">
                  <c:v>161.796531</c:v>
                </c:pt>
                <c:pt idx="2119">
                  <c:v>161.159098</c:v>
                </c:pt>
                <c:pt idx="2120">
                  <c:v>160.523823</c:v>
                </c:pt>
                <c:pt idx="2121">
                  <c:v>159.890699</c:v>
                </c:pt>
                <c:pt idx="2122">
                  <c:v>159.259720</c:v>
                </c:pt>
                <c:pt idx="2123">
                  <c:v>158.630881</c:v>
                </c:pt>
                <c:pt idx="2124">
                  <c:v>158.004175</c:v>
                </c:pt>
                <c:pt idx="2125">
                  <c:v>157.379597</c:v>
                </c:pt>
                <c:pt idx="2126">
                  <c:v>156.757141</c:v>
                </c:pt>
                <c:pt idx="2127">
                  <c:v>156.136801</c:v>
                </c:pt>
                <c:pt idx="2128">
                  <c:v>155.518571</c:v>
                </c:pt>
                <c:pt idx="2129">
                  <c:v>154.902446</c:v>
                </c:pt>
                <c:pt idx="2130">
                  <c:v>154.288418</c:v>
                </c:pt>
                <c:pt idx="2131">
                  <c:v>153.676484</c:v>
                </c:pt>
                <c:pt idx="2132">
                  <c:v>153.066636</c:v>
                </c:pt>
                <c:pt idx="2133">
                  <c:v>152.458869</c:v>
                </c:pt>
                <c:pt idx="2134">
                  <c:v>151.853178</c:v>
                </c:pt>
                <c:pt idx="2135">
                  <c:v>151.249555</c:v>
                </c:pt>
                <c:pt idx="2136">
                  <c:v>150.647997</c:v>
                </c:pt>
                <c:pt idx="2137">
                  <c:v>150.048495</c:v>
                </c:pt>
                <c:pt idx="2138">
                  <c:v>149.451046</c:v>
                </c:pt>
                <c:pt idx="2139">
                  <c:v>148.855643</c:v>
                </c:pt>
                <c:pt idx="2140">
                  <c:v>148.262281</c:v>
                </c:pt>
                <c:pt idx="2141">
                  <c:v>147.670952</c:v>
                </c:pt>
                <c:pt idx="2142">
                  <c:v>147.081653</c:v>
                </c:pt>
                <c:pt idx="2143">
                  <c:v>146.494377</c:v>
                </c:pt>
                <c:pt idx="2144">
                  <c:v>145.909118</c:v>
                </c:pt>
                <c:pt idx="2145">
                  <c:v>145.325871</c:v>
                </c:pt>
                <c:pt idx="2146">
                  <c:v>144.744629</c:v>
                </c:pt>
                <c:pt idx="2147">
                  <c:v>144.165388</c:v>
                </c:pt>
                <c:pt idx="2148">
                  <c:v>143.588141</c:v>
                </c:pt>
                <c:pt idx="2149">
                  <c:v>143.012882</c:v>
                </c:pt>
                <c:pt idx="2150">
                  <c:v>142.439607</c:v>
                </c:pt>
                <c:pt idx="2151">
                  <c:v>141.868309</c:v>
                </c:pt>
                <c:pt idx="2152">
                  <c:v>141.298982</c:v>
                </c:pt>
                <c:pt idx="2153">
                  <c:v>140.731622</c:v>
                </c:pt>
                <c:pt idx="2154">
                  <c:v>140.166221</c:v>
                </c:pt>
                <c:pt idx="2155">
                  <c:v>139.602775</c:v>
                </c:pt>
                <c:pt idx="2156">
                  <c:v>139.041278</c:v>
                </c:pt>
                <c:pt idx="2157">
                  <c:v>138.481725</c:v>
                </c:pt>
                <c:pt idx="2158">
                  <c:v>137.924108</c:v>
                </c:pt>
                <c:pt idx="2159">
                  <c:v>137.368424</c:v>
                </c:pt>
                <c:pt idx="2160">
                  <c:v>136.814666</c:v>
                </c:pt>
                <c:pt idx="2161">
                  <c:v>136.262829</c:v>
                </c:pt>
                <c:pt idx="2162">
                  <c:v>135.712907</c:v>
                </c:pt>
                <c:pt idx="2163">
                  <c:v>135.164894</c:v>
                </c:pt>
                <c:pt idx="2164">
                  <c:v>134.618785</c:v>
                </c:pt>
                <c:pt idx="2165">
                  <c:v>134.074575</c:v>
                </c:pt>
                <c:pt idx="2166">
                  <c:v>133.532257</c:v>
                </c:pt>
                <c:pt idx="2167">
                  <c:v>132.991827</c:v>
                </c:pt>
                <c:pt idx="2168">
                  <c:v>132.453278</c:v>
                </c:pt>
                <c:pt idx="2169">
                  <c:v>131.916605</c:v>
                </c:pt>
                <c:pt idx="2170">
                  <c:v>131.381803</c:v>
                </c:pt>
                <c:pt idx="2171">
                  <c:v>130.848866</c:v>
                </c:pt>
                <c:pt idx="2172">
                  <c:v>130.317788</c:v>
                </c:pt>
                <c:pt idx="2173">
                  <c:v>129.788564</c:v>
                </c:pt>
                <c:pt idx="2174">
                  <c:v>129.261188</c:v>
                </c:pt>
                <c:pt idx="2175">
                  <c:v>128.735656</c:v>
                </c:pt>
                <c:pt idx="2176">
                  <c:v>128.211961</c:v>
                </c:pt>
                <c:pt idx="2177">
                  <c:v>127.690098</c:v>
                </c:pt>
                <c:pt idx="2178">
                  <c:v>127.170061</c:v>
                </c:pt>
                <c:pt idx="2179">
                  <c:v>126.651846</c:v>
                </c:pt>
                <c:pt idx="2180">
                  <c:v>126.135446</c:v>
                </c:pt>
                <c:pt idx="2181">
                  <c:v>125.620857</c:v>
                </c:pt>
                <c:pt idx="2182">
                  <c:v>125.108072</c:v>
                </c:pt>
                <c:pt idx="2183">
                  <c:v>124.597086</c:v>
                </c:pt>
                <c:pt idx="2184">
                  <c:v>124.087895</c:v>
                </c:pt>
                <c:pt idx="2185">
                  <c:v>123.580491</c:v>
                </c:pt>
                <c:pt idx="2186">
                  <c:v>123.074871</c:v>
                </c:pt>
                <c:pt idx="2187">
                  <c:v>122.571029</c:v>
                </c:pt>
                <c:pt idx="2188">
                  <c:v>122.068959</c:v>
                </c:pt>
                <c:pt idx="2189">
                  <c:v>121.568656</c:v>
                </c:pt>
                <c:pt idx="2190">
                  <c:v>121.070115</c:v>
                </c:pt>
                <c:pt idx="2191">
                  <c:v>120.573330</c:v>
                </c:pt>
                <c:pt idx="2192">
                  <c:v>120.078296</c:v>
                </c:pt>
                <c:pt idx="2193">
                  <c:v>119.585008</c:v>
                </c:pt>
                <c:pt idx="2194">
                  <c:v>119.093460</c:v>
                </c:pt>
                <c:pt idx="2195">
                  <c:v>118.603647</c:v>
                </c:pt>
                <c:pt idx="2196">
                  <c:v>118.115563</c:v>
                </c:pt>
                <c:pt idx="2197">
                  <c:v>117.629205</c:v>
                </c:pt>
                <c:pt idx="2198">
                  <c:v>117.144565</c:v>
                </c:pt>
                <c:pt idx="2199">
                  <c:v>116.661639</c:v>
                </c:pt>
                <c:pt idx="2200">
                  <c:v>116.180422</c:v>
                </c:pt>
                <c:pt idx="2201">
                  <c:v>115.700908</c:v>
                </c:pt>
                <c:pt idx="2202">
                  <c:v>115.223093</c:v>
                </c:pt>
                <c:pt idx="2203">
                  <c:v>114.746970</c:v>
                </c:pt>
                <c:pt idx="2204">
                  <c:v>114.272536</c:v>
                </c:pt>
                <c:pt idx="2205">
                  <c:v>113.799784</c:v>
                </c:pt>
                <c:pt idx="2206">
                  <c:v>113.328709</c:v>
                </c:pt>
                <c:pt idx="2207">
                  <c:v>112.859306</c:v>
                </c:pt>
                <c:pt idx="2208">
                  <c:v>112.391570</c:v>
                </c:pt>
                <c:pt idx="2209">
                  <c:v>111.925496</c:v>
                </c:pt>
                <c:pt idx="2210">
                  <c:v>111.461079</c:v>
                </c:pt>
                <c:pt idx="2211">
                  <c:v>110.998314</c:v>
                </c:pt>
                <c:pt idx="2212">
                  <c:v>110.537195</c:v>
                </c:pt>
                <c:pt idx="2213">
                  <c:v>110.077717</c:v>
                </c:pt>
                <c:pt idx="2214">
                  <c:v>109.619875</c:v>
                </c:pt>
                <c:pt idx="2215">
                  <c:v>109.163665</c:v>
                </c:pt>
                <c:pt idx="2216">
                  <c:v>108.709080</c:v>
                </c:pt>
                <c:pt idx="2217">
                  <c:v>108.256117</c:v>
                </c:pt>
                <c:pt idx="2218">
                  <c:v>107.804769</c:v>
                </c:pt>
                <c:pt idx="2219">
                  <c:v>107.355032</c:v>
                </c:pt>
                <c:pt idx="2220">
                  <c:v>106.906901</c:v>
                </c:pt>
                <c:pt idx="2221">
                  <c:v>106.460371</c:v>
                </c:pt>
                <c:pt idx="2222">
                  <c:v>106.015436</c:v>
                </c:pt>
                <c:pt idx="2223">
                  <c:v>105.572092</c:v>
                </c:pt>
                <c:pt idx="2224">
                  <c:v>105.130334</c:v>
                </c:pt>
                <c:pt idx="2225">
                  <c:v>104.690156</c:v>
                </c:pt>
                <c:pt idx="2226">
                  <c:v>104.251555</c:v>
                </c:pt>
                <c:pt idx="2227">
                  <c:v>103.814524</c:v>
                </c:pt>
                <c:pt idx="2228">
                  <c:v>103.379058</c:v>
                </c:pt>
                <c:pt idx="2229">
                  <c:v>102.945154</c:v>
                </c:pt>
                <c:pt idx="2230">
                  <c:v>102.512806</c:v>
                </c:pt>
                <c:pt idx="2231">
                  <c:v>102.082008</c:v>
                </c:pt>
                <c:pt idx="2232">
                  <c:v>101.652757</c:v>
                </c:pt>
                <c:pt idx="2233">
                  <c:v>101.225047</c:v>
                </c:pt>
                <c:pt idx="2234">
                  <c:v>100.798873</c:v>
                </c:pt>
                <c:pt idx="2235">
                  <c:v>100.374231</c:v>
                </c:pt>
                <c:pt idx="2236">
                  <c:v>99.951115</c:v>
                </c:pt>
                <c:pt idx="2237">
                  <c:v>99.529521</c:v>
                </c:pt>
                <c:pt idx="2238">
                  <c:v>99.109444</c:v>
                </c:pt>
                <c:pt idx="2239">
                  <c:v>98.690879</c:v>
                </c:pt>
                <c:pt idx="2240">
                  <c:v>98.273821</c:v>
                </c:pt>
                <c:pt idx="2241">
                  <c:v>97.858265</c:v>
                </c:pt>
                <c:pt idx="2242">
                  <c:v>97.444207</c:v>
                </c:pt>
                <c:pt idx="2243">
                  <c:v>97.031642</c:v>
                </c:pt>
                <c:pt idx="2244">
                  <c:v>96.620565</c:v>
                </c:pt>
                <c:pt idx="2245">
                  <c:v>96.210970</c:v>
                </c:pt>
                <c:pt idx="2246">
                  <c:v>95.802855</c:v>
                </c:pt>
                <c:pt idx="2247">
                  <c:v>95.396213</c:v>
                </c:pt>
                <c:pt idx="2248">
                  <c:v>94.991040</c:v>
                </c:pt>
                <c:pt idx="2249">
                  <c:v>94.587331</c:v>
                </c:pt>
                <c:pt idx="2250">
                  <c:v>94.185082</c:v>
                </c:pt>
                <c:pt idx="2251">
                  <c:v>93.784288</c:v>
                </c:pt>
                <c:pt idx="2252">
                  <c:v>93.384944</c:v>
                </c:pt>
                <c:pt idx="2253">
                  <c:v>92.987045</c:v>
                </c:pt>
                <c:pt idx="2254">
                  <c:v>92.590588</c:v>
                </c:pt>
                <c:pt idx="2255">
                  <c:v>92.195566</c:v>
                </c:pt>
                <c:pt idx="2256">
                  <c:v>91.801976</c:v>
                </c:pt>
                <c:pt idx="2257">
                  <c:v>91.409812</c:v>
                </c:pt>
                <c:pt idx="2258">
                  <c:v>91.019071</c:v>
                </c:pt>
                <c:pt idx="2259">
                  <c:v>90.629748</c:v>
                </c:pt>
                <c:pt idx="2260">
                  <c:v>90.241837</c:v>
                </c:pt>
                <c:pt idx="2261">
                  <c:v>89.855335</c:v>
                </c:pt>
                <c:pt idx="2262">
                  <c:v>89.470237</c:v>
                </c:pt>
                <c:pt idx="2263">
                  <c:v>89.086538</c:v>
                </c:pt>
                <c:pt idx="2264">
                  <c:v>88.704234</c:v>
                </c:pt>
                <c:pt idx="2265">
                  <c:v>88.323320</c:v>
                </c:pt>
                <c:pt idx="2266">
                  <c:v>87.943792</c:v>
                </c:pt>
                <c:pt idx="2267">
                  <c:v>87.565645</c:v>
                </c:pt>
                <c:pt idx="2268">
                  <c:v>87.188874</c:v>
                </c:pt>
                <c:pt idx="2269">
                  <c:v>86.813476</c:v>
                </c:pt>
                <c:pt idx="2270">
                  <c:v>86.439445</c:v>
                </c:pt>
                <c:pt idx="2271">
                  <c:v>86.066777</c:v>
                </c:pt>
                <c:pt idx="2272">
                  <c:v>85.695468</c:v>
                </c:pt>
                <c:pt idx="2273">
                  <c:v>85.325514</c:v>
                </c:pt>
                <c:pt idx="2274">
                  <c:v>84.956909</c:v>
                </c:pt>
                <c:pt idx="2275">
                  <c:v>84.589649</c:v>
                </c:pt>
                <c:pt idx="2276">
                  <c:v>84.223730</c:v>
                </c:pt>
                <c:pt idx="2277">
                  <c:v>83.859148</c:v>
                </c:pt>
                <c:pt idx="2278">
                  <c:v>83.495898</c:v>
                </c:pt>
                <c:pt idx="2279">
                  <c:v>83.133975</c:v>
                </c:pt>
                <c:pt idx="2280">
                  <c:v>82.773376</c:v>
                </c:pt>
                <c:pt idx="2281">
                  <c:v>82.414096</c:v>
                </c:pt>
                <c:pt idx="2282">
                  <c:v>82.056131</c:v>
                </c:pt>
                <c:pt idx="2283">
                  <c:v>81.699476</c:v>
                </c:pt>
                <c:pt idx="2284">
                  <c:v>81.344127</c:v>
                </c:pt>
                <c:pt idx="2285">
                  <c:v>80.990079</c:v>
                </c:pt>
                <c:pt idx="2286">
                  <c:v>80.637329</c:v>
                </c:pt>
                <c:pt idx="2287">
                  <c:v>80.285872</c:v>
                </c:pt>
                <c:pt idx="2288">
                  <c:v>79.935703</c:v>
                </c:pt>
                <c:pt idx="2289">
                  <c:v>79.586820</c:v>
                </c:pt>
                <c:pt idx="2290">
                  <c:v>79.239216</c:v>
                </c:pt>
                <c:pt idx="2291">
                  <c:v>78.892888</c:v>
                </c:pt>
                <c:pt idx="2292">
                  <c:v>78.547832</c:v>
                </c:pt>
                <c:pt idx="2293">
                  <c:v>78.204043</c:v>
                </c:pt>
                <c:pt idx="2294">
                  <c:v>77.861518</c:v>
                </c:pt>
                <c:pt idx="2295">
                  <c:v>77.520252</c:v>
                </c:pt>
                <c:pt idx="2296">
                  <c:v>77.180240</c:v>
                </c:pt>
                <c:pt idx="2297">
                  <c:v>76.841480</c:v>
                </c:pt>
                <c:pt idx="2298">
                  <c:v>76.503965</c:v>
                </c:pt>
                <c:pt idx="2299">
                  <c:v>76.167694</c:v>
                </c:pt>
                <c:pt idx="2300">
                  <c:v>75.832660</c:v>
                </c:pt>
                <c:pt idx="2301">
                  <c:v>75.498860</c:v>
                </c:pt>
                <c:pt idx="2302">
                  <c:v>75.166291</c:v>
                </c:pt>
                <c:pt idx="2303">
                  <c:v>74.834947</c:v>
                </c:pt>
                <c:pt idx="2304">
                  <c:v>74.504824</c:v>
                </c:pt>
                <c:pt idx="2305">
                  <c:v>74.175920</c:v>
                </c:pt>
                <c:pt idx="2306">
                  <c:v>73.848229</c:v>
                </c:pt>
                <c:pt idx="2307">
                  <c:v>73.521747</c:v>
                </c:pt>
                <c:pt idx="2308">
                  <c:v>73.196470</c:v>
                </c:pt>
                <c:pt idx="2309">
                  <c:v>72.872395</c:v>
                </c:pt>
                <c:pt idx="2310">
                  <c:v>72.549518</c:v>
                </c:pt>
                <c:pt idx="2311">
                  <c:v>72.227833</c:v>
                </c:pt>
                <c:pt idx="2312">
                  <c:v>71.907338</c:v>
                </c:pt>
                <c:pt idx="2313">
                  <c:v>71.588028</c:v>
                </c:pt>
                <c:pt idx="2314">
                  <c:v>71.269899</c:v>
                </c:pt>
                <c:pt idx="2315">
                  <c:v>70.952948</c:v>
                </c:pt>
                <c:pt idx="2316">
                  <c:v>70.637169</c:v>
                </c:pt>
                <c:pt idx="2317">
                  <c:v>70.322561</c:v>
                </c:pt>
                <c:pt idx="2318">
                  <c:v>70.009117</c:v>
                </c:pt>
                <c:pt idx="2319">
                  <c:v>69.696835</c:v>
                </c:pt>
                <c:pt idx="2320">
                  <c:v>69.385710</c:v>
                </c:pt>
                <c:pt idx="2321">
                  <c:v>69.075739</c:v>
                </c:pt>
                <c:pt idx="2322">
                  <c:v>68.766917</c:v>
                </c:pt>
                <c:pt idx="2323">
                  <c:v>68.459242</c:v>
                </c:pt>
                <c:pt idx="2324">
                  <c:v>68.152708</c:v>
                </c:pt>
                <c:pt idx="2325">
                  <c:v>67.847312</c:v>
                </c:pt>
                <c:pt idx="2326">
                  <c:v>67.543051</c:v>
                </c:pt>
                <c:pt idx="2327">
                  <c:v>67.239919</c:v>
                </c:pt>
                <c:pt idx="2328">
                  <c:v>66.937914</c:v>
                </c:pt>
                <c:pt idx="2329">
                  <c:v>66.637032</c:v>
                </c:pt>
                <c:pt idx="2330">
                  <c:v>66.337268</c:v>
                </c:pt>
                <c:pt idx="2331">
                  <c:v>66.038620</c:v>
                </c:pt>
                <c:pt idx="2332">
                  <c:v>65.741082</c:v>
                </c:pt>
                <c:pt idx="2333">
                  <c:v>65.444653</c:v>
                </c:pt>
                <c:pt idx="2334">
                  <c:v>65.149326</c:v>
                </c:pt>
                <c:pt idx="2335">
                  <c:v>64.855100</c:v>
                </c:pt>
                <c:pt idx="2336">
                  <c:v>64.561969</c:v>
                </c:pt>
                <c:pt idx="2337">
                  <c:v>64.269931</c:v>
                </c:pt>
                <c:pt idx="2338">
                  <c:v>63.978982</c:v>
                </c:pt>
                <c:pt idx="2339">
                  <c:v>63.689117</c:v>
                </c:pt>
                <c:pt idx="2340">
                  <c:v>63.400334</c:v>
                </c:pt>
                <c:pt idx="2341">
                  <c:v>63.112628</c:v>
                </c:pt>
                <c:pt idx="2342">
                  <c:v>62.825996</c:v>
                </c:pt>
                <c:pt idx="2343">
                  <c:v>62.540434</c:v>
                </c:pt>
                <c:pt idx="2344">
                  <c:v>62.255939</c:v>
                </c:pt>
                <c:pt idx="2345">
                  <c:v>61.972506</c:v>
                </c:pt>
                <c:pt idx="2346">
                  <c:v>61.690133</c:v>
                </c:pt>
                <c:pt idx="2347">
                  <c:v>61.408815</c:v>
                </c:pt>
                <c:pt idx="2348">
                  <c:v>61.128548</c:v>
                </c:pt>
                <c:pt idx="2349">
                  <c:v>60.849330</c:v>
                </c:pt>
                <c:pt idx="2350">
                  <c:v>60.571157</c:v>
                </c:pt>
                <c:pt idx="2351">
                  <c:v>60.294025</c:v>
                </c:pt>
                <c:pt idx="2352">
                  <c:v>60.017930</c:v>
                </c:pt>
                <c:pt idx="2353">
                  <c:v>59.742869</c:v>
                </c:pt>
                <c:pt idx="2354">
                  <c:v>59.468839</c:v>
                </c:pt>
                <c:pt idx="2355">
                  <c:v>59.195835</c:v>
                </c:pt>
                <c:pt idx="2356">
                  <c:v>58.923855</c:v>
                </c:pt>
                <c:pt idx="2357">
                  <c:v>58.652894</c:v>
                </c:pt>
                <c:pt idx="2358">
                  <c:v>58.382949</c:v>
                </c:pt>
                <c:pt idx="2359">
                  <c:v>58.114017</c:v>
                </c:pt>
                <c:pt idx="2360">
                  <c:v>57.846095</c:v>
                </c:pt>
                <c:pt idx="2361">
                  <c:v>57.579178</c:v>
                </c:pt>
                <c:pt idx="2362">
                  <c:v>57.313263</c:v>
                </c:pt>
                <c:pt idx="2363">
                  <c:v>57.048347</c:v>
                </c:pt>
                <c:pt idx="2364">
                  <c:v>56.784426</c:v>
                </c:pt>
                <c:pt idx="2365">
                  <c:v>56.521497</c:v>
                </c:pt>
                <c:pt idx="2366">
                  <c:v>56.259556</c:v>
                </c:pt>
                <c:pt idx="2367">
                  <c:v>55.998601</c:v>
                </c:pt>
                <c:pt idx="2368">
                  <c:v>55.738627</c:v>
                </c:pt>
                <c:pt idx="2369">
                  <c:v>55.479631</c:v>
                </c:pt>
                <c:pt idx="2370">
                  <c:v>55.221610</c:v>
                </c:pt>
                <c:pt idx="2371">
                  <c:v>54.964560</c:v>
                </c:pt>
                <c:pt idx="2372">
                  <c:v>54.708478</c:v>
                </c:pt>
                <c:pt idx="2373">
                  <c:v>54.453361</c:v>
                </c:pt>
                <c:pt idx="2374">
                  <c:v>54.199205</c:v>
                </c:pt>
                <c:pt idx="2375">
                  <c:v>53.946007</c:v>
                </c:pt>
                <c:pt idx="2376">
                  <c:v>53.693763</c:v>
                </c:pt>
                <c:pt idx="2377">
                  <c:v>53.442471</c:v>
                </c:pt>
                <c:pt idx="2378">
                  <c:v>53.192127</c:v>
                </c:pt>
                <c:pt idx="2379">
                  <c:v>52.942727</c:v>
                </c:pt>
                <c:pt idx="2380">
                  <c:v>52.694269</c:v>
                </c:pt>
                <c:pt idx="2381">
                  <c:v>52.446749</c:v>
                </c:pt>
                <c:pt idx="2382">
                  <c:v>52.200163</c:v>
                </c:pt>
                <c:pt idx="2383">
                  <c:v>51.954509</c:v>
                </c:pt>
                <c:pt idx="2384">
                  <c:v>51.709784</c:v>
                </c:pt>
                <c:pt idx="2385">
                  <c:v>51.465983</c:v>
                </c:pt>
                <c:pt idx="2386">
                  <c:v>51.223104</c:v>
                </c:pt>
                <c:pt idx="2387">
                  <c:v>50.981144</c:v>
                </c:pt>
                <c:pt idx="2388">
                  <c:v>50.740099</c:v>
                </c:pt>
                <c:pt idx="2389">
                  <c:v>50.499966</c:v>
                </c:pt>
                <c:pt idx="2390">
                  <c:v>50.260742</c:v>
                </c:pt>
                <c:pt idx="2391">
                  <c:v>50.022424</c:v>
                </c:pt>
                <c:pt idx="2392">
                  <c:v>49.785008</c:v>
                </c:pt>
                <c:pt idx="2393">
                  <c:v>49.548492</c:v>
                </c:pt>
                <c:pt idx="2394">
                  <c:v>49.312872</c:v>
                </c:pt>
                <c:pt idx="2395">
                  <c:v>49.078145</c:v>
                </c:pt>
                <c:pt idx="2396">
                  <c:v>48.844308</c:v>
                </c:pt>
                <c:pt idx="2397">
                  <c:v>48.611358</c:v>
                </c:pt>
                <c:pt idx="2398">
                  <c:v>48.379292</c:v>
                </c:pt>
                <c:pt idx="2399">
                  <c:v>48.148106</c:v>
                </c:pt>
                <c:pt idx="2400">
                  <c:v>47.917798</c:v>
                </c:pt>
                <c:pt idx="2401">
                  <c:v>47.688364</c:v>
                </c:pt>
                <c:pt idx="2402">
                  <c:v>47.459802</c:v>
                </c:pt>
                <c:pt idx="2403">
                  <c:v>47.232107</c:v>
                </c:pt>
                <c:pt idx="2404">
                  <c:v>47.005279</c:v>
                </c:pt>
                <c:pt idx="2405">
                  <c:v>46.779312</c:v>
                </c:pt>
                <c:pt idx="2406">
                  <c:v>46.554204</c:v>
                </c:pt>
                <c:pt idx="2407">
                  <c:v>46.329953</c:v>
                </c:pt>
                <c:pt idx="2408">
                  <c:v>46.106554</c:v>
                </c:pt>
                <c:pt idx="2409">
                  <c:v>45.884006</c:v>
                </c:pt>
                <c:pt idx="2410">
                  <c:v>45.662305</c:v>
                </c:pt>
                <c:pt idx="2411">
                  <c:v>45.441448</c:v>
                </c:pt>
                <c:pt idx="2412">
                  <c:v>45.221432</c:v>
                </c:pt>
                <c:pt idx="2413">
                  <c:v>45.002254</c:v>
                </c:pt>
                <c:pt idx="2414">
                  <c:v>44.783911</c:v>
                </c:pt>
                <c:pt idx="2415">
                  <c:v>44.566401</c:v>
                </c:pt>
                <c:pt idx="2416">
                  <c:v>44.349719</c:v>
                </c:pt>
                <c:pt idx="2417">
                  <c:v>44.133864</c:v>
                </c:pt>
                <c:pt idx="2418">
                  <c:v>43.918833</c:v>
                </c:pt>
                <c:pt idx="2419">
                  <c:v>43.704622</c:v>
                </c:pt>
                <c:pt idx="2420">
                  <c:v>43.491228</c:v>
                </c:pt>
                <c:pt idx="2421">
                  <c:v>43.278649</c:v>
                </c:pt>
                <c:pt idx="2422">
                  <c:v>43.066882</c:v>
                </c:pt>
                <c:pt idx="2423">
                  <c:v>42.855924</c:v>
                </c:pt>
                <c:pt idx="2424">
                  <c:v>42.645772</c:v>
                </c:pt>
                <c:pt idx="2425">
                  <c:v>42.436423</c:v>
                </c:pt>
                <c:pt idx="2426">
                  <c:v>42.227875</c:v>
                </c:pt>
                <c:pt idx="2427">
                  <c:v>42.020124</c:v>
                </c:pt>
                <c:pt idx="2428">
                  <c:v>41.813167</c:v>
                </c:pt>
                <c:pt idx="2429">
                  <c:v>41.607003</c:v>
                </c:pt>
                <c:pt idx="2430">
                  <c:v>41.401627</c:v>
                </c:pt>
                <c:pt idx="2431">
                  <c:v>41.197037</c:v>
                </c:pt>
                <c:pt idx="2432">
                  <c:v>40.993231</c:v>
                </c:pt>
                <c:pt idx="2433">
                  <c:v>40.790206</c:v>
                </c:pt>
                <c:pt idx="2434">
                  <c:v>40.587958</c:v>
                </c:pt>
                <c:pt idx="2435">
                  <c:v>40.386486</c:v>
                </c:pt>
                <c:pt idx="2436">
                  <c:v>40.185786</c:v>
                </c:pt>
                <c:pt idx="2437">
                  <c:v>39.985855</c:v>
                </c:pt>
                <c:pt idx="2438">
                  <c:v>39.786691</c:v>
                </c:pt>
                <c:pt idx="2439">
                  <c:v>39.588291</c:v>
                </c:pt>
                <c:pt idx="2440">
                  <c:v>39.390653</c:v>
                </c:pt>
                <c:pt idx="2441">
                  <c:v>39.193773</c:v>
                </c:pt>
                <c:pt idx="2442">
                  <c:v>38.997649</c:v>
                </c:pt>
                <c:pt idx="2443">
                  <c:v>38.802278</c:v>
                </c:pt>
                <c:pt idx="2444">
                  <c:v>38.607658</c:v>
                </c:pt>
                <c:pt idx="2445">
                  <c:v>38.413785</c:v>
                </c:pt>
                <c:pt idx="2446">
                  <c:v>38.220658</c:v>
                </c:pt>
                <c:pt idx="2447">
                  <c:v>38.028273</c:v>
                </c:pt>
                <c:pt idx="2448">
                  <c:v>37.836628</c:v>
                </c:pt>
                <c:pt idx="2449">
                  <c:v>37.645721</c:v>
                </c:pt>
                <c:pt idx="2450">
                  <c:v>37.455548</c:v>
                </c:pt>
                <c:pt idx="2451">
                  <c:v>37.266106</c:v>
                </c:pt>
                <c:pt idx="2452">
                  <c:v>37.077394</c:v>
                </c:pt>
                <c:pt idx="2453">
                  <c:v>36.889409</c:v>
                </c:pt>
                <c:pt idx="2454">
                  <c:v>36.702148</c:v>
                </c:pt>
                <c:pt idx="2455">
                  <c:v>36.515608</c:v>
                </c:pt>
                <c:pt idx="2456">
                  <c:v>36.329787</c:v>
                </c:pt>
                <c:pt idx="2457">
                  <c:v>36.144683</c:v>
                </c:pt>
                <c:pt idx="2458">
                  <c:v>35.960292</c:v>
                </c:pt>
                <c:pt idx="2459">
                  <c:v>35.776613</c:v>
                </c:pt>
                <c:pt idx="2460">
                  <c:v>35.593642</c:v>
                </c:pt>
                <c:pt idx="2461">
                  <c:v>35.411377</c:v>
                </c:pt>
                <c:pt idx="2462">
                  <c:v>35.229816</c:v>
                </c:pt>
                <c:pt idx="2463">
                  <c:v>35.048956</c:v>
                </c:pt>
                <c:pt idx="2464">
                  <c:v>34.868794</c:v>
                </c:pt>
                <c:pt idx="2465">
                  <c:v>34.689328</c:v>
                </c:pt>
                <c:pt idx="2466">
                  <c:v>34.510556</c:v>
                </c:pt>
                <c:pt idx="2467">
                  <c:v>34.332475</c:v>
                </c:pt>
                <c:pt idx="2468">
                  <c:v>34.155082</c:v>
                </c:pt>
                <c:pt idx="2469">
                  <c:v>33.978375</c:v>
                </c:pt>
                <c:pt idx="2470">
                  <c:v>33.802352</c:v>
                </c:pt>
                <c:pt idx="2471">
                  <c:v>33.627010</c:v>
                </c:pt>
                <c:pt idx="2472">
                  <c:v>33.452347</c:v>
                </c:pt>
                <c:pt idx="2473">
                  <c:v>33.278359</c:v>
                </c:pt>
                <c:pt idx="2474">
                  <c:v>33.105046</c:v>
                </c:pt>
                <c:pt idx="2475">
                  <c:v>32.932404</c:v>
                </c:pt>
                <c:pt idx="2476">
                  <c:v>32.760430</c:v>
                </c:pt>
                <c:pt idx="2477">
                  <c:v>32.589124</c:v>
                </c:pt>
                <c:pt idx="2478">
                  <c:v>32.418481</c:v>
                </c:pt>
                <c:pt idx="2479">
                  <c:v>32.248500</c:v>
                </c:pt>
                <c:pt idx="2480">
                  <c:v>32.079178</c:v>
                </c:pt>
                <c:pt idx="2481">
                  <c:v>31.910513</c:v>
                </c:pt>
                <c:pt idx="2482">
                  <c:v>31.742503</c:v>
                </c:pt>
                <c:pt idx="2483">
                  <c:v>31.575145</c:v>
                </c:pt>
                <c:pt idx="2484">
                  <c:v>31.408437</c:v>
                </c:pt>
                <c:pt idx="2485">
                  <c:v>31.242376</c:v>
                </c:pt>
                <c:pt idx="2486">
                  <c:v>31.076960</c:v>
                </c:pt>
                <c:pt idx="2487">
                  <c:v>30.912188</c:v>
                </c:pt>
                <c:pt idx="2488">
                  <c:v>30.748055</c:v>
                </c:pt>
                <c:pt idx="2489">
                  <c:v>30.584561</c:v>
                </c:pt>
                <c:pt idx="2490">
                  <c:v>30.421703</c:v>
                </c:pt>
                <c:pt idx="2491">
                  <c:v>30.259478</c:v>
                </c:pt>
                <c:pt idx="2492">
                  <c:v>30.097884</c:v>
                </c:pt>
                <c:pt idx="2493">
                  <c:v>29.936919</c:v>
                </c:pt>
                <c:pt idx="2494">
                  <c:v>29.776581</c:v>
                </c:pt>
                <c:pt idx="2495">
                  <c:v>29.616868</c:v>
                </c:pt>
                <c:pt idx="2496">
                  <c:v>29.457776</c:v>
                </c:pt>
                <c:pt idx="2497">
                  <c:v>29.299305</c:v>
                </c:pt>
                <c:pt idx="2498">
                  <c:v>29.141451</c:v>
                </c:pt>
                <c:pt idx="2499">
                  <c:v>28.984212</c:v>
                </c:pt>
                <c:pt idx="2500">
                  <c:v>28.827587</c:v>
                </c:pt>
                <c:pt idx="2501">
                  <c:v>28.671572</c:v>
                </c:pt>
                <c:pt idx="2502">
                  <c:v>28.516166</c:v>
                </c:pt>
                <c:pt idx="2503">
                  <c:v>28.361367</c:v>
                </c:pt>
                <c:pt idx="2504">
                  <c:v>28.207172</c:v>
                </c:pt>
                <c:pt idx="2505">
                  <c:v>28.053579</c:v>
                </c:pt>
                <c:pt idx="2506">
                  <c:v>27.900586</c:v>
                </c:pt>
                <c:pt idx="2507">
                  <c:v>27.748191</c:v>
                </c:pt>
                <c:pt idx="2508">
                  <c:v>27.596391</c:v>
                </c:pt>
                <c:pt idx="2509">
                  <c:v>27.445185</c:v>
                </c:pt>
                <c:pt idx="2510">
                  <c:v>27.294570</c:v>
                </c:pt>
                <c:pt idx="2511">
                  <c:v>27.144544</c:v>
                </c:pt>
                <c:pt idx="2512">
                  <c:v>26.995105</c:v>
                </c:pt>
                <c:pt idx="2513">
                  <c:v>26.846250</c:v>
                </c:pt>
                <c:pt idx="2514">
                  <c:v>26.697979</c:v>
                </c:pt>
                <c:pt idx="2515">
                  <c:v>26.550288</c:v>
                </c:pt>
                <c:pt idx="2516">
                  <c:v>26.403175</c:v>
                </c:pt>
                <c:pt idx="2517">
                  <c:v>26.256639</c:v>
                </c:pt>
                <c:pt idx="2518">
                  <c:v>26.110677</c:v>
                </c:pt>
                <c:pt idx="2519">
                  <c:v>25.965287</c:v>
                </c:pt>
                <c:pt idx="2520">
                  <c:v>25.820467</c:v>
                </c:pt>
                <c:pt idx="2521">
                  <c:v>25.676215</c:v>
                </c:pt>
                <c:pt idx="2522">
                  <c:v>25.532528</c:v>
                </c:pt>
                <c:pt idx="2523">
                  <c:v>25.389406</c:v>
                </c:pt>
                <c:pt idx="2524">
                  <c:v>25.246846</c:v>
                </c:pt>
                <c:pt idx="2525">
                  <c:v>25.104845</c:v>
                </c:pt>
                <c:pt idx="2526">
                  <c:v>24.963402</c:v>
                </c:pt>
                <c:pt idx="2527">
                  <c:v>24.822514</c:v>
                </c:pt>
                <c:pt idx="2528">
                  <c:v>24.682180</c:v>
                </c:pt>
                <c:pt idx="2529">
                  <c:v>24.542398</c:v>
                </c:pt>
                <c:pt idx="2530">
                  <c:v>24.403165</c:v>
                </c:pt>
                <c:pt idx="2531">
                  <c:v>24.264479</c:v>
                </c:pt>
                <c:pt idx="2532">
                  <c:v>24.126340</c:v>
                </c:pt>
                <c:pt idx="2533">
                  <c:v>23.988744</c:v>
                </c:pt>
                <c:pt idx="2534">
                  <c:v>23.851689</c:v>
                </c:pt>
                <c:pt idx="2535">
                  <c:v>23.715174</c:v>
                </c:pt>
                <c:pt idx="2536">
                  <c:v>23.579196</c:v>
                </c:pt>
                <c:pt idx="2537">
                  <c:v>23.443755</c:v>
                </c:pt>
                <c:pt idx="2538">
                  <c:v>23.308846</c:v>
                </c:pt>
                <c:pt idx="2539">
                  <c:v>23.174470</c:v>
                </c:pt>
                <c:pt idx="2540">
                  <c:v>23.040623</c:v>
                </c:pt>
                <c:pt idx="2541">
                  <c:v>22.907304</c:v>
                </c:pt>
                <c:pt idx="2542">
                  <c:v>22.774512</c:v>
                </c:pt>
                <c:pt idx="2543">
                  <c:v>22.642243</c:v>
                </c:pt>
                <c:pt idx="2544">
                  <c:v>22.510496</c:v>
                </c:pt>
                <c:pt idx="2545">
                  <c:v>22.379269</c:v>
                </c:pt>
                <c:pt idx="2546">
                  <c:v>22.248560</c:v>
                </c:pt>
                <c:pt idx="2547">
                  <c:v>22.118368</c:v>
                </c:pt>
                <c:pt idx="2548">
                  <c:v>21.988690</c:v>
                </c:pt>
                <c:pt idx="2549">
                  <c:v>21.859525</c:v>
                </c:pt>
                <c:pt idx="2550">
                  <c:v>21.730870</c:v>
                </c:pt>
                <c:pt idx="2551">
                  <c:v>21.602725</c:v>
                </c:pt>
                <c:pt idx="2552">
                  <c:v>21.475086</c:v>
                </c:pt>
                <c:pt idx="2553">
                  <c:v>21.347952</c:v>
                </c:pt>
                <c:pt idx="2554">
                  <c:v>21.221321</c:v>
                </c:pt>
                <c:pt idx="2555">
                  <c:v>21.095192</c:v>
                </c:pt>
                <c:pt idx="2556">
                  <c:v>20.969562</c:v>
                </c:pt>
                <c:pt idx="2557">
                  <c:v>20.844430</c:v>
                </c:pt>
                <c:pt idx="2558">
                  <c:v>20.719794</c:v>
                </c:pt>
                <c:pt idx="2559">
                  <c:v>20.595652</c:v>
                </c:pt>
                <c:pt idx="2560">
                  <c:v>20.472001</c:v>
                </c:pt>
                <c:pt idx="2561">
                  <c:v>20.348842</c:v>
                </c:pt>
                <c:pt idx="2562">
                  <c:v>20.226171</c:v>
                </c:pt>
                <c:pt idx="2563">
                  <c:v>20.103986</c:v>
                </c:pt>
                <c:pt idx="2564">
                  <c:v>19.982287</c:v>
                </c:pt>
                <c:pt idx="2565">
                  <c:v>19.861071</c:v>
                </c:pt>
                <c:pt idx="2566">
                  <c:v>19.740336</c:v>
                </c:pt>
                <c:pt idx="2567">
                  <c:v>19.620081</c:v>
                </c:pt>
                <c:pt idx="2568">
                  <c:v>19.500304</c:v>
                </c:pt>
                <c:pt idx="2569">
                  <c:v>19.381003</c:v>
                </c:pt>
                <c:pt idx="2570">
                  <c:v>19.262177</c:v>
                </c:pt>
                <c:pt idx="2571">
                  <c:v>19.143823</c:v>
                </c:pt>
                <c:pt idx="2572">
                  <c:v>19.025940</c:v>
                </c:pt>
                <c:pt idx="2573">
                  <c:v>18.908526</c:v>
                </c:pt>
                <c:pt idx="2574">
                  <c:v>18.791579</c:v>
                </c:pt>
                <c:pt idx="2575">
                  <c:v>18.675098</c:v>
                </c:pt>
                <c:pt idx="2576">
                  <c:v>18.559082</c:v>
                </c:pt>
                <c:pt idx="2577">
                  <c:v>18.443527</c:v>
                </c:pt>
                <c:pt idx="2578">
                  <c:v>18.328433</c:v>
                </c:pt>
                <c:pt idx="2579">
                  <c:v>18.213798</c:v>
                </c:pt>
                <c:pt idx="2580">
                  <c:v>18.099620</c:v>
                </c:pt>
                <c:pt idx="2581">
                  <c:v>17.985897</c:v>
                </c:pt>
                <c:pt idx="2582">
                  <c:v>17.872629</c:v>
                </c:pt>
                <c:pt idx="2583">
                  <c:v>17.759812</c:v>
                </c:pt>
                <c:pt idx="2584">
                  <c:v>17.647446</c:v>
                </c:pt>
                <c:pt idx="2585">
                  <c:v>17.535529</c:v>
                </c:pt>
                <c:pt idx="2586">
                  <c:v>17.424058</c:v>
                </c:pt>
                <c:pt idx="2587">
                  <c:v>17.313034</c:v>
                </c:pt>
                <c:pt idx="2588">
                  <c:v>17.202453</c:v>
                </c:pt>
                <c:pt idx="2589">
                  <c:v>17.092314</c:v>
                </c:pt>
                <c:pt idx="2590">
                  <c:v>16.982616</c:v>
                </c:pt>
                <c:pt idx="2591">
                  <c:v>16.873357</c:v>
                </c:pt>
                <c:pt idx="2592">
                  <c:v>16.764535</c:v>
                </c:pt>
                <c:pt idx="2593">
                  <c:v>16.656148</c:v>
                </c:pt>
                <c:pt idx="2594">
                  <c:v>16.548196</c:v>
                </c:pt>
                <c:pt idx="2595">
                  <c:v>16.440676</c:v>
                </c:pt>
                <c:pt idx="2596">
                  <c:v>16.333587</c:v>
                </c:pt>
                <c:pt idx="2597">
                  <c:v>16.226928</c:v>
                </c:pt>
                <c:pt idx="2598">
                  <c:v>16.120696</c:v>
                </c:pt>
                <c:pt idx="2599">
                  <c:v>16.014890</c:v>
                </c:pt>
                <c:pt idx="2600">
                  <c:v>15.909509</c:v>
                </c:pt>
                <c:pt idx="2601">
                  <c:v>15.804550</c:v>
                </c:pt>
                <c:pt idx="2602">
                  <c:v>15.700013</c:v>
                </c:pt>
                <c:pt idx="2603">
                  <c:v>15.595896</c:v>
                </c:pt>
                <c:pt idx="2604">
                  <c:v>15.492197</c:v>
                </c:pt>
                <c:pt idx="2605">
                  <c:v>15.388915</c:v>
                </c:pt>
                <c:pt idx="2606">
                  <c:v>15.286048</c:v>
                </c:pt>
                <c:pt idx="2607">
                  <c:v>15.183594</c:v>
                </c:pt>
                <c:pt idx="2608">
                  <c:v>15.081553</c:v>
                </c:pt>
                <c:pt idx="2609">
                  <c:v>14.979922</c:v>
                </c:pt>
                <c:pt idx="2610">
                  <c:v>14.878700</c:v>
                </c:pt>
                <c:pt idx="2611">
                  <c:v>14.777886</c:v>
                </c:pt>
                <c:pt idx="2612">
                  <c:v>14.677477</c:v>
                </c:pt>
                <c:pt idx="2613">
                  <c:v>14.577474</c:v>
                </c:pt>
                <c:pt idx="2614">
                  <c:v>14.477873</c:v>
                </c:pt>
                <c:pt idx="2615">
                  <c:v>14.378674</c:v>
                </c:pt>
                <c:pt idx="2616">
                  <c:v>14.279874</c:v>
                </c:pt>
                <c:pt idx="2617">
                  <c:v>14.181474</c:v>
                </c:pt>
                <c:pt idx="2618">
                  <c:v>14.083470</c:v>
                </c:pt>
                <c:pt idx="2619">
                  <c:v>13.985862</c:v>
                </c:pt>
                <c:pt idx="2620">
                  <c:v>13.888648</c:v>
                </c:pt>
                <c:pt idx="2621">
                  <c:v>13.791826</c:v>
                </c:pt>
                <c:pt idx="2622">
                  <c:v>13.695396</c:v>
                </c:pt>
                <c:pt idx="2623">
                  <c:v>13.599355</c:v>
                </c:pt>
                <c:pt idx="2624">
                  <c:v>13.503703</c:v>
                </c:pt>
                <c:pt idx="2625">
                  <c:v>13.408438</c:v>
                </c:pt>
                <c:pt idx="2626">
                  <c:v>13.313558</c:v>
                </c:pt>
                <c:pt idx="2627">
                  <c:v>13.219061</c:v>
                </c:pt>
                <c:pt idx="2628">
                  <c:v>13.124948</c:v>
                </c:pt>
                <c:pt idx="2629">
                  <c:v>13.031215</c:v>
                </c:pt>
                <c:pt idx="2630">
                  <c:v>12.937863</c:v>
                </c:pt>
                <c:pt idx="2631">
                  <c:v>12.844888</c:v>
                </c:pt>
                <c:pt idx="2632">
                  <c:v>12.752290</c:v>
                </c:pt>
                <c:pt idx="2633">
                  <c:v>12.660068</c:v>
                </c:pt>
                <c:pt idx="2634">
                  <c:v>12.568220</c:v>
                </c:pt>
                <c:pt idx="2635">
                  <c:v>12.476744</c:v>
                </c:pt>
                <c:pt idx="2636">
                  <c:v>12.385640</c:v>
                </c:pt>
                <c:pt idx="2637">
                  <c:v>12.294906</c:v>
                </c:pt>
                <c:pt idx="2638">
                  <c:v>12.204540</c:v>
                </c:pt>
                <c:pt idx="2639">
                  <c:v>12.114541</c:v>
                </c:pt>
                <c:pt idx="2640">
                  <c:v>12.024909</c:v>
                </c:pt>
                <c:pt idx="2641">
                  <c:v>11.935640</c:v>
                </c:pt>
                <c:pt idx="2642">
                  <c:v>11.846735</c:v>
                </c:pt>
                <c:pt idx="2643">
                  <c:v>11.758191</c:v>
                </c:pt>
                <c:pt idx="2644">
                  <c:v>11.670008</c:v>
                </c:pt>
                <c:pt idx="2645">
                  <c:v>11.582183</c:v>
                </c:pt>
                <c:pt idx="2646">
                  <c:v>11.494717</c:v>
                </c:pt>
                <c:pt idx="2647">
                  <c:v>11.407606</c:v>
                </c:pt>
                <c:pt idx="2648">
                  <c:v>11.320851</c:v>
                </c:pt>
                <c:pt idx="2649">
                  <c:v>11.234449</c:v>
                </c:pt>
                <c:pt idx="2650">
                  <c:v>11.148400</c:v>
                </c:pt>
                <c:pt idx="2651">
                  <c:v>11.062702</c:v>
                </c:pt>
                <c:pt idx="2652">
                  <c:v>10.977353</c:v>
                </c:pt>
                <c:pt idx="2653">
                  <c:v>10.892353</c:v>
                </c:pt>
                <c:pt idx="2654">
                  <c:v>10.807700</c:v>
                </c:pt>
                <c:pt idx="2655">
                  <c:v>10.723393</c:v>
                </c:pt>
                <c:pt idx="2656">
                  <c:v>10.639430</c:v>
                </c:pt>
                <c:pt idx="2657">
                  <c:v>10.555811</c:v>
                </c:pt>
                <c:pt idx="2658">
                  <c:v>10.472533</c:v>
                </c:pt>
                <c:pt idx="2659">
                  <c:v>10.389597</c:v>
                </c:pt>
                <c:pt idx="2660">
                  <c:v>10.306999</c:v>
                </c:pt>
                <c:pt idx="2661">
                  <c:v>10.224740</c:v>
                </c:pt>
                <c:pt idx="2662">
                  <c:v>10.142818</c:v>
                </c:pt>
                <c:pt idx="2663">
                  <c:v>10.061231</c:v>
                </c:pt>
                <c:pt idx="2664">
                  <c:v>9.979979</c:v>
                </c:pt>
                <c:pt idx="2665">
                  <c:v>9.899060</c:v>
                </c:pt>
                <c:pt idx="2666">
                  <c:v>9.818472</c:v>
                </c:pt>
                <c:pt idx="2667">
                  <c:v>9.738216</c:v>
                </c:pt>
                <c:pt idx="2668">
                  <c:v>9.658288</c:v>
                </c:pt>
                <c:pt idx="2669">
                  <c:v>9.578689</c:v>
                </c:pt>
                <c:pt idx="2670">
                  <c:v>9.499417</c:v>
                </c:pt>
                <c:pt idx="2671">
                  <c:v>9.420471</c:v>
                </c:pt>
                <c:pt idx="2672">
                  <c:v>9.341849</c:v>
                </c:pt>
                <c:pt idx="2673">
                  <c:v>9.263550</c:v>
                </c:pt>
                <c:pt idx="2674">
                  <c:v>9.185573</c:v>
                </c:pt>
                <c:pt idx="2675">
                  <c:v>9.107918</c:v>
                </c:pt>
                <c:pt idx="2676">
                  <c:v>9.030582</c:v>
                </c:pt>
                <c:pt idx="2677">
                  <c:v>8.953564</c:v>
                </c:pt>
                <c:pt idx="2678">
                  <c:v>8.876863</c:v>
                </c:pt>
                <c:pt idx="2679">
                  <c:v>8.800479</c:v>
                </c:pt>
                <c:pt idx="2680">
                  <c:v>8.724410</c:v>
                </c:pt>
                <c:pt idx="2681">
                  <c:v>8.648654</c:v>
                </c:pt>
                <c:pt idx="2682">
                  <c:v>8.573211</c:v>
                </c:pt>
                <c:pt idx="2683">
                  <c:v>8.498079</c:v>
                </c:pt>
                <c:pt idx="2684">
                  <c:v>8.423257</c:v>
                </c:pt>
                <c:pt idx="2685">
                  <c:v>8.348745</c:v>
                </c:pt>
                <c:pt idx="2686">
                  <c:v>8.274540</c:v>
                </c:pt>
                <c:pt idx="2687">
                  <c:v>8.200642</c:v>
                </c:pt>
                <c:pt idx="2688">
                  <c:v>8.127050</c:v>
                </c:pt>
                <c:pt idx="2689">
                  <c:v>8.053762</c:v>
                </c:pt>
                <c:pt idx="2690">
                  <c:v>7.980777</c:v>
                </c:pt>
                <c:pt idx="2691">
                  <c:v>7.908095</c:v>
                </c:pt>
                <c:pt idx="2692">
                  <c:v>7.835713</c:v>
                </c:pt>
                <c:pt idx="2693">
                  <c:v>7.763631</c:v>
                </c:pt>
                <c:pt idx="2694">
                  <c:v>7.691848</c:v>
                </c:pt>
                <c:pt idx="2695">
                  <c:v>7.620363</c:v>
                </c:pt>
                <c:pt idx="2696">
                  <c:v>7.549174</c:v>
                </c:pt>
                <c:pt idx="2697">
                  <c:v>7.478281</c:v>
                </c:pt>
                <c:pt idx="2698">
                  <c:v>7.407682</c:v>
                </c:pt>
                <c:pt idx="2699">
                  <c:v>7.337376</c:v>
                </c:pt>
                <c:pt idx="2700">
                  <c:v>7.267362</c:v>
                </c:pt>
                <c:pt idx="2701">
                  <c:v>7.197639</c:v>
                </c:pt>
                <c:pt idx="2702">
                  <c:v>7.128207</c:v>
                </c:pt>
                <c:pt idx="2703">
                  <c:v>7.059062</c:v>
                </c:pt>
                <c:pt idx="2704">
                  <c:v>6.990206</c:v>
                </c:pt>
                <c:pt idx="2705">
                  <c:v>6.921636</c:v>
                </c:pt>
                <c:pt idx="2706">
                  <c:v>6.853352</c:v>
                </c:pt>
                <c:pt idx="2707">
                  <c:v>6.785352</c:v>
                </c:pt>
                <c:pt idx="2708">
                  <c:v>6.717636</c:v>
                </c:pt>
                <c:pt idx="2709">
                  <c:v>6.650202</c:v>
                </c:pt>
                <c:pt idx="2710">
                  <c:v>6.583050</c:v>
                </c:pt>
                <c:pt idx="2711">
                  <c:v>6.516177</c:v>
                </c:pt>
                <c:pt idx="2712">
                  <c:v>6.449584</c:v>
                </c:pt>
                <c:pt idx="2713">
                  <c:v>6.383269</c:v>
                </c:pt>
                <c:pt idx="2714">
                  <c:v>6.317231</c:v>
                </c:pt>
                <c:pt idx="2715">
                  <c:v>6.251469</c:v>
                </c:pt>
                <c:pt idx="2716">
                  <c:v>6.185982</c:v>
                </c:pt>
                <c:pt idx="2717">
                  <c:v>6.120769</c:v>
                </c:pt>
                <c:pt idx="2718">
                  <c:v>6.055829</c:v>
                </c:pt>
                <c:pt idx="2719">
                  <c:v>5.991160</c:v>
                </c:pt>
                <c:pt idx="2720">
                  <c:v>5.926763</c:v>
                </c:pt>
                <c:pt idx="2721">
                  <c:v>5.862636</c:v>
                </c:pt>
                <c:pt idx="2722">
                  <c:v>5.798777</c:v>
                </c:pt>
                <c:pt idx="2723">
                  <c:v>5.735186</c:v>
                </c:pt>
                <c:pt idx="2724">
                  <c:v>5.671862</c:v>
                </c:pt>
                <c:pt idx="2725">
                  <c:v>5.608804</c:v>
                </c:pt>
                <c:pt idx="2726">
                  <c:v>5.546011</c:v>
                </c:pt>
                <c:pt idx="2727">
                  <c:v>5.483481</c:v>
                </c:pt>
                <c:pt idx="2728">
                  <c:v>5.421214</c:v>
                </c:pt>
                <c:pt idx="2729">
                  <c:v>5.359210</c:v>
                </c:pt>
                <c:pt idx="2730">
                  <c:v>5.297466</c:v>
                </c:pt>
                <c:pt idx="2731">
                  <c:v>5.235981</c:v>
                </c:pt>
                <c:pt idx="2732">
                  <c:v>5.174756</c:v>
                </c:pt>
                <c:pt idx="2733">
                  <c:v>5.113789</c:v>
                </c:pt>
                <c:pt idx="2734">
                  <c:v>5.053078</c:v>
                </c:pt>
                <c:pt idx="2735">
                  <c:v>4.992624</c:v>
                </c:pt>
                <c:pt idx="2736">
                  <c:v>4.932424</c:v>
                </c:pt>
                <c:pt idx="2737">
                  <c:v>4.872479</c:v>
                </c:pt>
                <c:pt idx="2738">
                  <c:v>4.812786</c:v>
                </c:pt>
                <c:pt idx="2739">
                  <c:v>4.753346</c:v>
                </c:pt>
                <c:pt idx="2740">
                  <c:v>4.694157</c:v>
                </c:pt>
                <c:pt idx="2741">
                  <c:v>4.635218</c:v>
                </c:pt>
                <c:pt idx="2742">
                  <c:v>4.576528</c:v>
                </c:pt>
                <c:pt idx="2743">
                  <c:v>4.518087</c:v>
                </c:pt>
                <c:pt idx="2744">
                  <c:v>4.459893</c:v>
                </c:pt>
                <c:pt idx="2745">
                  <c:v>4.401946</c:v>
                </c:pt>
                <c:pt idx="2746">
                  <c:v>4.344244</c:v>
                </c:pt>
                <c:pt idx="2747">
                  <c:v>4.286787</c:v>
                </c:pt>
                <c:pt idx="2748">
                  <c:v>4.229573</c:v>
                </c:pt>
                <c:pt idx="2749">
                  <c:v>4.172602</c:v>
                </c:pt>
                <c:pt idx="2750">
                  <c:v>4.115873</c:v>
                </c:pt>
                <c:pt idx="2751">
                  <c:v>4.059385</c:v>
                </c:pt>
                <c:pt idx="2752">
                  <c:v>4.003137</c:v>
                </c:pt>
                <c:pt idx="2753">
                  <c:v>3.947128</c:v>
                </c:pt>
                <c:pt idx="2754">
                  <c:v>3.891357</c:v>
                </c:pt>
                <c:pt idx="2755">
                  <c:v>3.835824</c:v>
                </c:pt>
                <c:pt idx="2756">
                  <c:v>3.780527</c:v>
                </c:pt>
                <c:pt idx="2757">
                  <c:v>3.725465</c:v>
                </c:pt>
                <c:pt idx="2758">
                  <c:v>3.670639</c:v>
                </c:pt>
                <c:pt idx="2759">
                  <c:v>3.616045</c:v>
                </c:pt>
                <c:pt idx="2760">
                  <c:v>3.561685</c:v>
                </c:pt>
                <c:pt idx="2761">
                  <c:v>3.507557</c:v>
                </c:pt>
                <c:pt idx="2762">
                  <c:v>3.453659</c:v>
                </c:pt>
                <c:pt idx="2763">
                  <c:v>3.399992</c:v>
                </c:pt>
                <c:pt idx="2764">
                  <c:v>3.346555</c:v>
                </c:pt>
                <c:pt idx="2765">
                  <c:v>3.293346</c:v>
                </c:pt>
                <c:pt idx="2766">
                  <c:v>3.240364</c:v>
                </c:pt>
                <c:pt idx="2767">
                  <c:v>3.187609</c:v>
                </c:pt>
                <c:pt idx="2768">
                  <c:v>3.135080</c:v>
                </c:pt>
                <c:pt idx="2769">
                  <c:v>3.082776</c:v>
                </c:pt>
                <c:pt idx="2770">
                  <c:v>3.030696</c:v>
                </c:pt>
                <c:pt idx="2771">
                  <c:v>2.978840</c:v>
                </c:pt>
                <c:pt idx="2772">
                  <c:v>2.927206</c:v>
                </c:pt>
                <c:pt idx="2773">
                  <c:v>2.875794</c:v>
                </c:pt>
                <c:pt idx="2774">
                  <c:v>2.824602</c:v>
                </c:pt>
                <c:pt idx="2775">
                  <c:v>2.773631</c:v>
                </c:pt>
                <c:pt idx="2776">
                  <c:v>2.722879</c:v>
                </c:pt>
                <c:pt idx="2777">
                  <c:v>2.672345</c:v>
                </c:pt>
                <c:pt idx="2778">
                  <c:v>2.622028</c:v>
                </c:pt>
                <c:pt idx="2779">
                  <c:v>2.571928</c:v>
                </c:pt>
                <c:pt idx="2780">
                  <c:v>2.522044</c:v>
                </c:pt>
                <c:pt idx="2781">
                  <c:v>2.472375</c:v>
                </c:pt>
                <c:pt idx="2782">
                  <c:v>2.422920</c:v>
                </c:pt>
                <c:pt idx="2783">
                  <c:v>2.373679</c:v>
                </c:pt>
                <c:pt idx="2784">
                  <c:v>2.324650</c:v>
                </c:pt>
                <c:pt idx="2785">
                  <c:v>2.275832</c:v>
                </c:pt>
                <c:pt idx="2786">
                  <c:v>2.227226</c:v>
                </c:pt>
                <c:pt idx="2787">
                  <c:v>2.178830</c:v>
                </c:pt>
                <c:pt idx="2788">
                  <c:v>2.130644</c:v>
                </c:pt>
                <c:pt idx="2789">
                  <c:v>2.082666</c:v>
                </c:pt>
                <c:pt idx="2790">
                  <c:v>2.034895</c:v>
                </c:pt>
                <c:pt idx="2791">
                  <c:v>1.987332</c:v>
                </c:pt>
                <c:pt idx="2792">
                  <c:v>1.939975</c:v>
                </c:pt>
                <c:pt idx="2793">
                  <c:v>1.892823</c:v>
                </c:pt>
                <c:pt idx="2794">
                  <c:v>1.845876</c:v>
                </c:pt>
                <c:pt idx="2795">
                  <c:v>1.799133</c:v>
                </c:pt>
                <c:pt idx="2796">
                  <c:v>1.752593</c:v>
                </c:pt>
                <c:pt idx="2797">
                  <c:v>1.706255</c:v>
                </c:pt>
                <c:pt idx="2798">
                  <c:v>1.660119</c:v>
                </c:pt>
                <c:pt idx="2799">
                  <c:v>1.614184</c:v>
                </c:pt>
                <c:pt idx="2800">
                  <c:v>1.568448</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tickLblSkip val="110"/>
        <c:noMultiLvlLbl val="1"/>
      </c:catAx>
      <c:valAx>
        <c:axId val="2094734553"/>
        <c:scaling>
          <c:orientation val="minMax"/>
          <c:max val="1200"/>
          <c:min val="-200"/>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min"/>
        <c:crossBetween val="between"/>
        <c:majorUnit val="350"/>
        <c:minorUnit val="17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9" name="Shape 139"/>
          <p:cNvSpPr/>
          <p:nvPr>
            <p:ph type="sldImg"/>
          </p:nvPr>
        </p:nvSpPr>
        <p:spPr>
          <a:xfrm>
            <a:off x="1143000" y="685800"/>
            <a:ext cx="4572000" cy="3429000"/>
          </a:xfrm>
          <a:prstGeom prst="rect">
            <a:avLst/>
          </a:prstGeom>
        </p:spPr>
        <p:txBody>
          <a:bodyPr/>
          <a:lstStyle/>
          <a:p>
            <a:pPr/>
          </a:p>
        </p:txBody>
      </p:sp>
      <p:sp>
        <p:nvSpPr>
          <p:cNvPr id="140" name="Shape 14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2200">
        <a:latin typeface="+mn-lt"/>
        <a:ea typeface="+mn-ea"/>
        <a:cs typeface="+mn-cs"/>
        <a:sym typeface="Lucida Grande"/>
      </a:defRPr>
    </a:lvl1pPr>
    <a:lvl2pPr indent="228600" defTabSz="457200" latinLnBrk="0">
      <a:defRPr sz="2200">
        <a:latin typeface="+mn-lt"/>
        <a:ea typeface="+mn-ea"/>
        <a:cs typeface="+mn-cs"/>
        <a:sym typeface="Lucida Grande"/>
      </a:defRPr>
    </a:lvl2pPr>
    <a:lvl3pPr indent="457200" defTabSz="457200" latinLnBrk="0">
      <a:defRPr sz="2200">
        <a:latin typeface="+mn-lt"/>
        <a:ea typeface="+mn-ea"/>
        <a:cs typeface="+mn-cs"/>
        <a:sym typeface="Lucida Grande"/>
      </a:defRPr>
    </a:lvl3pPr>
    <a:lvl4pPr indent="685800" defTabSz="457200" latinLnBrk="0">
      <a:defRPr sz="2200">
        <a:latin typeface="+mn-lt"/>
        <a:ea typeface="+mn-ea"/>
        <a:cs typeface="+mn-cs"/>
        <a:sym typeface="Lucida Grande"/>
      </a:defRPr>
    </a:lvl4pPr>
    <a:lvl5pPr indent="914400" defTabSz="457200" latinLnBrk="0">
      <a:defRPr sz="2200">
        <a:latin typeface="+mn-lt"/>
        <a:ea typeface="+mn-ea"/>
        <a:cs typeface="+mn-cs"/>
        <a:sym typeface="Lucida Grande"/>
      </a:defRPr>
    </a:lvl5pPr>
    <a:lvl6pPr indent="1143000" defTabSz="457200" latinLnBrk="0">
      <a:defRPr sz="2200">
        <a:latin typeface="+mn-lt"/>
        <a:ea typeface="+mn-ea"/>
        <a:cs typeface="+mn-cs"/>
        <a:sym typeface="Lucida Grande"/>
      </a:defRPr>
    </a:lvl6pPr>
    <a:lvl7pPr indent="1371600" defTabSz="457200" latinLnBrk="0">
      <a:defRPr sz="2200">
        <a:latin typeface="+mn-lt"/>
        <a:ea typeface="+mn-ea"/>
        <a:cs typeface="+mn-cs"/>
        <a:sym typeface="Lucida Grande"/>
      </a:defRPr>
    </a:lvl7pPr>
    <a:lvl8pPr indent="1600200" defTabSz="457200" latinLnBrk="0">
      <a:defRPr sz="2200">
        <a:latin typeface="+mn-lt"/>
        <a:ea typeface="+mn-ea"/>
        <a:cs typeface="+mn-cs"/>
        <a:sym typeface="Lucida Grande"/>
      </a:defRPr>
    </a:lvl8pPr>
    <a:lvl9pPr indent="1828800" defTabSz="457200" latinLnBrk="0">
      <a:defRPr sz="2200">
        <a:latin typeface="+mn-lt"/>
        <a:ea typeface="+mn-ea"/>
        <a:cs typeface="+mn-cs"/>
        <a:sym typeface="Lucida Grand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与副标题">
    <p:spTree>
      <p:nvGrpSpPr>
        <p:cNvPr id="1" name=""/>
        <p:cNvGrpSpPr/>
        <p:nvPr/>
      </p:nvGrpSpPr>
      <p:grpSpPr>
        <a:xfrm>
          <a:off x="0" y="0"/>
          <a:ext cx="0" cy="0"/>
          <a:chOff x="0" y="0"/>
          <a:chExt cx="0" cy="0"/>
        </a:xfrm>
      </p:grpSpPr>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水平">
    <p:spTree>
      <p:nvGrpSpPr>
        <p:cNvPr id="1" name=""/>
        <p:cNvGrpSpPr/>
        <p:nvPr/>
      </p:nvGrpSpPr>
      <p:grpSpPr>
        <a:xfrm>
          <a:off x="0" y="0"/>
          <a:ext cx="0" cy="0"/>
          <a:chOff x="0" y="0"/>
          <a:chExt cx="0" cy="0"/>
        </a:xfrm>
      </p:grpSpPr>
      <p:sp>
        <p:nvSpPr>
          <p:cNvPr id="19" name="图像"/>
          <p:cNvSpPr/>
          <p:nvPr>
            <p:ph type="pic" sz="half" idx="21"/>
          </p:nvPr>
        </p:nvSpPr>
        <p:spPr>
          <a:xfrm>
            <a:off x="5334000" y="946546"/>
            <a:ext cx="13716002" cy="8304611"/>
          </a:xfrm>
          <a:prstGeom prst="rect">
            <a:avLst/>
          </a:prstGeom>
        </p:spPr>
        <p:txBody>
          <a:bodyPr lIns="91439" tIns="45719" rIns="91439" bIns="45719" anchor="t">
            <a:noAutofit/>
          </a:bodyPr>
          <a:lstStyle/>
          <a:p>
            <a:pPr/>
          </a:p>
        </p:txBody>
      </p:sp>
      <p:sp>
        <p:nvSpPr>
          <p:cNvPr id="20" name="标题文本"/>
          <p:cNvSpPr txBox="1"/>
          <p:nvPr>
            <p:ph type="title" hasCustomPrompt="1"/>
          </p:nvPr>
        </p:nvSpPr>
        <p:spPr>
          <a:xfrm>
            <a:off x="4833937" y="9447609"/>
            <a:ext cx="14716127" cy="2000253"/>
          </a:xfrm>
          <a:prstGeom prst="rect">
            <a:avLst/>
          </a:prstGeom>
        </p:spPr>
        <p:txBody>
          <a:bodyPr anchor="b"/>
          <a:lstStyle/>
          <a:p>
            <a:pPr/>
            <a:r>
              <a:t>标题文本</a:t>
            </a:r>
          </a:p>
        </p:txBody>
      </p:sp>
      <p:sp>
        <p:nvSpPr>
          <p:cNvPr id="21" name="Body Level One…"/>
          <p:cNvSpPr txBox="1"/>
          <p:nvPr>
            <p:ph type="body" sz="quarter" idx="1" hasCustomPrompt="1"/>
          </p:nvPr>
        </p:nvSpPr>
        <p:spPr>
          <a:xfrm>
            <a:off x="4833937" y="11465717"/>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22"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 - 居中">
    <p:spTree>
      <p:nvGrpSpPr>
        <p:cNvPr id="1" name=""/>
        <p:cNvGrpSpPr/>
        <p:nvPr/>
      </p:nvGrpSpPr>
      <p:grpSpPr>
        <a:xfrm>
          <a:off x="0" y="0"/>
          <a:ext cx="0" cy="0"/>
          <a:chOff x="0" y="0"/>
          <a:chExt cx="0" cy="0"/>
        </a:xfrm>
      </p:grpSpPr>
      <p:sp>
        <p:nvSpPr>
          <p:cNvPr id="29" name="标题文本"/>
          <p:cNvSpPr txBox="1"/>
          <p:nvPr>
            <p:ph type="title" hasCustomPrompt="1"/>
          </p:nvPr>
        </p:nvSpPr>
        <p:spPr>
          <a:xfrm>
            <a:off x="4833937" y="4536280"/>
            <a:ext cx="14716127" cy="4643440"/>
          </a:xfrm>
          <a:prstGeom prst="rect">
            <a:avLst/>
          </a:prstGeom>
        </p:spPr>
        <p:txBody>
          <a:bodyPr/>
          <a:lstStyle/>
          <a:p>
            <a:pPr/>
            <a:r>
              <a:t>标题文本</a:t>
            </a:r>
          </a:p>
        </p:txBody>
      </p:sp>
      <p:sp>
        <p:nvSpPr>
          <p:cNvPr id="30"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垂直">
    <p:spTree>
      <p:nvGrpSpPr>
        <p:cNvPr id="1" name=""/>
        <p:cNvGrpSpPr/>
        <p:nvPr/>
      </p:nvGrpSpPr>
      <p:grpSpPr>
        <a:xfrm>
          <a:off x="0" y="0"/>
          <a:ext cx="0" cy="0"/>
          <a:chOff x="0" y="0"/>
          <a:chExt cx="0" cy="0"/>
        </a:xfrm>
      </p:grpSpPr>
      <p:sp>
        <p:nvSpPr>
          <p:cNvPr id="37" name="图像"/>
          <p:cNvSpPr/>
          <p:nvPr>
            <p:ph type="pic" sz="half" idx="21"/>
          </p:nvPr>
        </p:nvSpPr>
        <p:spPr>
          <a:xfrm>
            <a:off x="12495609" y="892967"/>
            <a:ext cx="7500940" cy="11555019"/>
          </a:xfrm>
          <a:prstGeom prst="rect">
            <a:avLst/>
          </a:prstGeom>
        </p:spPr>
        <p:txBody>
          <a:bodyPr lIns="91439" tIns="45719" rIns="91439" bIns="45719" anchor="t">
            <a:noAutofit/>
          </a:bodyPr>
          <a:lstStyle/>
          <a:p>
            <a:pPr/>
          </a:p>
        </p:txBody>
      </p:sp>
      <p:sp>
        <p:nvSpPr>
          <p:cNvPr id="38" name="标题文本"/>
          <p:cNvSpPr txBox="1"/>
          <p:nvPr>
            <p:ph type="title" hasCustomPrompt="1"/>
          </p:nvPr>
        </p:nvSpPr>
        <p:spPr>
          <a:xfrm>
            <a:off x="4387453" y="892967"/>
            <a:ext cx="7500940" cy="5607847"/>
          </a:xfrm>
          <a:prstGeom prst="rect">
            <a:avLst/>
          </a:prstGeom>
        </p:spPr>
        <p:txBody>
          <a:bodyPr anchor="b"/>
          <a:lstStyle>
            <a:lvl1pPr>
              <a:defRPr sz="8400"/>
            </a:lvl1pPr>
          </a:lstStyle>
          <a:p>
            <a:pPr/>
            <a:r>
              <a:t>标题文本</a:t>
            </a:r>
          </a:p>
        </p:txBody>
      </p:sp>
      <p:sp>
        <p:nvSpPr>
          <p:cNvPr id="39" name="Body Level One…"/>
          <p:cNvSpPr txBox="1"/>
          <p:nvPr>
            <p:ph type="body" sz="quarter" idx="1" hasCustomPrompt="1"/>
          </p:nvPr>
        </p:nvSpPr>
        <p:spPr>
          <a:xfrm>
            <a:off x="4387453" y="6643685"/>
            <a:ext cx="7500940" cy="5786440"/>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40"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 - 顶部对齐">
    <p:spTree>
      <p:nvGrpSpPr>
        <p:cNvPr id="1" name=""/>
        <p:cNvGrpSpPr/>
        <p:nvPr/>
      </p:nvGrpSpPr>
      <p:grpSpPr>
        <a:xfrm>
          <a:off x="0" y="0"/>
          <a:ext cx="0" cy="0"/>
          <a:chOff x="0" y="0"/>
          <a:chExt cx="0" cy="0"/>
        </a:xfrm>
      </p:grpSpPr>
      <p:sp>
        <p:nvSpPr>
          <p:cNvPr id="47"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48"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项目符号">
    <p:spTree>
      <p:nvGrpSpPr>
        <p:cNvPr id="1" name=""/>
        <p:cNvGrpSpPr/>
        <p:nvPr/>
      </p:nvGrpSpPr>
      <p:grpSpPr>
        <a:xfrm>
          <a:off x="0" y="0"/>
          <a:ext cx="0" cy="0"/>
          <a:chOff x="0" y="0"/>
          <a:chExt cx="0" cy="0"/>
        </a:xfrm>
      </p:grpSpPr>
      <p:sp>
        <p:nvSpPr>
          <p:cNvPr id="55"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56" name="Body Level One…"/>
          <p:cNvSpPr txBox="1"/>
          <p:nvPr>
            <p:ph type="body" idx="1" hasCustomPrompt="1"/>
          </p:nvPr>
        </p:nvSpPr>
        <p:spPr>
          <a:xfrm>
            <a:off x="4387453" y="3643312"/>
            <a:ext cx="15609094" cy="8840394"/>
          </a:xfrm>
          <a:prstGeom prst="rect">
            <a:avLst/>
          </a:prstGeom>
        </p:spPr>
        <p:txBody>
          <a:bodyPr/>
          <a:lstStyle/>
          <a:p>
            <a:pPr/>
            <a:r>
              <a:t>正文级别 1</a:t>
            </a:r>
          </a:p>
          <a:p>
            <a:pPr lvl="1"/>
            <a:r>
              <a:t/>
            </a:r>
          </a:p>
          <a:p>
            <a:pPr lvl="2"/>
            <a:r>
              <a:t/>
            </a:r>
          </a:p>
          <a:p>
            <a:pPr lvl="3"/>
            <a:r>
              <a:t/>
            </a:r>
          </a:p>
          <a:p>
            <a:pPr lvl="4"/>
            <a:r>
              <a:t/>
            </a:r>
          </a:p>
        </p:txBody>
      </p:sp>
      <p:sp>
        <p:nvSpPr>
          <p:cNvPr id="57"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项目符号与照片">
    <p:spTree>
      <p:nvGrpSpPr>
        <p:cNvPr id="1" name=""/>
        <p:cNvGrpSpPr/>
        <p:nvPr/>
      </p:nvGrpSpPr>
      <p:grpSpPr>
        <a:xfrm>
          <a:off x="0" y="0"/>
          <a:ext cx="0" cy="0"/>
          <a:chOff x="0" y="0"/>
          <a:chExt cx="0" cy="0"/>
        </a:xfrm>
      </p:grpSpPr>
      <p:sp>
        <p:nvSpPr>
          <p:cNvPr id="64" name="图像"/>
          <p:cNvSpPr/>
          <p:nvPr>
            <p:ph type="pic" sz="quarter" idx="21"/>
          </p:nvPr>
        </p:nvSpPr>
        <p:spPr>
          <a:xfrm>
            <a:off x="12495609" y="3643312"/>
            <a:ext cx="7500940" cy="8840394"/>
          </a:xfrm>
          <a:prstGeom prst="rect">
            <a:avLst/>
          </a:prstGeom>
        </p:spPr>
        <p:txBody>
          <a:bodyPr lIns="91439" tIns="45719" rIns="91439" bIns="45719" anchor="t">
            <a:noAutofit/>
          </a:bodyPr>
          <a:lstStyle/>
          <a:p>
            <a:pPr/>
          </a:p>
        </p:txBody>
      </p:sp>
      <p:sp>
        <p:nvSpPr>
          <p:cNvPr id="65"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66" name="Body Level One…"/>
          <p:cNvSpPr txBox="1"/>
          <p:nvPr>
            <p:ph type="body" sz="quarter" idx="1" hasCustomPrompt="1"/>
          </p:nvPr>
        </p:nvSpPr>
        <p:spPr>
          <a:xfrm>
            <a:off x="4387453" y="3643312"/>
            <a:ext cx="7500940" cy="8840394"/>
          </a:xfrm>
          <a:prstGeom prst="rect">
            <a:avLst/>
          </a:prstGeom>
        </p:spPr>
        <p:txBody>
          <a:bodyPr/>
          <a:lstStyle>
            <a:lvl1pPr marL="465455" indent="-465455">
              <a:spcBef>
                <a:spcPts val="4500"/>
              </a:spcBef>
              <a:defRPr sz="3800"/>
            </a:lvl1pPr>
            <a:lvl2pPr marL="808355" indent="-465455">
              <a:spcBef>
                <a:spcPts val="4500"/>
              </a:spcBef>
              <a:defRPr sz="3800"/>
            </a:lvl2pPr>
            <a:lvl3pPr marL="1151255" indent="-465455">
              <a:spcBef>
                <a:spcPts val="4500"/>
              </a:spcBef>
              <a:defRPr sz="3800"/>
            </a:lvl3pPr>
            <a:lvl4pPr marL="1494155" indent="-465455">
              <a:spcBef>
                <a:spcPts val="4500"/>
              </a:spcBef>
              <a:defRPr sz="3800"/>
            </a:lvl4pPr>
            <a:lvl5pPr marL="1837054" indent="-465455">
              <a:spcBef>
                <a:spcPts val="4500"/>
              </a:spcBef>
              <a:defRPr sz="3800"/>
            </a:lvl5pPr>
          </a:lstStyle>
          <a:p>
            <a:pPr/>
            <a:r>
              <a:t>正文级别 1</a:t>
            </a:r>
          </a:p>
          <a:p>
            <a:pPr lvl="1"/>
            <a:r>
              <a:t/>
            </a:r>
          </a:p>
          <a:p>
            <a:pPr lvl="2"/>
            <a:r>
              <a:t/>
            </a:r>
          </a:p>
          <a:p>
            <a:pPr lvl="3"/>
            <a:r>
              <a:t/>
            </a:r>
          </a:p>
          <a:p>
            <a:pPr lvl="4"/>
            <a:r>
              <a:t/>
            </a:r>
          </a:p>
        </p:txBody>
      </p:sp>
      <p:sp>
        <p:nvSpPr>
          <p:cNvPr id="67" name="Slide Number"/>
          <p:cNvSpPr txBox="1"/>
          <p:nvPr>
            <p:ph type="sldNum" sz="quarter" idx="2"/>
          </p:nvPr>
        </p:nvSpPr>
        <p:spPr>
          <a:xfrm>
            <a:off x="11954104" y="13073062"/>
            <a:ext cx="466266" cy="473073"/>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项目符号">
    <p:spTree>
      <p:nvGrpSpPr>
        <p:cNvPr id="1" name=""/>
        <p:cNvGrpSpPr/>
        <p:nvPr/>
      </p:nvGrpSpPr>
      <p:grpSpPr>
        <a:xfrm>
          <a:off x="0" y="0"/>
          <a:ext cx="0" cy="0"/>
          <a:chOff x="0" y="0"/>
          <a:chExt cx="0" cy="0"/>
        </a:xfrm>
      </p:grpSpPr>
      <p:sp>
        <p:nvSpPr>
          <p:cNvPr id="74" name="Body Level One…"/>
          <p:cNvSpPr txBox="1"/>
          <p:nvPr>
            <p:ph type="body" idx="1" hasCustomPrompt="1"/>
          </p:nvPr>
        </p:nvSpPr>
        <p:spPr>
          <a:xfrm>
            <a:off x="4387453" y="1785935"/>
            <a:ext cx="15609094" cy="10144129"/>
          </a:xfrm>
          <a:prstGeom prst="rect">
            <a:avLst/>
          </a:prstGeom>
        </p:spPr>
        <p:txBody>
          <a:bodyPr/>
          <a:lstStyle/>
          <a:p>
            <a:pPr/>
            <a:r>
              <a:t>正文级别 1</a:t>
            </a:r>
          </a:p>
          <a:p>
            <a:pPr lvl="1"/>
            <a:r>
              <a:t/>
            </a:r>
          </a:p>
          <a:p>
            <a:pPr lvl="2"/>
            <a:r>
              <a:t/>
            </a:r>
          </a:p>
          <a:p>
            <a:pPr lvl="3"/>
            <a:r>
              <a:t/>
            </a:r>
          </a:p>
          <a:p>
            <a:pPr lvl="4"/>
            <a:r>
              <a:t/>
            </a:r>
          </a:p>
        </p:txBody>
      </p:sp>
      <p:sp>
        <p:nvSpPr>
          <p:cNvPr id="75"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3 联">
    <p:spTree>
      <p:nvGrpSpPr>
        <p:cNvPr id="1" name=""/>
        <p:cNvGrpSpPr/>
        <p:nvPr/>
      </p:nvGrpSpPr>
      <p:grpSpPr>
        <a:xfrm>
          <a:off x="0" y="0"/>
          <a:ext cx="0" cy="0"/>
          <a:chOff x="0" y="0"/>
          <a:chExt cx="0" cy="0"/>
        </a:xfrm>
      </p:grpSpPr>
      <p:sp>
        <p:nvSpPr>
          <p:cNvPr id="82" name="图像"/>
          <p:cNvSpPr/>
          <p:nvPr>
            <p:ph type="pic" sz="quarter" idx="21"/>
          </p:nvPr>
        </p:nvSpPr>
        <p:spPr>
          <a:xfrm>
            <a:off x="12495609" y="7161609"/>
            <a:ext cx="7500940" cy="5304237"/>
          </a:xfrm>
          <a:prstGeom prst="rect">
            <a:avLst/>
          </a:prstGeom>
        </p:spPr>
        <p:txBody>
          <a:bodyPr lIns="91439" tIns="45719" rIns="91439" bIns="45719" anchor="t">
            <a:noAutofit/>
          </a:bodyPr>
          <a:lstStyle/>
          <a:p>
            <a:pPr/>
          </a:p>
        </p:txBody>
      </p:sp>
      <p:sp>
        <p:nvSpPr>
          <p:cNvPr id="83" name="图像"/>
          <p:cNvSpPr/>
          <p:nvPr>
            <p:ph type="pic" sz="quarter" idx="22"/>
          </p:nvPr>
        </p:nvSpPr>
        <p:spPr>
          <a:xfrm>
            <a:off x="12495609" y="1250154"/>
            <a:ext cx="7500940" cy="5304239"/>
          </a:xfrm>
          <a:prstGeom prst="rect">
            <a:avLst/>
          </a:prstGeom>
        </p:spPr>
        <p:txBody>
          <a:bodyPr lIns="91439" tIns="45719" rIns="91439" bIns="45719" anchor="t">
            <a:noAutofit/>
          </a:bodyPr>
          <a:lstStyle/>
          <a:p>
            <a:pPr/>
          </a:p>
        </p:txBody>
      </p:sp>
      <p:sp>
        <p:nvSpPr>
          <p:cNvPr id="84" name="图像"/>
          <p:cNvSpPr/>
          <p:nvPr>
            <p:ph type="pic" sz="half" idx="23"/>
          </p:nvPr>
        </p:nvSpPr>
        <p:spPr>
          <a:xfrm>
            <a:off x="4387453" y="1250154"/>
            <a:ext cx="7500940" cy="11215691"/>
          </a:xfrm>
          <a:prstGeom prst="rect">
            <a:avLst/>
          </a:prstGeom>
        </p:spPr>
        <p:txBody>
          <a:bodyPr lIns="91439" tIns="45719" rIns="91439" bIns="45719" anchor="t">
            <a:noAutofit/>
          </a:bodyPr>
          <a:lstStyle/>
          <a:p>
            <a:pPr/>
          </a:p>
        </p:txBody>
      </p:sp>
      <p:sp>
        <p:nvSpPr>
          <p:cNvPr id="85"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引文">
    <p:spTree>
      <p:nvGrpSpPr>
        <p:cNvPr id="1" name=""/>
        <p:cNvGrpSpPr/>
        <p:nvPr/>
      </p:nvGrpSpPr>
      <p:grpSpPr>
        <a:xfrm>
          <a:off x="0" y="0"/>
          <a:ext cx="0" cy="0"/>
          <a:chOff x="0" y="0"/>
          <a:chExt cx="0" cy="0"/>
        </a:xfrm>
      </p:grpSpPr>
      <p:sp>
        <p:nvSpPr>
          <p:cNvPr id="92" name="Body Level One…"/>
          <p:cNvSpPr txBox="1"/>
          <p:nvPr>
            <p:ph type="body" sz="quarter" idx="1" hasCustomPrompt="1"/>
          </p:nvPr>
        </p:nvSpPr>
        <p:spPr>
          <a:xfrm>
            <a:off x="4833937" y="5945187"/>
            <a:ext cx="14716129" cy="968378"/>
          </a:xfrm>
          <a:prstGeom prst="rect">
            <a:avLst/>
          </a:prstGeom>
        </p:spPr>
        <p:txBody>
          <a:bodyPr/>
          <a:lstStyle>
            <a:lvl1pPr marL="0" indent="0" algn="ctr">
              <a:spcBef>
                <a:spcPts val="0"/>
              </a:spcBef>
              <a:buSzTx/>
              <a:buNone/>
              <a:defRPr sz="4600">
                <a:latin typeface="Helvetica Neue Medium"/>
                <a:ea typeface="Helvetica Neue Medium"/>
                <a:cs typeface="Helvetica Neue Medium"/>
                <a:sym typeface="Helvetica Neue Medium"/>
              </a:defRPr>
            </a:lvl1pPr>
            <a:lvl2pPr marL="1083136" indent="-638636" algn="ctr">
              <a:spcBef>
                <a:spcPts val="0"/>
              </a:spcBef>
              <a:defRPr sz="4600">
                <a:latin typeface="Helvetica Neue Medium"/>
                <a:ea typeface="Helvetica Neue Medium"/>
                <a:cs typeface="Helvetica Neue Medium"/>
                <a:sym typeface="Helvetica Neue Medium"/>
              </a:defRPr>
            </a:lvl2pPr>
            <a:lvl3pPr marL="1527636" indent="-638636" algn="ctr">
              <a:spcBef>
                <a:spcPts val="0"/>
              </a:spcBef>
              <a:defRPr sz="4600">
                <a:latin typeface="Helvetica Neue Medium"/>
                <a:ea typeface="Helvetica Neue Medium"/>
                <a:cs typeface="Helvetica Neue Medium"/>
                <a:sym typeface="Helvetica Neue Medium"/>
              </a:defRPr>
            </a:lvl3pPr>
            <a:lvl4pPr marL="1972136" indent="-638636" algn="ctr">
              <a:spcBef>
                <a:spcPts val="0"/>
              </a:spcBef>
              <a:defRPr sz="4600">
                <a:latin typeface="Helvetica Neue Medium"/>
                <a:ea typeface="Helvetica Neue Medium"/>
                <a:cs typeface="Helvetica Neue Medium"/>
                <a:sym typeface="Helvetica Neue Medium"/>
              </a:defRPr>
            </a:lvl4pPr>
            <a:lvl5pPr marL="2416636" indent="-638636" algn="ctr">
              <a:spcBef>
                <a:spcPts val="0"/>
              </a:spcBef>
              <a:defRPr sz="4600">
                <a:latin typeface="Helvetica Neue Medium"/>
                <a:ea typeface="Helvetica Neue Medium"/>
                <a:cs typeface="Helvetica Neue Medium"/>
                <a:sym typeface="Helvetica Neue Medium"/>
              </a:defRPr>
            </a:lvl5pPr>
          </a:lstStyle>
          <a:p>
            <a:pPr/>
            <a:r>
              <a:t> </a:t>
            </a:r>
          </a:p>
          <a:p>
            <a:pPr lvl="1"/>
            <a:r>
              <a:t/>
            </a:r>
          </a:p>
          <a:p>
            <a:pPr lvl="2"/>
            <a:r>
              <a:t/>
            </a:r>
          </a:p>
          <a:p>
            <a:pPr lvl="3"/>
            <a:r>
              <a:t/>
            </a:r>
          </a:p>
          <a:p>
            <a:pPr lvl="4"/>
            <a:r>
              <a:t/>
            </a:r>
          </a:p>
        </p:txBody>
      </p:sp>
      <p:sp>
        <p:nvSpPr>
          <p:cNvPr id="93" name="正文级别 1…"/>
          <p:cNvSpPr txBox="1"/>
          <p:nvPr>
            <p:ph type="body" sz="quarter" idx="21" hasCustomPrompt="1"/>
          </p:nvPr>
        </p:nvSpPr>
        <p:spPr>
          <a:xfrm>
            <a:off x="4833937" y="8947546"/>
            <a:ext cx="14716127" cy="647703"/>
          </a:xfrm>
          <a:prstGeom prst="rect">
            <a:avLst/>
          </a:prstGeom>
        </p:spPr>
        <p:txBody>
          <a:bodyPr anchor="t"/>
          <a:lstStyle>
            <a:lvl1pPr marL="0" indent="0" algn="ctr" defTabSz="328675">
              <a:spcBef>
                <a:spcPts val="0"/>
              </a:spcBef>
              <a:buSzTx/>
              <a:buNone/>
              <a:defRPr i="1" sz="1280"/>
            </a:lvl1pPr>
          </a:lstStyle>
          <a:p>
            <a:pPr/>
            <a:r>
              <a:t>正文级别 1
正文级别 2
正文级别 3
正文级别 4
正文级别 5</a:t>
            </a:r>
          </a:p>
        </p:txBody>
      </p:sp>
      <p:sp>
        <p:nvSpPr>
          <p:cNvPr id="94"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p:spTree>
      <p:nvGrpSpPr>
        <p:cNvPr id="1" name=""/>
        <p:cNvGrpSpPr/>
        <p:nvPr/>
      </p:nvGrpSpPr>
      <p:grpSpPr>
        <a:xfrm>
          <a:off x="0" y="0"/>
          <a:ext cx="0" cy="0"/>
          <a:chOff x="0" y="0"/>
          <a:chExt cx="0" cy="0"/>
        </a:xfrm>
      </p:grpSpPr>
      <p:sp>
        <p:nvSpPr>
          <p:cNvPr id="101" name="图像"/>
          <p:cNvSpPr/>
          <p:nvPr>
            <p:ph type="pic" idx="21"/>
          </p:nvPr>
        </p:nvSpPr>
        <p:spPr>
          <a:xfrm>
            <a:off x="3047999" y="0"/>
            <a:ext cx="18288002" cy="13716000"/>
          </a:xfrm>
          <a:prstGeom prst="rect">
            <a:avLst/>
          </a:prstGeom>
        </p:spPr>
        <p:txBody>
          <a:bodyPr lIns="91439" tIns="45719" rIns="91439" bIns="45719" anchor="t">
            <a:noAutofit/>
          </a:bodyPr>
          <a:lstStyle/>
          <a:p>
            <a:pPr/>
          </a:p>
        </p:txBody>
      </p:sp>
      <p:sp>
        <p:nvSpPr>
          <p:cNvPr id="102"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空白">
    <p:spTree>
      <p:nvGrpSpPr>
        <p:cNvPr id="1" name=""/>
        <p:cNvGrpSpPr/>
        <p:nvPr/>
      </p:nvGrpSpPr>
      <p:grpSpPr>
        <a:xfrm>
          <a:off x="0" y="0"/>
          <a:ext cx="0" cy="0"/>
          <a:chOff x="0" y="0"/>
          <a:chExt cx="0" cy="0"/>
        </a:xfrm>
      </p:grpSpPr>
      <p:sp>
        <p:nvSpPr>
          <p:cNvPr id="109"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副标题">
    <p:spTree>
      <p:nvGrpSpPr>
        <p:cNvPr id="1" name=""/>
        <p:cNvGrpSpPr/>
        <p:nvPr/>
      </p:nvGrpSpPr>
      <p:grpSpPr>
        <a:xfrm>
          <a:off x="0" y="0"/>
          <a:ext cx="0" cy="0"/>
          <a:chOff x="0" y="0"/>
          <a:chExt cx="0" cy="0"/>
        </a:xfrm>
      </p:grpSpPr>
      <p:pic>
        <p:nvPicPr>
          <p:cNvPr id="116" name="image1.png" descr="image1.png"/>
          <p:cNvPicPr>
            <a:picLocks noChangeAspect="1"/>
          </p:cNvPicPr>
          <p:nvPr/>
        </p:nvPicPr>
        <p:blipFill>
          <a:blip r:embed="rId2">
            <a:extLst/>
          </a:blip>
          <a:stretch>
            <a:fillRect/>
          </a:stretch>
        </p:blipFill>
        <p:spPr>
          <a:xfrm>
            <a:off x="844550" y="-205753"/>
            <a:ext cx="23105669" cy="2496588"/>
          </a:xfrm>
          <a:prstGeom prst="rect">
            <a:avLst/>
          </a:prstGeom>
          <a:ln w="12700">
            <a:miter lim="400000"/>
          </a:ln>
        </p:spPr>
      </p:pic>
      <p:pic>
        <p:nvPicPr>
          <p:cNvPr id="117" name="image2.png" descr="image2.png"/>
          <p:cNvPicPr>
            <a:picLocks noChangeAspect="1"/>
          </p:cNvPicPr>
          <p:nvPr/>
        </p:nvPicPr>
        <p:blipFill>
          <a:blip r:embed="rId3">
            <a:extLst/>
          </a:blip>
          <a:stretch>
            <a:fillRect/>
          </a:stretch>
        </p:blipFill>
        <p:spPr>
          <a:xfrm>
            <a:off x="20645437" y="503137"/>
            <a:ext cx="2649888" cy="437557"/>
          </a:xfrm>
          <a:prstGeom prst="rect">
            <a:avLst/>
          </a:prstGeom>
          <a:ln w="12700">
            <a:miter lim="400000"/>
          </a:ln>
        </p:spPr>
      </p:pic>
      <p:pic>
        <p:nvPicPr>
          <p:cNvPr id="118" name="image3.png" descr="image3.png"/>
          <p:cNvPicPr>
            <a:picLocks noChangeAspect="1"/>
          </p:cNvPicPr>
          <p:nvPr/>
        </p:nvPicPr>
        <p:blipFill>
          <a:blip r:embed="rId4">
            <a:extLst/>
          </a:blip>
          <a:stretch>
            <a:fillRect/>
          </a:stretch>
        </p:blipFill>
        <p:spPr>
          <a:xfrm>
            <a:off x="20202525" y="1193004"/>
            <a:ext cx="3071815" cy="156272"/>
          </a:xfrm>
          <a:prstGeom prst="rect">
            <a:avLst/>
          </a:prstGeom>
          <a:ln w="12700">
            <a:miter lim="400000"/>
          </a:ln>
        </p:spPr>
      </p:pic>
      <p:sp>
        <p:nvSpPr>
          <p:cNvPr id="119" name="标题文本"/>
          <p:cNvSpPr txBox="1"/>
          <p:nvPr>
            <p:ph type="title" hasCustomPrompt="1"/>
          </p:nvPr>
        </p:nvSpPr>
        <p:spPr>
          <a:xfrm>
            <a:off x="4833937" y="2303858"/>
            <a:ext cx="14716127" cy="4643440"/>
          </a:xfrm>
          <a:prstGeom prst="rect">
            <a:avLst/>
          </a:prstGeom>
        </p:spPr>
        <p:txBody>
          <a:bodyPr anchor="b"/>
          <a:lstStyle/>
          <a:p>
            <a:pPr/>
            <a:r>
              <a:t>标题文本</a:t>
            </a:r>
          </a:p>
        </p:txBody>
      </p:sp>
      <p:sp>
        <p:nvSpPr>
          <p:cNvPr id="120" name="Body Level One…"/>
          <p:cNvSpPr txBox="1"/>
          <p:nvPr>
            <p:ph type="body" sz="quarter" idx="1" hasCustomPrompt="1"/>
          </p:nvPr>
        </p:nvSpPr>
        <p:spPr>
          <a:xfrm>
            <a:off x="4833937" y="7090171"/>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副标题">
    <p:spTree>
      <p:nvGrpSpPr>
        <p:cNvPr id="1" name=""/>
        <p:cNvGrpSpPr/>
        <p:nvPr/>
      </p:nvGrpSpPr>
      <p:grpSpPr>
        <a:xfrm>
          <a:off x="0" y="0"/>
          <a:ext cx="0" cy="0"/>
          <a:chOff x="0" y="0"/>
          <a:chExt cx="0" cy="0"/>
        </a:xfrm>
      </p:grpSpPr>
      <p:pic>
        <p:nvPicPr>
          <p:cNvPr id="128" name="image1.png" descr="image1.png"/>
          <p:cNvPicPr>
            <a:picLocks noChangeAspect="1"/>
          </p:cNvPicPr>
          <p:nvPr/>
        </p:nvPicPr>
        <p:blipFill>
          <a:blip r:embed="rId2">
            <a:extLst/>
          </a:blip>
          <a:stretch>
            <a:fillRect/>
          </a:stretch>
        </p:blipFill>
        <p:spPr>
          <a:xfrm>
            <a:off x="3333750" y="0"/>
            <a:ext cx="16859250" cy="1821658"/>
          </a:xfrm>
          <a:prstGeom prst="rect">
            <a:avLst/>
          </a:prstGeom>
          <a:ln w="12700">
            <a:miter lim="400000"/>
          </a:ln>
        </p:spPr>
      </p:pic>
      <p:pic>
        <p:nvPicPr>
          <p:cNvPr id="129" name="image2.png" descr="image2.png"/>
          <p:cNvPicPr>
            <a:picLocks noChangeAspect="1"/>
          </p:cNvPicPr>
          <p:nvPr/>
        </p:nvPicPr>
        <p:blipFill>
          <a:blip r:embed="rId3">
            <a:extLst/>
          </a:blip>
          <a:stretch>
            <a:fillRect/>
          </a:stretch>
        </p:blipFill>
        <p:spPr>
          <a:xfrm>
            <a:off x="16835437" y="477737"/>
            <a:ext cx="2649888" cy="437557"/>
          </a:xfrm>
          <a:prstGeom prst="rect">
            <a:avLst/>
          </a:prstGeom>
          <a:ln w="12700">
            <a:miter lim="400000"/>
          </a:ln>
        </p:spPr>
      </p:pic>
      <p:pic>
        <p:nvPicPr>
          <p:cNvPr id="130" name="image3.png" descr="image3.png"/>
          <p:cNvPicPr>
            <a:picLocks noChangeAspect="1"/>
          </p:cNvPicPr>
          <p:nvPr/>
        </p:nvPicPr>
        <p:blipFill>
          <a:blip r:embed="rId4">
            <a:extLst/>
          </a:blip>
          <a:stretch>
            <a:fillRect/>
          </a:stretch>
        </p:blipFill>
        <p:spPr>
          <a:xfrm>
            <a:off x="16621125" y="964404"/>
            <a:ext cx="3071815" cy="156272"/>
          </a:xfrm>
          <a:prstGeom prst="rect">
            <a:avLst/>
          </a:prstGeom>
          <a:ln w="12700">
            <a:miter lim="400000"/>
          </a:ln>
        </p:spPr>
      </p:pic>
      <p:sp>
        <p:nvSpPr>
          <p:cNvPr id="131" name="标题文本"/>
          <p:cNvSpPr txBox="1"/>
          <p:nvPr>
            <p:ph type="title" hasCustomPrompt="1"/>
          </p:nvPr>
        </p:nvSpPr>
        <p:spPr>
          <a:xfrm>
            <a:off x="4833937" y="2303858"/>
            <a:ext cx="14716127" cy="4643440"/>
          </a:xfrm>
          <a:prstGeom prst="rect">
            <a:avLst/>
          </a:prstGeom>
        </p:spPr>
        <p:txBody>
          <a:bodyPr anchor="b"/>
          <a:lstStyle/>
          <a:p>
            <a:pPr/>
            <a:r>
              <a:t>标题文本</a:t>
            </a:r>
          </a:p>
        </p:txBody>
      </p:sp>
      <p:sp>
        <p:nvSpPr>
          <p:cNvPr id="132" name="Body Level One…"/>
          <p:cNvSpPr txBox="1"/>
          <p:nvPr>
            <p:ph type="body" sz="quarter" idx="1" hasCustomPrompt="1"/>
          </p:nvPr>
        </p:nvSpPr>
        <p:spPr>
          <a:xfrm>
            <a:off x="4833937" y="7090171"/>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1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线条"/>
          <p:cNvSpPr/>
          <p:nvPr/>
        </p:nvSpPr>
        <p:spPr>
          <a:xfrm>
            <a:off x="791957" y="1803794"/>
            <a:ext cx="22800087" cy="2"/>
          </a:xfrm>
          <a:prstGeom prst="line">
            <a:avLst/>
          </a:prstGeom>
          <a:ln w="25400">
            <a:solidFill>
              <a:srgbClr val="000000"/>
            </a:solidFill>
            <a:miter lim="400000"/>
          </a:ln>
        </p:spPr>
        <p:txBody>
          <a:bodyPr lIns="45718" tIns="45718" rIns="45718" bIns="45718"/>
          <a:lstStyle/>
          <a:p>
            <a:pPr/>
          </a:p>
        </p:txBody>
      </p:sp>
      <p:sp>
        <p:nvSpPr>
          <p:cNvPr id="3" name="Slide Number"/>
          <p:cNvSpPr txBox="1"/>
          <p:nvPr>
            <p:ph type="sldNum" sz="quarter" idx="2"/>
          </p:nvPr>
        </p:nvSpPr>
        <p:spPr>
          <a:xfrm>
            <a:off x="11954104" y="13073062"/>
            <a:ext cx="466266" cy="477668"/>
          </a:xfrm>
          <a:prstGeom prst="rect">
            <a:avLst/>
          </a:prstGeom>
          <a:ln w="12700">
            <a:miter lim="400000"/>
          </a:ln>
        </p:spPr>
        <p:txBody>
          <a:bodyPr wrap="none" lIns="71435" tIns="71435" rIns="71435" bIns="71435">
            <a:spAutoFit/>
          </a:bodyPr>
          <a:lstStyle>
            <a:lvl1pPr>
              <a:defRPr sz="2200">
                <a:latin typeface="Helvetica Neue Thin"/>
                <a:ea typeface="Helvetica Neue Thin"/>
                <a:cs typeface="Helvetica Neue Thin"/>
                <a:sym typeface="Helvetica Neue Thin"/>
              </a:defRPr>
            </a:lvl1pPr>
          </a:lstStyle>
          <a:p>
            <a:pPr/>
            <a:fld id="{86CB4B4D-7CA3-9044-876B-883B54F8677D}" type="slidenum"/>
          </a:p>
        </p:txBody>
      </p:sp>
      <p:sp>
        <p:nvSpPr>
          <p:cNvPr id="4" name="Title Text"/>
          <p:cNvSpPr txBox="1"/>
          <p:nvPr>
            <p:ph type="title"/>
          </p:nvPr>
        </p:nvSpPr>
        <p:spPr>
          <a:xfrm>
            <a:off x="3653366" y="1958422"/>
            <a:ext cx="19507201" cy="2499831"/>
          </a:xfrm>
          <a:prstGeom prst="rect">
            <a:avLst/>
          </a:prstGeom>
          <a:ln w="12700">
            <a:miter lim="400000"/>
          </a:ln>
          <a:extLst>
            <a:ext uri="{C572A759-6A51-4108-AA02-DFA0A04FC94B}">
              <ma14:wrappingTextBoxFlag xmlns:ma14="http://schemas.microsoft.com/office/mac/drawingml/2011/main" val="1"/>
            </a:ext>
          </a:extLst>
        </p:spPr>
        <p:txBody>
          <a:bodyPr lIns="71435" tIns="71435" rIns="71435" bIns="71435" anchor="ctr">
            <a:normAutofit fontScale="100000" lnSpcReduction="0"/>
          </a:bodyPr>
          <a:lstStyle/>
          <a:p>
            <a:pPr/>
            <a:r>
              <a:t>Title Text</a:t>
            </a:r>
          </a:p>
        </p:txBody>
      </p:sp>
      <p:sp>
        <p:nvSpPr>
          <p:cNvPr id="5" name="Body Level One…"/>
          <p:cNvSpPr txBox="1"/>
          <p:nvPr>
            <p:ph type="body" idx="1"/>
          </p:nvPr>
        </p:nvSpPr>
        <p:spPr>
          <a:xfrm>
            <a:off x="13610166" y="4458252"/>
            <a:ext cx="9550401" cy="8761896"/>
          </a:xfrm>
          <a:prstGeom prst="rect">
            <a:avLst/>
          </a:prstGeom>
          <a:ln w="12700">
            <a:miter lim="400000"/>
          </a:ln>
          <a:extLst>
            <a:ext uri="{C572A759-6A51-4108-AA02-DFA0A04FC94B}">
              <ma14:wrappingTextBoxFlag xmlns:ma14="http://schemas.microsoft.com/office/mac/drawingml/2011/main" val="1"/>
            </a:ext>
          </a:extLst>
        </p:spPr>
        <p:txBody>
          <a:bodyPr lIns="71435" tIns="71435" rIns="71435" bIns="71435"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1pPr>
      <a:lvl2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2pPr>
      <a:lvl3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3pPr>
      <a:lvl4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4pPr>
      <a:lvl5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5pPr>
      <a:lvl6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6pPr>
      <a:lvl7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7pPr>
      <a:lvl8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8pPr>
      <a:lvl9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9pPr>
    </p:titleStyle>
    <p:bodyStyle>
      <a:lvl1pPr marL="6108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1pPr>
      <a:lvl2pPr marL="10553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2pPr>
      <a:lvl3pPr marL="14998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3pPr>
      <a:lvl4pPr marL="1944370"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4pPr>
      <a:lvl5pPr marL="2388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5pPr>
      <a:lvl6pPr marL="28333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6pPr>
      <a:lvl7pPr marL="3277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7pPr>
      <a:lvl8pPr marL="37223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8pPr>
      <a:lvl9pPr marL="4166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9pPr>
    </p:bodyStyle>
    <p:otherStyle>
      <a:lvl1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1pPr>
      <a:lvl2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2pPr>
      <a:lvl3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3pPr>
      <a:lvl4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4pPr>
      <a:lvl5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5pPr>
      <a:lvl6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6pPr>
      <a:lvl7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7pPr>
      <a:lvl8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8pPr>
      <a:lvl9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2.png"/><Relationship Id="rId4" Type="http://schemas.openxmlformats.org/officeDocument/2006/relationships/image" Target="../media/image1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1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19.png"/><Relationship Id="rId9" Type="http://schemas.openxmlformats.org/officeDocument/2006/relationships/image" Target="../media/image21.png"/><Relationship Id="rId10" Type="http://schemas.openxmlformats.org/officeDocument/2006/relationships/image" Target="../media/image2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chart" Target="../charts/chart1.xml"/><Relationship Id="rId12" Type="http://schemas.openxmlformats.org/officeDocument/2006/relationships/chart" Target="../charts/chart2.xml"/><Relationship Id="rId13" Type="http://schemas.openxmlformats.org/officeDocument/2006/relationships/chart" Target="../charts/chart3.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2.png"/><Relationship Id="rId4" Type="http://schemas.openxmlformats.org/officeDocument/2006/relationships/image" Target="../media/image1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2.jpeg"/><Relationship Id="rId5" Type="http://schemas.openxmlformats.org/officeDocument/2006/relationships/image" Target="../media/image38.png"/><Relationship Id="rId6" Type="http://schemas.openxmlformats.org/officeDocument/2006/relationships/image" Target="../media/image3.jpeg"/><Relationship Id="rId7" Type="http://schemas.openxmlformats.org/officeDocument/2006/relationships/image" Target="../media/image4.jpeg"/><Relationship Id="rId8" Type="http://schemas.openxmlformats.org/officeDocument/2006/relationships/image" Target="../media/image39.png"/><Relationship Id="rId9" Type="http://schemas.openxmlformats.org/officeDocument/2006/relationships/image" Target="../media/image40.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5.jpe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6.jpeg"/><Relationship Id="rId16" Type="http://schemas.openxmlformats.org/officeDocument/2006/relationships/image" Target="../media/image53.png"/><Relationship Id="rId17" Type="http://schemas.openxmlformats.org/officeDocument/2006/relationships/image" Target="../media/image54.png"/><Relationship Id="rId18" Type="http://schemas.openxmlformats.org/officeDocument/2006/relationships/image" Target="../media/image55.png"/><Relationship Id="rId19" Type="http://schemas.openxmlformats.org/officeDocument/2006/relationships/image" Target="../media/image56.png"/><Relationship Id="rId20" Type="http://schemas.openxmlformats.org/officeDocument/2006/relationships/image" Target="../media/image57.png"/><Relationship Id="rId21" Type="http://schemas.openxmlformats.org/officeDocument/2006/relationships/image" Target="../media/image58.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Metrology Design"/>
          <p:cNvSpPr txBox="1"/>
          <p:nvPr/>
        </p:nvSpPr>
        <p:spPr>
          <a:xfrm>
            <a:off x="4687021" y="4324910"/>
            <a:ext cx="14105437" cy="1565407"/>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b">
            <a:spAutoFit/>
          </a:bodyPr>
          <a:lstStyle>
            <a:lvl1pPr defTabSz="914400">
              <a:defRPr b="1" sz="10500">
                <a:latin typeface="Arial"/>
                <a:ea typeface="Arial"/>
                <a:cs typeface="Arial"/>
                <a:sym typeface="Arial"/>
              </a:defRPr>
            </a:lvl1pPr>
          </a:lstStyle>
          <a:p>
            <a:pPr/>
            <a:r>
              <a:t>Metrology Design </a:t>
            </a:r>
          </a:p>
        </p:txBody>
      </p:sp>
      <p:sp>
        <p:nvSpPr>
          <p:cNvPr id="143" name="Project Name:X1335…"/>
          <p:cNvSpPr txBox="1"/>
          <p:nvPr/>
        </p:nvSpPr>
        <p:spPr>
          <a:xfrm>
            <a:off x="6287220" y="6372661"/>
            <a:ext cx="10121180" cy="3881239"/>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ctr">
            <a:spAutoFit/>
          </a:bodyPr>
          <a:lstStyle/>
          <a:p>
            <a:pPr algn="l" defTabSz="739775">
              <a:lnSpc>
                <a:spcPct val="150000"/>
              </a:lnSpc>
              <a:spcBef>
                <a:spcPts val="500"/>
              </a:spcBef>
              <a:defRPr b="1" sz="3900">
                <a:latin typeface="Arial"/>
                <a:ea typeface="Arial"/>
                <a:cs typeface="Arial"/>
                <a:sym typeface="Arial"/>
              </a:defRPr>
            </a:pPr>
            <a:r>
              <a:t>Project Name:</a:t>
            </a:r>
            <a:r>
              <a:t>J510</a:t>
            </a:r>
          </a:p>
          <a:p>
            <a:pPr algn="l" defTabSz="739775">
              <a:lnSpc>
                <a:spcPct val="150000"/>
              </a:lnSpc>
              <a:spcBef>
                <a:spcPts val="500"/>
              </a:spcBef>
              <a:defRPr b="1" sz="3900">
                <a:latin typeface="Arial"/>
                <a:ea typeface="Arial"/>
                <a:cs typeface="Arial"/>
                <a:sym typeface="Arial"/>
              </a:defRPr>
            </a:pPr>
            <a:r>
              <a:t>Part Number &amp; Rev</a:t>
            </a:r>
            <a:r>
              <a:t>：</a:t>
            </a:r>
            <a:r>
              <a:t>160-06631-01</a:t>
            </a:r>
          </a:p>
          <a:p>
            <a:pPr algn="l" defTabSz="739775">
              <a:lnSpc>
                <a:spcPct val="150000"/>
              </a:lnSpc>
              <a:spcBef>
                <a:spcPts val="500"/>
              </a:spcBef>
              <a:defRPr b="1" sz="3900">
                <a:latin typeface="Arial"/>
                <a:ea typeface="Arial"/>
                <a:cs typeface="Arial"/>
                <a:sym typeface="Arial"/>
              </a:defRPr>
            </a:pPr>
            <a:r>
              <a:t>Vendor</a:t>
            </a:r>
            <a:r>
              <a:t>：</a:t>
            </a:r>
            <a:r>
              <a:t>MAGSOUND</a:t>
            </a:r>
          </a:p>
          <a:p>
            <a:pPr algn="l" defTabSz="739775">
              <a:lnSpc>
                <a:spcPct val="150000"/>
              </a:lnSpc>
              <a:spcBef>
                <a:spcPts val="500"/>
              </a:spcBef>
              <a:defRPr b="1" sz="3900">
                <a:latin typeface="Arial"/>
                <a:ea typeface="Arial"/>
                <a:cs typeface="Arial"/>
                <a:sym typeface="Arial"/>
              </a:defRPr>
            </a:pPr>
            <a:r>
              <a:t>Date</a:t>
            </a:r>
            <a:r>
              <a:t>：</a:t>
            </a:r>
            <a:r>
              <a:t>2</a:t>
            </a:r>
            <a:r>
              <a:t>025</a:t>
            </a:r>
            <a:r>
              <a:t>/</a:t>
            </a:r>
            <a:r>
              <a:t>12</a:t>
            </a:r>
            <a:r>
              <a:t>/</a:t>
            </a:r>
            <a:r>
              <a:t>02</a:t>
            </a:r>
          </a:p>
        </p:txBody>
      </p:sp>
      <p:sp>
        <p:nvSpPr>
          <p:cNvPr id="144"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MTD | X1335 Content 160-02017-05 (Series)"/>
          <p:cNvSpPr txBox="1"/>
          <p:nvPr>
            <p:ph type="title" idx="4294967295"/>
          </p:nvPr>
        </p:nvSpPr>
        <p:spPr>
          <a:xfrm>
            <a:off x="720725" y="804692"/>
            <a:ext cx="9617075" cy="1011866"/>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a:t>
            </a:r>
            <a:r>
              <a:rPr>
                <a:solidFill>
                  <a:srgbClr val="000000"/>
                </a:solidFill>
              </a:rPr>
              <a:t>J510</a:t>
            </a:r>
            <a:r>
              <a:t>-</a:t>
            </a:r>
            <a:r>
              <a:rPr>
                <a:solidFill>
                  <a:srgbClr val="000000"/>
                </a:solidFill>
              </a:rPr>
              <a:t>Content</a:t>
            </a:r>
            <a:r>
              <a:rPr>
                <a:solidFill>
                  <a:srgbClr val="000000"/>
                </a:solidFill>
              </a:rPr>
              <a:t>-160-06631-01</a:t>
            </a:r>
          </a:p>
        </p:txBody>
      </p:sp>
      <p:sp>
        <p:nvSpPr>
          <p:cNvPr id="147"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48" name="表格"/>
          <p:cNvGraphicFramePr/>
          <p:nvPr/>
        </p:nvGraphicFramePr>
        <p:xfrm>
          <a:off x="2712749" y="1930400"/>
          <a:ext cx="19715451" cy="891468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522326"/>
                <a:gridCol w="9193124"/>
              </a:tblGrid>
              <a:tr h="1272615">
                <a:tc>
                  <a:txBody>
                    <a:bodyPr/>
                    <a:lstStyle/>
                    <a:p>
                      <a:pPr defTabSz="914400">
                        <a:tabLst>
                          <a:tab pos="1168400" algn="l"/>
                        </a:tabLst>
                        <a:defRPr sz="1800"/>
                      </a:pPr>
                      <a:r>
                        <a:rPr sz="3600">
                          <a:latin typeface="Arial"/>
                          <a:ea typeface="Arial"/>
                          <a:cs typeface="Arial"/>
                          <a:sym typeface="Arial"/>
                        </a:rPr>
                        <a:t>Cover sheet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Content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history List </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3</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Measurement Equipment Details</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4</a:t>
                      </a:r>
                      <a:r>
                        <a:t>-</a:t>
                      </a:r>
                      <a:r>
                        <a:t>9</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Measurement Fixture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10</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Bom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Details for Each Measurement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12</a:t>
                      </a:r>
                      <a:r>
                        <a:t>-</a:t>
                      </a:r>
                      <a:r>
                        <a:t>22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bl>
          </a:graphicData>
        </a:graphic>
      </p:graphicFrame>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MTD | X1758 T1 Content 810-09111-01"/>
          <p:cNvSpPr txBox="1"/>
          <p:nvPr>
            <p:ph type="title" idx="4294967295"/>
          </p:nvPr>
        </p:nvSpPr>
        <p:spPr>
          <a:xfrm>
            <a:off x="720725" y="804692"/>
            <a:ext cx="16547367" cy="1011866"/>
          </a:xfrm>
          <a:prstGeom prst="rect">
            <a:avLst/>
          </a:prstGeom>
        </p:spPr>
        <p:txBody>
          <a:bodyPr lIns="50800" tIns="50800" rIns="50800" bIns="50800"/>
          <a:lstStyle/>
          <a:p>
            <a:pPr algn="l" defTabSz="212725">
              <a:defRPr sz="4400">
                <a:solidFill>
                  <a:srgbClr val="024C90"/>
                </a:solidFill>
                <a:latin typeface="Arial"/>
                <a:ea typeface="Arial"/>
                <a:cs typeface="Arial"/>
                <a:sym typeface="Arial"/>
              </a:defRPr>
            </a:pPr>
            <a:r>
              <a:t>MTD | </a:t>
            </a:r>
            <a:r>
              <a:rPr>
                <a:solidFill>
                  <a:srgbClr val="000000"/>
                </a:solidFill>
              </a:rPr>
              <a:t>J510- revision history List  160-06631-01</a:t>
            </a:r>
          </a:p>
        </p:txBody>
      </p:sp>
      <p:sp>
        <p:nvSpPr>
          <p:cNvPr id="151"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52" name="表格 2"/>
          <p:cNvGraphicFramePr/>
          <p:nvPr/>
        </p:nvGraphicFramePr>
        <p:xfrm>
          <a:off x="720725" y="2027159"/>
          <a:ext cx="22759760" cy="1514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67504"/>
                <a:gridCol w="5045528"/>
                <a:gridCol w="3918857"/>
                <a:gridCol w="10727871"/>
              </a:tblGrid>
              <a:tr h="757162">
                <a:tc>
                  <a:txBody>
                    <a:bodyPr/>
                    <a:lstStyle/>
                    <a:p>
                      <a:pPr>
                        <a:defRPr sz="1800"/>
                      </a:pPr>
                      <a:r>
                        <a:rPr sz="3200">
                          <a:latin typeface="Arial"/>
                          <a:ea typeface="Arial"/>
                          <a:cs typeface="Arial"/>
                          <a:sym typeface="Arial"/>
                        </a:rPr>
                        <a:t>APNs</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Rev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Update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Description of Revision</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57162">
                <a:tc>
                  <a:txBody>
                    <a:bodyPr/>
                    <a:lstStyle/>
                    <a:p>
                      <a:pPr>
                        <a:defRPr sz="1800"/>
                      </a:pPr>
                      <a:r>
                        <a:rPr sz="2400">
                          <a:latin typeface="Arial"/>
                          <a:ea typeface="Arial"/>
                          <a:cs typeface="Arial"/>
                          <a:sym typeface="Arial"/>
                        </a:rPr>
                        <a:t>160-06631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01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2025/10/28</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Initial Release,
Fliped Poles And Shifted
Unmagnetized Region By
1.7mm</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161630"/>
                <a:gridCol w="5093494"/>
                <a:gridCol w="5515868"/>
                <a:gridCol w="7389713"/>
              </a:tblGrid>
              <a:tr h="591954">
                <a:tc>
                  <a:txBody>
                    <a:bodyPr/>
                    <a:lstStyle/>
                    <a:p>
                      <a:pPr defTabSz="409575">
                        <a:defRPr sz="1800"/>
                      </a:pPr>
                      <a:r>
                        <a:rPr sz="2400">
                          <a:latin typeface="Arial"/>
                          <a:ea typeface="Arial"/>
                          <a:cs typeface="Arial"/>
                          <a:sym typeface="Arial"/>
                        </a:rPr>
                        <a:t>Name: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559506">
                <a:tc>
                  <a:txBody>
                    <a:bodyPr/>
                    <a:lstStyle/>
                    <a:p>
                      <a:pPr defTabSz="409575">
                        <a:defRPr sz="1800"/>
                      </a:pPr>
                      <a:r>
                        <a:rPr sz="2400">
                          <a:latin typeface="Arial"/>
                          <a:ea typeface="Arial"/>
                          <a:cs typeface="Arial"/>
                          <a:sym typeface="Arial"/>
                        </a:rPr>
                        <a:t>Manufacturer: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08690">
                <a:tc>
                  <a:txBody>
                    <a:bodyPr/>
                    <a:lstStyle/>
                    <a:p>
                      <a:pPr defTabSz="409575">
                        <a:defRPr sz="1800"/>
                      </a:pPr>
                      <a:r>
                        <a:rPr sz="2400">
                          <a:latin typeface="Arial"/>
                          <a:ea typeface="Arial"/>
                          <a:cs typeface="Arial"/>
                          <a:sym typeface="Arial"/>
                        </a:rPr>
                        <a:t>Model: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IM7</a:t>
                      </a:r>
                      <a:r>
                        <a:t>01</a:t>
                      </a:r>
                      <a:r>
                        <a:t>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75638">
                <a:tc>
                  <a:txBody>
                    <a:bodyPr/>
                    <a:lstStyle/>
                    <a:p>
                      <a:pPr defTabSz="409575">
                        <a:defRPr sz="1800"/>
                      </a:pPr>
                      <a:r>
                        <a:rPr sz="2400">
                          <a:latin typeface="Arial"/>
                          <a:ea typeface="Arial"/>
                          <a:cs typeface="Arial"/>
                          <a:sym typeface="Arial"/>
                        </a:rPr>
                        <a:t>Image pickup device: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1#6.6 mega pixel monochrome CMOS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Display: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10.4# LCD monitor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Light receiving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Double telecentric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rowSpan="2">
                  <a:txBody>
                    <a:bodyPr/>
                    <a:lstStyle/>
                    <a:p>
                      <a:pPr defTabSz="409575">
                        <a:defRPr sz="1800"/>
                      </a:pPr>
                      <a:r>
                        <a:rPr sz="2400">
                          <a:latin typeface="Arial"/>
                          <a:ea typeface="Arial"/>
                          <a:cs typeface="Arial"/>
                          <a:sym typeface="Arial"/>
                        </a:rPr>
                        <a:t>Field of view:</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Wide-field </a:t>
                      </a:r>
                      <a:r>
                        <a:t>measurement</a:t>
                      </a:r>
                      <a:r>
                        <a:t> mode Φ100x200mm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vMerge="1">
                  <a:tcPr/>
                </a:tc>
                <a:tc gridSpan="2">
                  <a:txBody>
                    <a:bodyPr/>
                    <a:lstStyle/>
                    <a:p>
                      <a:pPr defTabSz="409575">
                        <a:defRPr sz="2400">
                          <a:latin typeface="Arial"/>
                          <a:ea typeface="Arial"/>
                          <a:cs typeface="Arial"/>
                          <a:sym typeface="Arial"/>
                        </a:defRPr>
                      </a:pPr>
                      <a:r>
                        <a:t>High-precision </a:t>
                      </a:r>
                      <a:r>
                        <a:t>measurement</a:t>
                      </a:r>
                      <a:r>
                        <a:t> mode Φ25x125mm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54999">
                <a:tc>
                  <a:txBody>
                    <a:bodyPr/>
                    <a:lstStyle/>
                    <a:p>
                      <a:pPr defTabSz="409575">
                        <a:defRPr sz="1800"/>
                      </a:pPr>
                      <a:r>
                        <a:rPr sz="2400">
                          <a:latin typeface="Arial"/>
                          <a:ea typeface="Arial"/>
                          <a:cs typeface="Arial"/>
                          <a:sym typeface="Arial"/>
                        </a:rPr>
                        <a:t>Minimum display unit:</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0.1μm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rowSpan="4">
                  <a:txBody>
                    <a:bodyPr/>
                    <a:lstStyle/>
                    <a:p>
                      <a:pPr defTabSz="409575">
                        <a:defRPr sz="1800"/>
                      </a:pPr>
                      <a:r>
                        <a:rPr sz="2400">
                          <a:latin typeface="Arial"/>
                          <a:ea typeface="Arial"/>
                          <a:cs typeface="Arial"/>
                          <a:sym typeface="Arial"/>
                        </a:rPr>
                        <a:t>Repetition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±0.5μm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±1.5μm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rowSpan="4">
                  <a:txBody>
                    <a:bodyPr/>
                    <a:lstStyle/>
                    <a:p>
                      <a:pPr defTabSz="409575">
                        <a:defRPr sz="1800"/>
                      </a:pPr>
                      <a:r>
                        <a:rPr sz="2400">
                          <a:latin typeface="Arial"/>
                          <a:ea typeface="Arial"/>
                          <a:cs typeface="Arial"/>
                          <a:sym typeface="Arial"/>
                        </a:rPr>
                        <a:t>Measurement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±(7+0.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±(4+0.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bl>
          </a:graphicData>
        </a:graphic>
      </p:graphicFrame>
      <p:pic>
        <p:nvPicPr>
          <p:cNvPr id="155" name="图像" descr="图像"/>
          <p:cNvPicPr>
            <a:picLocks noChangeAspect="1"/>
          </p:cNvPicPr>
          <p:nvPr/>
        </p:nvPicPr>
        <p:blipFill>
          <a:blip r:embed="rId2">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0" name="MTD | X1336 Measurement Equipment Details"/>
          <p:cNvSpPr txBox="1"/>
          <p:nvPr/>
        </p:nvSpPr>
        <p:spPr>
          <a:xfrm>
            <a:off x="758824" y="989012"/>
            <a:ext cx="16968690"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3800">
                <a:solidFill>
                  <a:srgbClr val="005180"/>
                </a:solidFill>
                <a:latin typeface="Arial"/>
                <a:ea typeface="Arial"/>
                <a:cs typeface="Arial"/>
                <a:sym typeface="Arial"/>
              </a:defRPr>
            </a:pPr>
            <a:r>
              <a:t>MTD | </a:t>
            </a:r>
            <a:r>
              <a:t>J510</a:t>
            </a:r>
            <a:r>
              <a:t> </a:t>
            </a:r>
            <a:r>
              <a:rPr>
                <a:solidFill>
                  <a:srgbClr val="000000"/>
                </a:solidFill>
              </a:rPr>
              <a:t>Measurement Equipment Details </a:t>
            </a:r>
          </a:p>
        </p:txBody>
      </p:sp>
      <p:pic>
        <p:nvPicPr>
          <p:cNvPr id="161" name="图片 6" descr="图片 6"/>
          <p:cNvPicPr>
            <a:picLocks noChangeAspect="1"/>
          </p:cNvPicPr>
          <p:nvPr/>
        </p:nvPicPr>
        <p:blipFill>
          <a:blip r:embed="rId2">
            <a:extLst/>
          </a:blip>
          <a:stretch>
            <a:fillRect/>
          </a:stretch>
        </p:blipFill>
        <p:spPr>
          <a:xfrm>
            <a:off x="16201291" y="3479620"/>
            <a:ext cx="4843350" cy="7377662"/>
          </a:xfrm>
          <a:prstGeom prst="rect">
            <a:avLst/>
          </a:prstGeom>
          <a:ln w="12700">
            <a:miter lim="400000"/>
          </a:ln>
        </p:spPr>
      </p:pic>
      <p:graphicFrame>
        <p:nvGraphicFramePr>
          <p:cNvPr id="162" name="表格"/>
          <p:cNvGraphicFramePr/>
          <p:nvPr/>
        </p:nvGraphicFramePr>
        <p:xfrm>
          <a:off x="1183366" y="3528983"/>
          <a:ext cx="14129848" cy="460580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016616"/>
                <a:gridCol w="9113231"/>
              </a:tblGrid>
              <a:tr h="1118502">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Height Gage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888894">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Mitutoyo</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957174">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543-563DC</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850523">
                <a:tc>
                  <a:txBody>
                    <a:bodyPr/>
                    <a:lstStyle/>
                    <a:p>
                      <a:pPr defTabSz="4095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0-50mm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90707">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3600">
                          <a:latin typeface="Arial"/>
                          <a:ea typeface="Arial"/>
                          <a:cs typeface="Arial"/>
                          <a:sym typeface="Arial"/>
                        </a:defRPr>
                      </a:pPr>
                      <a:r>
                        <a:t>  </a:t>
                      </a:r>
                      <a:r>
                        <a:t>0.001m</a:t>
                      </a:r>
                      <a:r>
                        <a:t>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幻灯片编号"/>
          <p:cNvSpPr txBox="1"/>
          <p:nvPr>
            <p:ph type="sldNum" sz="quarter" idx="2"/>
          </p:nvPr>
        </p:nvSpPr>
        <p:spPr>
          <a:xfrm>
            <a:off x="12031780" y="13073062"/>
            <a:ext cx="310915" cy="477664"/>
          </a:xfrm>
          <a:prstGeom prst="rect">
            <a:avLst/>
          </a:prstGeom>
          <a:extLst>
            <a:ext uri="{C572A759-6A51-4108-AA02-DFA0A04FC94B}">
              <ma14:wrappingTextBoxFlag xmlns:ma14="http://schemas.microsoft.com/office/mac/drawingml/2011/main" val="1"/>
            </a:ext>
          </a:extLst>
        </p:spPr>
        <p:txBody>
          <a:bodyPr lIns="71433" tIns="71433" rIns="71433" bIns="71433"/>
          <a:lstStyle/>
          <a:p>
            <a:pPr/>
            <a:fld id="{86CB4B4D-7CA3-9044-876B-883B54F8677D}" type="slidenum"/>
          </a:p>
        </p:txBody>
      </p:sp>
      <p:sp>
        <p:nvSpPr>
          <p:cNvPr id="165" name="MTD | Measurement Equipment Details_Magnetic Moment"/>
          <p:cNvSpPr txBox="1"/>
          <p:nvPr>
            <p:ph type="title" idx="4294967295"/>
          </p:nvPr>
        </p:nvSpPr>
        <p:spPr>
          <a:xfrm>
            <a:off x="910296" y="997002"/>
            <a:ext cx="16968692" cy="812310"/>
          </a:xfrm>
          <a:prstGeom prst="rect">
            <a:avLst/>
          </a:prstGeom>
        </p:spPr>
        <p:txBody>
          <a:bodyPr lIns="50800" tIns="50800" rIns="50800" bIns="50800"/>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-(3D Axis) Fluxmeter</a:t>
            </a:r>
          </a:p>
        </p:txBody>
      </p:sp>
      <p:graphicFrame>
        <p:nvGraphicFramePr>
          <p:cNvPr id="166" name="表格"/>
          <p:cNvGraphicFramePr/>
          <p:nvPr/>
        </p:nvGraphicFramePr>
        <p:xfrm>
          <a:off x="910295" y="2405246"/>
          <a:ext cx="13493474" cy="8188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90680"/>
                <a:gridCol w="8702793"/>
              </a:tblGrid>
              <a:tr h="1451566">
                <a:tc>
                  <a:txBody>
                    <a:bodyPr/>
                    <a:lstStyle/>
                    <a:p>
                      <a:pPr defTabSz="8667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(3D Axis) Fluxmeter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1907636">
                <a:tc>
                  <a:txBody>
                    <a:bodyPr/>
                    <a:lstStyle/>
                    <a:p>
                      <a:pPr defTabSz="8667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866775">
                        <a:defRPr sz="3600">
                          <a:latin typeface="Arial"/>
                          <a:ea typeface="Arial"/>
                          <a:cs typeface="Arial"/>
                          <a:sym typeface="Arial"/>
                        </a:defRPr>
                      </a:pPr>
                      <a:r>
                        <a:t>HuNan YongYi TechnologyCo.,Ltd</a:t>
                      </a:r>
                    </a:p>
                    <a:p>
                      <a:pPr defTabSz="866775">
                        <a:defRPr sz="3600">
                          <a:latin typeface="Arial"/>
                          <a:ea typeface="Arial"/>
                          <a:cs typeface="Arial"/>
                          <a:sym typeface="Arial"/>
                        </a:defRPr>
                      </a:pPr>
                      <a:r>
                        <a:t>/ HNYY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730719">
                <a:tc>
                  <a:txBody>
                    <a:bodyPr/>
                    <a:lstStyle/>
                    <a:p>
                      <a:pPr defTabSz="8667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marR="474980" indent="6350" defTabSz="266700">
                        <a:defRPr sz="3600">
                          <a:latin typeface="Arial"/>
                          <a:ea typeface="Arial"/>
                          <a:cs typeface="Arial"/>
                          <a:sym typeface="Arial"/>
                        </a:defRPr>
                      </a:pPr>
                      <a:r>
                        <a:t>Fluxmeter Model</a:t>
                      </a:r>
                      <a:r>
                        <a:rPr>
                          <a:latin typeface="Helvetica Neue"/>
                          <a:ea typeface="Helvetica Neue"/>
                          <a:cs typeface="Helvetica Neue"/>
                          <a:sym typeface="Helvetica Neue"/>
                        </a:rPr>
                        <a:t>：</a:t>
                      </a:r>
                      <a:r>
                        <a:t>FE-2100AM</a:t>
                      </a:r>
                      <a:endParaRPr spc="30"/>
                    </a:p>
                    <a:p>
                      <a:pPr marR="474980" indent="6350" defTabSz="266700">
                        <a:defRPr sz="3600">
                          <a:latin typeface="Arial"/>
                          <a:ea typeface="Arial"/>
                          <a:cs typeface="Arial"/>
                          <a:sym typeface="Arial"/>
                        </a:defRPr>
                      </a:pPr>
                      <a:r>
                        <a:t>Coil Model</a:t>
                      </a:r>
                      <a:r>
                        <a:rPr>
                          <a:latin typeface="Helvetica Neue"/>
                          <a:ea typeface="Helvetica Neue"/>
                          <a:cs typeface="Helvetica Neue"/>
                          <a:sym typeface="Helvetica Neue"/>
                        </a:rPr>
                        <a:t>：</a:t>
                      </a:r>
                      <a:r>
                        <a:t>FE-3HM100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451566">
                <a:tc>
                  <a:txBody>
                    <a:bodyPr/>
                    <a:lstStyle/>
                    <a:p>
                      <a:pPr defTabSz="8667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Mono Magnetic moment  0.1-499.9 μWb*cm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646838">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±0.5%</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pic>
        <p:nvPicPr>
          <p:cNvPr id="167" name="image24.jpeg" descr="image24.jpeg"/>
          <p:cNvPicPr>
            <a:picLocks noChangeAspect="1"/>
          </p:cNvPicPr>
          <p:nvPr/>
        </p:nvPicPr>
        <p:blipFill>
          <a:blip r:embed="rId2">
            <a:extLst/>
          </a:blip>
          <a:srcRect l="0" t="56550" r="0" b="0"/>
          <a:stretch>
            <a:fillRect/>
          </a:stretch>
        </p:blipFill>
        <p:spPr>
          <a:xfrm>
            <a:off x="14894039" y="2462983"/>
            <a:ext cx="6096642" cy="1918825"/>
          </a:xfrm>
          <a:prstGeom prst="rect">
            <a:avLst/>
          </a:prstGeom>
          <a:ln w="12700">
            <a:miter lim="400000"/>
          </a:ln>
        </p:spPr>
      </p:pic>
      <p:pic>
        <p:nvPicPr>
          <p:cNvPr id="168" name="图片 1" descr="图片 1"/>
          <p:cNvPicPr>
            <a:picLocks noChangeAspect="1"/>
          </p:cNvPicPr>
          <p:nvPr/>
        </p:nvPicPr>
        <p:blipFill>
          <a:blip r:embed="rId3">
            <a:extLst/>
          </a:blip>
          <a:stretch>
            <a:fillRect/>
          </a:stretch>
        </p:blipFill>
        <p:spPr>
          <a:xfrm>
            <a:off x="15498979" y="4381808"/>
            <a:ext cx="4886763" cy="613344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70" name="表格"/>
          <p:cNvGraphicFramePr/>
          <p:nvPr/>
        </p:nvGraphicFramePr>
        <p:xfrm>
          <a:off x="1531019" y="2763834"/>
          <a:ext cx="12446296" cy="8188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90680"/>
                <a:gridCol w="7655615"/>
              </a:tblGrid>
              <a:tr h="1451566">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Mono Magnetic permanent tester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907636">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3600">
                          <a:latin typeface="Arial"/>
                          <a:ea typeface="Arial"/>
                          <a:cs typeface="Arial"/>
                          <a:sym typeface="Arial"/>
                        </a:defRPr>
                      </a:pPr>
                      <a:r>
                        <a:t>Sheep</a:t>
                      </a:r>
                      <a:endParaRPr sz="1800"/>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730719">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AMT-4A</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451566">
                <a:tc>
                  <a:txBody>
                    <a:bodyPr/>
                    <a:lstStyle/>
                    <a:p>
                      <a:pPr defTabSz="4095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Min:10*10*10mm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646838">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NA</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171" name="幻灯片编号"/>
          <p:cNvSpPr txBox="1"/>
          <p:nvPr>
            <p:ph type="sldNum" sz="quarter" idx="2"/>
          </p:nvPr>
        </p:nvSpPr>
        <p:spPr>
          <a:xfrm>
            <a:off x="12031778" y="13073062"/>
            <a:ext cx="310919"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2" name="MTD | Measurement Equipment Details_Magnetic Moment"/>
          <p:cNvSpPr txBox="1"/>
          <p:nvPr/>
        </p:nvSpPr>
        <p:spPr>
          <a:xfrm>
            <a:off x="844775" y="857770"/>
            <a:ext cx="19887166" cy="9377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rPr>
                <a:solidFill>
                  <a:srgbClr val="000000"/>
                </a:solidFill>
              </a:rPr>
              <a:t> </a:t>
            </a:r>
            <a:r>
              <a:rPr>
                <a:solidFill>
                  <a:srgbClr val="000000"/>
                </a:solidFill>
              </a:rPr>
              <a:t>Measurement Equipment Details-</a:t>
            </a:r>
            <a:r>
              <a:rPr>
                <a:solidFill>
                  <a:srgbClr val="000000"/>
                </a:solidFill>
              </a:rPr>
              <a:t>Mono Magnetic permanent tester</a:t>
            </a:r>
          </a:p>
        </p:txBody>
      </p:sp>
      <p:pic>
        <p:nvPicPr>
          <p:cNvPr id="173" name="图片 1" descr="图片 1"/>
          <p:cNvPicPr>
            <a:picLocks noChangeAspect="1"/>
          </p:cNvPicPr>
          <p:nvPr/>
        </p:nvPicPr>
        <p:blipFill>
          <a:blip r:embed="rId2">
            <a:extLst/>
          </a:blip>
          <a:stretch>
            <a:fillRect/>
          </a:stretch>
        </p:blipFill>
        <p:spPr>
          <a:xfrm>
            <a:off x="14589577" y="4751613"/>
            <a:ext cx="8495762" cy="421277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幻灯片编号"/>
          <p:cNvSpPr txBox="1"/>
          <p:nvPr>
            <p:ph type="sldNum" sz="quarter" idx="2"/>
          </p:nvPr>
        </p:nvSpPr>
        <p:spPr>
          <a:xfrm>
            <a:off x="12031779" y="13073062"/>
            <a:ext cx="310917" cy="477666"/>
          </a:xfrm>
          <a:prstGeom prst="rect">
            <a:avLst/>
          </a:prstGeom>
          <a:extLst>
            <a:ext uri="{C572A759-6A51-4108-AA02-DFA0A04FC94B}">
              <ma14:wrappingTextBoxFlag xmlns:ma14="http://schemas.microsoft.com/office/mac/drawingml/2011/main" val="1"/>
            </a:ext>
          </a:extLst>
        </p:spPr>
        <p:txBody>
          <a:bodyPr lIns="71434" tIns="71434" rIns="71434" bIns="71434"/>
          <a:lstStyle/>
          <a:p>
            <a:pPr/>
            <a:fld id="{86CB4B4D-7CA3-9044-876B-883B54F8677D}" type="slidenum"/>
          </a:p>
        </p:txBody>
      </p:sp>
      <p:graphicFrame>
        <p:nvGraphicFramePr>
          <p:cNvPr id="176" name="表格"/>
          <p:cNvGraphicFramePr/>
          <p:nvPr/>
        </p:nvGraphicFramePr>
        <p:xfrm>
          <a:off x="1548585" y="2776309"/>
          <a:ext cx="13384807" cy="702575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969710"/>
                <a:gridCol w="5021913"/>
                <a:gridCol w="3393184"/>
              </a:tblGrid>
              <a:tr h="826249">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Metallographic Microscope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1502988">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Shanghai Optical Instrument Factory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826249">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4XC-MS</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822315">
                <a:tc>
                  <a:txBody>
                    <a:bodyPr/>
                    <a:lstStyle/>
                    <a:p>
                      <a:pPr defTabSz="409575">
                        <a:defRPr sz="1800"/>
                      </a:pPr>
                      <a:r>
                        <a:rPr sz="3600">
                          <a:latin typeface="Arial"/>
                          <a:ea typeface="Arial"/>
                          <a:cs typeface="Arial"/>
                          <a:sym typeface="Arial"/>
                        </a:rPr>
                        <a:t>Resolution: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0.01μm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1019041">
                <a:tc rowSpan="2">
                  <a:txBody>
                    <a:bodyPr/>
                    <a:lstStyle/>
                    <a:p>
                      <a:pPr defTabSz="409575">
                        <a:defRPr sz="1800"/>
                      </a:pPr>
                      <a:r>
                        <a:rPr sz="3600">
                          <a:latin typeface="Arial"/>
                          <a:ea typeface="Arial"/>
                          <a:cs typeface="Arial"/>
                          <a:sym typeface="Arial"/>
                        </a:rPr>
                        <a:t>Magnification: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Zoom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600X</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857726">
                <a:tc vMerge="1">
                  <a:tcPr/>
                </a:tc>
                <a:tc>
                  <a:txBody>
                    <a:bodyPr/>
                    <a:lstStyle/>
                    <a:p>
                      <a:pPr defTabSz="409575">
                        <a:defRPr sz="1800"/>
                      </a:pPr>
                      <a:r>
                        <a:rPr sz="3600">
                          <a:latin typeface="Arial"/>
                          <a:ea typeface="Arial"/>
                          <a:cs typeface="Arial"/>
                          <a:sym typeface="Arial"/>
                        </a:rPr>
                        <a:t>Pixel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20 million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71183">
                <a:tc>
                  <a:txBody>
                    <a:bodyPr/>
                    <a:lstStyle/>
                    <a:p>
                      <a:pPr defTabSz="409575">
                        <a:defRPr sz="1800"/>
                      </a:pPr>
                      <a:r>
                        <a:rPr sz="3600">
                          <a:latin typeface="Arial"/>
                          <a:ea typeface="Arial"/>
                          <a:cs typeface="Arial"/>
                          <a:sym typeface="Arial"/>
                        </a:rPr>
                        <a:t>Illumination System: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Halogen lamp 20W/6V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bl>
          </a:graphicData>
        </a:graphic>
      </p:graphicFrame>
      <p:pic>
        <p:nvPicPr>
          <p:cNvPr id="177" name="图像" descr="图像"/>
          <p:cNvPicPr>
            <a:picLocks noChangeAspect="1"/>
          </p:cNvPicPr>
          <p:nvPr/>
        </p:nvPicPr>
        <p:blipFill>
          <a:blip r:embed="rId2">
            <a:extLst/>
          </a:blip>
          <a:stretch>
            <a:fillRect/>
          </a:stretch>
        </p:blipFill>
        <p:spPr>
          <a:xfrm>
            <a:off x="15080955" y="2966367"/>
            <a:ext cx="7947705" cy="6645638"/>
          </a:xfrm>
          <a:prstGeom prst="rect">
            <a:avLst/>
          </a:prstGeom>
          <a:ln w="12700">
            <a:miter lim="400000"/>
          </a:ln>
        </p:spPr>
      </p:pic>
      <p:sp>
        <p:nvSpPr>
          <p:cNvPr id="178" name="MTD | X1336 Measurement Equipment Details"/>
          <p:cNvSpPr txBox="1"/>
          <p:nvPr/>
        </p:nvSpPr>
        <p:spPr>
          <a:xfrm>
            <a:off x="758822" y="989012"/>
            <a:ext cx="19075344"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40957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Metallographic Microscope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幻灯片编号"/>
          <p:cNvSpPr txBox="1"/>
          <p:nvPr>
            <p:ph type="sldNum" sz="quarter" idx="2"/>
          </p:nvPr>
        </p:nvSpPr>
        <p:spPr>
          <a:xfrm>
            <a:off x="12031779" y="13073062"/>
            <a:ext cx="310917" cy="477666"/>
          </a:xfrm>
          <a:prstGeom prst="rect">
            <a:avLst/>
          </a:prstGeom>
          <a:extLst>
            <a:ext uri="{C572A759-6A51-4108-AA02-DFA0A04FC94B}">
              <ma14:wrappingTextBoxFlag xmlns:ma14="http://schemas.microsoft.com/office/mac/drawingml/2011/main" val="1"/>
            </a:ext>
          </a:extLst>
        </p:spPr>
        <p:txBody>
          <a:bodyPr lIns="71434" tIns="71434" rIns="71434" bIns="71434"/>
          <a:lstStyle/>
          <a:p>
            <a:pPr/>
            <a:fld id="{86CB4B4D-7CA3-9044-876B-883B54F8677D}" type="slidenum"/>
          </a:p>
        </p:txBody>
      </p:sp>
      <p:sp>
        <p:nvSpPr>
          <p:cNvPr id="181" name="MTD | X1336 Measurement Equipment Details"/>
          <p:cNvSpPr txBox="1"/>
          <p:nvPr/>
        </p:nvSpPr>
        <p:spPr>
          <a:xfrm>
            <a:off x="758822" y="609600"/>
            <a:ext cx="21015328" cy="119171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40957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SST Tester</a:t>
            </a:r>
          </a:p>
        </p:txBody>
      </p:sp>
      <p:graphicFrame>
        <p:nvGraphicFramePr>
          <p:cNvPr id="182" name="表格"/>
          <p:cNvGraphicFramePr/>
          <p:nvPr/>
        </p:nvGraphicFramePr>
        <p:xfrm>
          <a:off x="1328335" y="3925213"/>
          <a:ext cx="12300501" cy="670244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938972"/>
                <a:gridCol w="6361528"/>
              </a:tblGrid>
              <a:tr h="1120631">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SST Tester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Ningbo Yuanming</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20631">
                <a:tc>
                  <a:txBody>
                    <a:bodyPr/>
                    <a:lstStyle/>
                    <a:p>
                      <a:pPr defTabSz="409575">
                        <a:defRPr sz="1800"/>
                      </a:pPr>
                      <a:r>
                        <a:rPr sz="3600">
                          <a:latin typeface="Arial"/>
                          <a:ea typeface="Arial"/>
                          <a:cs typeface="Arial"/>
                          <a:sym typeface="Arial"/>
                        </a:rPr>
                        <a:t>Model: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YM-90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Tester Container: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900*600*500mm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Spray quantity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1.0-2.0ml/h</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Salt water volume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25L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pic>
        <p:nvPicPr>
          <p:cNvPr id="183" name="image7.jpeg" descr="image7.jpeg"/>
          <p:cNvPicPr>
            <a:picLocks noChangeAspect="1"/>
          </p:cNvPicPr>
          <p:nvPr/>
        </p:nvPicPr>
        <p:blipFill>
          <a:blip r:embed="rId2">
            <a:extLst/>
          </a:blip>
          <a:stretch>
            <a:fillRect/>
          </a:stretch>
        </p:blipFill>
        <p:spPr>
          <a:xfrm>
            <a:off x="14039848" y="3528490"/>
            <a:ext cx="9144002" cy="7505705"/>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MTD | X1335 Measurement Fixture List"/>
          <p:cNvSpPr txBox="1"/>
          <p:nvPr>
            <p:ph type="title" idx="4294967295"/>
          </p:nvPr>
        </p:nvSpPr>
        <p:spPr>
          <a:xfrm>
            <a:off x="750899" y="760816"/>
            <a:ext cx="10399701" cy="1013903"/>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Fixture List</a:t>
            </a:r>
          </a:p>
        </p:txBody>
      </p:sp>
      <p:graphicFrame>
        <p:nvGraphicFramePr>
          <p:cNvPr id="186" name="表格"/>
          <p:cNvGraphicFramePr/>
          <p:nvPr/>
        </p:nvGraphicFramePr>
        <p:xfrm>
          <a:off x="832926" y="2136088"/>
          <a:ext cx="22436470" cy="302758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594766"/>
                <a:gridCol w="4168589"/>
                <a:gridCol w="4007222"/>
                <a:gridCol w="5722775"/>
                <a:gridCol w="2943117"/>
              </a:tblGrid>
              <a:tr h="1286996">
                <a:tc>
                  <a:txBody>
                    <a:bodyPr/>
                    <a:lstStyle/>
                    <a:p>
                      <a:pPr defTabSz="409575">
                        <a:defRPr sz="1800"/>
                      </a:pPr>
                      <a:r>
                        <a:rPr sz="2800">
                          <a:latin typeface="Arial"/>
                          <a:ea typeface="Arial"/>
                          <a:cs typeface="Arial"/>
                          <a:sym typeface="Arial"/>
                        </a:rPr>
                        <a:t>Fixture No</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Size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Material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Pic</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Remark</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1740586">
                <a:tc>
                  <a:txBody>
                    <a:bodyPr/>
                    <a:lstStyle/>
                    <a:p>
                      <a:pPr defTabSz="457200">
                        <a:defRPr sz="2800">
                          <a:latin typeface="Arial"/>
                          <a:ea typeface="Arial"/>
                          <a:cs typeface="Arial"/>
                          <a:sym typeface="Arial"/>
                        </a:defRPr>
                      </a:pPr>
                      <a:r>
                        <a:t>J-</a:t>
                      </a:r>
                      <a:r>
                        <a:t>J510-1#</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2800">
                          <a:latin typeface="Arial"/>
                          <a:ea typeface="Arial"/>
                          <a:cs typeface="Arial"/>
                          <a:sym typeface="Arial"/>
                        </a:defRPr>
                      </a:pPr>
                      <a:r>
                        <a:t>1</a:t>
                      </a:r>
                      <a:r>
                        <a:t>89</a:t>
                      </a:r>
                      <a:r>
                        <a:t>*</a:t>
                      </a:r>
                      <a:r>
                        <a:t>36</a:t>
                      </a:r>
                      <a:r>
                        <a:t>*</a:t>
                      </a:r>
                      <a:r>
                        <a:t>12</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57200">
                        <a:defRPr sz="1800"/>
                      </a:pPr>
                      <a:r>
                        <a:rPr sz="2800">
                          <a:latin typeface="Arial"/>
                          <a:ea typeface="Arial"/>
                          <a:cs typeface="Arial"/>
                          <a:sym typeface="Arial"/>
                        </a:rPr>
                        <a:t>Electric board</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defRPr>
                          <a:latin typeface="Helvetica Neue Medium"/>
                          <a:ea typeface="Helvetica Neue Medium"/>
                          <a:cs typeface="Helvetica Neue Medium"/>
                          <a:sym typeface="Helvetica Neue Medium"/>
                        </a:defRPr>
                      </a:pP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bl>
          </a:graphicData>
        </a:graphic>
      </p:graphicFrame>
      <p:sp>
        <p:nvSpPr>
          <p:cNvPr id="187"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8" name="图片 5" descr="图片 5"/>
          <p:cNvPicPr>
            <a:picLocks noChangeAspect="1"/>
          </p:cNvPicPr>
          <p:nvPr/>
        </p:nvPicPr>
        <p:blipFill>
          <a:blip r:embed="rId2">
            <a:extLst/>
          </a:blip>
          <a:stretch>
            <a:fillRect/>
          </a:stretch>
        </p:blipFill>
        <p:spPr>
          <a:xfrm>
            <a:off x="17036141" y="3695527"/>
            <a:ext cx="1578431" cy="1263087"/>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灯片编号占位符 1"/>
          <p:cNvSpPr txBox="1"/>
          <p:nvPr>
            <p:ph type="sldNum" sz="quarter" idx="2"/>
          </p:nvPr>
        </p:nvSpPr>
        <p:spPr>
          <a:xfrm>
            <a:off x="11807145" y="13238329"/>
            <a:ext cx="466266" cy="47766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1" name="MTD | X1335 Metrology Details-Magnet 160-02017-05 (Series)"/>
          <p:cNvSpPr txBox="1"/>
          <p:nvPr/>
        </p:nvSpPr>
        <p:spPr>
          <a:xfrm>
            <a:off x="858229" y="1022137"/>
            <a:ext cx="15486672"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aphicFrame>
        <p:nvGraphicFramePr>
          <p:cNvPr id="192" name="表格"/>
          <p:cNvGraphicFramePr/>
          <p:nvPr/>
        </p:nvGraphicFramePr>
        <p:xfrm>
          <a:off x="801731" y="1915868"/>
          <a:ext cx="22771012" cy="1115719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90685"/>
                <a:gridCol w="1136695"/>
                <a:gridCol w="3186404"/>
                <a:gridCol w="2213429"/>
                <a:gridCol w="3171371"/>
                <a:gridCol w="2326951"/>
                <a:gridCol w="3413449"/>
                <a:gridCol w="2717800"/>
                <a:gridCol w="1333241"/>
                <a:gridCol w="2280986"/>
              </a:tblGrid>
              <a:tr h="522791">
                <a:tc>
                  <a:txBody>
                    <a:bodyPr/>
                    <a:lstStyle/>
                    <a:p>
                      <a:pPr defTabSz="977900">
                        <a:defRPr sz="1800"/>
                      </a:pPr>
                      <a:r>
                        <a:rPr sz="2000">
                          <a:latin typeface="Arial"/>
                          <a:ea typeface="Arial"/>
                          <a:cs typeface="Arial"/>
                          <a:sym typeface="Arial"/>
                        </a:rPr>
                        <a:t>FAI</a:t>
                      </a:r>
                    </a:p>
                  </a:txBody>
                  <a:tcPr marL="12700" marR="12700" marT="12700" marB="12700" anchor="ctr" anchorCtr="0" horzOverflow="overflow">
                    <a:lnL w="1270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SPC</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Specification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Description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FAI/CPK Method</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FAI/CPK  Fixture</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In-Process Method</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In-Process  Fixture</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Location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Cross check by</a:t>
                      </a:r>
                    </a:p>
                  </a:txBody>
                  <a:tcPr marL="12700" marR="12700" marT="12700" marB="12700" anchor="ctr" anchorCtr="0" horzOverflow="overflow">
                    <a:lnL w="6350">
                      <a:solidFill>
                        <a:srgbClr val="000000"/>
                      </a:solidFill>
                    </a:lnL>
                    <a:lnR w="12700">
                      <a:solidFill>
                        <a:srgbClr val="000000"/>
                      </a:solidFill>
                    </a:lnR>
                    <a:lnT w="12700">
                      <a:solidFill>
                        <a:srgbClr val="000000"/>
                      </a:solidFill>
                    </a:lnT>
                    <a:lnB w="6350">
                      <a:solidFill>
                        <a:srgbClr val="000000"/>
                      </a:solidFill>
                    </a:lnB>
                    <a:solidFill>
                      <a:srgbClr val="C1E1FE"/>
                    </a:solidFill>
                  </a:tcPr>
                </a:tc>
              </a:tr>
              <a:tr h="522791">
                <a:tc>
                  <a:txBody>
                    <a:bodyPr/>
                    <a:lstStyle/>
                    <a:p>
                      <a:pPr defTabSz="977900">
                        <a:defRPr sz="1800"/>
                      </a:pPr>
                      <a:r>
                        <a:rPr sz="2000">
                          <a:latin typeface="Arial"/>
                          <a:ea typeface="Arial"/>
                          <a:cs typeface="Arial"/>
                          <a:sym typeface="Arial"/>
                        </a:rPr>
                        <a:t>1</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3*2.00±0.10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 Thickness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HG</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HG</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2</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3*2.85±0.10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Width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4</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D</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2*30.96°±3.00°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Angle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0726">
                <a:tc>
                  <a:txBody>
                    <a:bodyPr/>
                    <a:lstStyle/>
                    <a:p>
                      <a:pPr defTabSz="977900">
                        <a:defRPr sz="1800"/>
                      </a:pPr>
                      <a:r>
                        <a:rPr sz="2000">
                          <a:latin typeface="Arial"/>
                          <a:ea typeface="Arial"/>
                          <a:cs typeface="Arial"/>
                          <a:sym typeface="Arial"/>
                        </a:rPr>
                        <a:t>5</a:t>
                      </a:r>
                    </a:p>
                  </a:txBody>
                  <a:tcPr marL="10180" marR="10180" marT="10180" marB="10180"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E</a:t>
                      </a:r>
                    </a:p>
                  </a:txBody>
                  <a:tcPr marL="10180" marR="10180" marT="10180" marB="1018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20.00°±7.0°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Mono Magnetic Orientation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03529">
                <a:tc>
                  <a:txBody>
                    <a:bodyPr/>
                    <a:lstStyle/>
                    <a:p>
                      <a:pPr defTabSz="977900">
                        <a:defRPr sz="1800"/>
                      </a:pPr>
                      <a:r>
                        <a:rPr sz="2000">
                          <a:latin typeface="Arial"/>
                          <a:ea typeface="Arial"/>
                          <a:cs typeface="Arial"/>
                          <a:sym typeface="Arial"/>
                        </a:rPr>
                        <a:t>7</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14.20±0.10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Length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P1C1</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0726">
                <a:tc>
                  <a:txBody>
                    <a:bodyPr/>
                    <a:lstStyle/>
                    <a:p>
                      <a:pPr defTabSz="977900">
                        <a:defRPr sz="1800"/>
                      </a:pPr>
                      <a:r>
                        <a:rPr sz="2000">
                          <a:latin typeface="Arial"/>
                          <a:ea typeface="Arial"/>
                          <a:cs typeface="Arial"/>
                          <a:sym typeface="Arial"/>
                        </a:rPr>
                        <a:t>10</a:t>
                      </a:r>
                    </a:p>
                  </a:txBody>
                  <a:tcPr marL="10180" marR="10180" marT="10180" marB="10180"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a:t>
                      </a:r>
                    </a:p>
                  </a:txBody>
                  <a:tcPr marL="10180" marR="10180" marT="10180" marB="1018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9.72±0.68 </a:t>
                      </a:r>
                      <a:r>
                        <a:t>μ</a:t>
                      </a:r>
                      <a:r>
                        <a:t>Wb*cm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Mono Magnetic Orientation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56540">
                <a:tc>
                  <a:txBody>
                    <a:bodyPr/>
                    <a:lstStyle/>
                    <a:p>
                      <a:pPr defTabSz="977900">
                        <a:defRPr sz="1800"/>
                      </a:pPr>
                      <a:r>
                        <a:rPr sz="2000">
                          <a:latin typeface="Arial"/>
                          <a:ea typeface="Arial"/>
                          <a:cs typeface="Arial"/>
                          <a:sym typeface="Arial"/>
                        </a:rPr>
                        <a:t>11</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See Table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Flux density</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12</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L</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4.50±0.10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13</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8.50±0.10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650080">
                <a:tc>
                  <a:txBody>
                    <a:bodyPr/>
                    <a:lstStyle/>
                    <a:p>
                      <a:pPr defTabSz="977900">
                        <a:defRPr sz="1800"/>
                      </a:pPr>
                      <a:r>
                        <a:rPr sz="2000">
                          <a:latin typeface="Arial"/>
                          <a:ea typeface="Arial"/>
                          <a:cs typeface="Arial"/>
                          <a:sym typeface="Arial"/>
                        </a:rPr>
                        <a:t>14</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1.20±0.10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Unmagnetized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15</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2*0.77±0.10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Distance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1041597">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Br:13.2~13.8KGs</a:t>
                      </a:r>
                      <a:endParaRPr sz="1800"/>
                    </a:p>
                    <a:p>
                      <a:pPr defTabSz="977900">
                        <a:defRPr sz="2000">
                          <a:latin typeface="Arial"/>
                          <a:ea typeface="Arial"/>
                          <a:cs typeface="Arial"/>
                          <a:sym typeface="Arial"/>
                        </a:defRPr>
                      </a:pPr>
                      <a:r>
                        <a:t>Hcj:20 KOe minimum</a:t>
                      </a:r>
                      <a:endParaRPr sz="1800"/>
                    </a:p>
                    <a:p>
                      <a:pPr defTabSz="977900">
                        <a:defRPr sz="2000">
                          <a:latin typeface="Arial"/>
                          <a:ea typeface="Arial"/>
                          <a:cs typeface="Arial"/>
                          <a:sym typeface="Arial"/>
                        </a:defRPr>
                      </a:pPr>
                      <a:r>
                        <a:t>BHmax:342~366 KJ/M³</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Br/Hcj</a:t>
                      </a:r>
                      <a:r>
                        <a:t>/BH</a:t>
                      </a:r>
                      <a:r>
                        <a:t>max</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Permanent Mono Magnetometer</a:t>
                      </a:r>
                    </a:p>
                  </a:txBody>
                  <a:tcPr marL="26914" marR="26914" marT="26914" marB="26914"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Permanent Mono Magnetometer</a:t>
                      </a:r>
                    </a:p>
                  </a:txBody>
                  <a:tcPr marL="26914" marR="26914" marT="26914" marB="26914"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1</a:t>
                      </a:r>
                      <a:r>
                        <a:rPr>
                          <a:latin typeface="Helvetica Neue"/>
                          <a:ea typeface="Helvetica Neue"/>
                          <a:cs typeface="Helvetica Neue"/>
                          <a:sym typeface="Helvetica Neue"/>
                        </a:rPr>
                        <a:t>：</a:t>
                      </a:r>
                      <a:r>
                        <a:t>2~5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Base nickle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2</a:t>
                      </a:r>
                      <a:r>
                        <a:rPr>
                          <a:latin typeface="Helvetica Neue"/>
                          <a:ea typeface="Helvetica Neue"/>
                          <a:cs typeface="Helvetica Neue"/>
                          <a:sym typeface="Helvetica Neue"/>
                        </a:rPr>
                        <a:t>：</a:t>
                      </a:r>
                      <a:r>
                        <a:t>2~5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Copper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3&amp;4</a:t>
                      </a:r>
                      <a:r>
                        <a:rPr>
                          <a:latin typeface="Helvetica Neue"/>
                          <a:ea typeface="Helvetica Neue"/>
                          <a:cs typeface="Helvetica Neue"/>
                          <a:sym typeface="Helvetica Neue"/>
                        </a:rPr>
                        <a:t>：</a:t>
                      </a:r>
                      <a:r>
                        <a:t>3~9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Bright nickle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7~19μm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Total Thickness </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24HR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 Tester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 Tester</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94" name="表格"/>
          <p:cNvGraphicFramePr/>
          <p:nvPr/>
        </p:nvGraphicFramePr>
        <p:xfrm>
          <a:off x="855323" y="1890147"/>
          <a:ext cx="22807910" cy="1182585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033362"/>
                <a:gridCol w="10774546"/>
              </a:tblGrid>
              <a:tr h="651028">
                <a:tc gridSpan="2">
                  <a:txBody>
                    <a:bodyPr/>
                    <a:lstStyle/>
                    <a:p>
                      <a:pPr algn="l" defTabSz="409575">
                        <a:defRPr sz="2800">
                          <a:latin typeface="Arial"/>
                          <a:ea typeface="Arial"/>
                          <a:cs typeface="Arial"/>
                          <a:sym typeface="Arial"/>
                        </a:defRPr>
                      </a:pPr>
                      <a:r>
                        <a:t>Mono Magnet  </a:t>
                      </a:r>
                      <a:r>
                        <a:rPr sz="3200"/>
                        <a:t> </a:t>
                      </a:r>
                      <a:r>
                        <a:t>Thickness: FAI 1 /SPC A :3*2.00±0.10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41720">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33103">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p>
                    <a:p>
                      <a:pPr algn="l" defTabSz="409575">
                        <a:defRPr sz="2400">
                          <a:latin typeface="Arial"/>
                          <a:ea typeface="Arial"/>
                          <a:cs typeface="Arial"/>
                          <a:sym typeface="Arial"/>
                        </a:defRPr>
                      </a:pPr>
                      <a:r>
                        <a:t>1.</a:t>
                      </a:r>
                      <a:r>
                        <a:rPr>
                          <a:latin typeface="+mj-lt"/>
                          <a:ea typeface="+mj-ea"/>
                          <a:cs typeface="+mj-cs"/>
                          <a:sym typeface="Helvetica"/>
                        </a:rPr>
                        <a:t>将产品如下图平放大理石平台上</a:t>
                      </a:r>
                      <a:r>
                        <a:t>;(PIC 1)</a:t>
                      </a:r>
                    </a:p>
                    <a:p>
                      <a:pPr algn="l" defTabSz="409575">
                        <a:defRPr sz="2400">
                          <a:latin typeface="Arial"/>
                          <a:ea typeface="Arial"/>
                          <a:cs typeface="Arial"/>
                          <a:sym typeface="Arial"/>
                        </a:defRPr>
                      </a:pPr>
                      <a:r>
                        <a:t>2.</a:t>
                      </a:r>
                      <a:r>
                        <a:rPr>
                          <a:latin typeface="+mj-lt"/>
                          <a:ea typeface="+mj-ea"/>
                          <a:cs typeface="+mj-cs"/>
                          <a:sym typeface="Helvetica"/>
                        </a:rPr>
                        <a:t>将高度规测针在大理石平台上</a:t>
                      </a:r>
                      <a:r>
                        <a:t>A1</a:t>
                      </a:r>
                      <a:r>
                        <a:rPr>
                          <a:latin typeface="+mj-lt"/>
                          <a:ea typeface="+mj-ea"/>
                          <a:cs typeface="+mj-cs"/>
                          <a:sym typeface="Helvetica"/>
                        </a:rPr>
                        <a:t>点归零（</a:t>
                      </a:r>
                      <a:r>
                        <a:t>PIC 2</a:t>
                      </a:r>
                      <a:r>
                        <a:rPr>
                          <a:latin typeface="+mj-lt"/>
                          <a:ea typeface="+mj-ea"/>
                          <a:cs typeface="+mj-cs"/>
                          <a:sym typeface="Helvetica"/>
                        </a:rPr>
                        <a:t>）；</a:t>
                      </a:r>
                    </a:p>
                    <a:p>
                      <a:pPr algn="l" defTabSz="409575">
                        <a:defRPr sz="2400">
                          <a:latin typeface="Arial"/>
                          <a:ea typeface="Arial"/>
                          <a:cs typeface="Arial"/>
                          <a:sym typeface="Arial"/>
                        </a:defRPr>
                      </a:pPr>
                      <a:r>
                        <a:t>3.</a:t>
                      </a:r>
                      <a:r>
                        <a:rPr>
                          <a:latin typeface="+mj-lt"/>
                          <a:ea typeface="+mj-ea"/>
                          <a:cs typeface="+mj-cs"/>
                          <a:sym typeface="Helvetica"/>
                        </a:rPr>
                        <a:t>在每个</a:t>
                      </a:r>
                      <a:r>
                        <a:t>magnet</a:t>
                      </a:r>
                      <a:r>
                        <a:rPr>
                          <a:latin typeface="+mj-lt"/>
                          <a:ea typeface="+mj-ea"/>
                          <a:cs typeface="+mj-cs"/>
                          <a:sym typeface="Helvetica"/>
                        </a:rPr>
                        <a:t>上面中心位置由左至右测量三个点</a:t>
                      </a:r>
                      <a:r>
                        <a:t>P1~P3</a:t>
                      </a:r>
                      <a:r>
                        <a:rPr>
                          <a:latin typeface="+mj-lt"/>
                          <a:ea typeface="+mj-ea"/>
                          <a:cs typeface="+mj-cs"/>
                          <a:sym typeface="Helvetica"/>
                        </a:rPr>
                        <a:t>（</a:t>
                      </a:r>
                      <a:r>
                        <a:t>PIC 2</a:t>
                      </a:r>
                      <a:r>
                        <a:rPr>
                          <a:latin typeface="+mj-lt"/>
                          <a:ea typeface="+mj-ea"/>
                          <a:cs typeface="+mj-cs"/>
                          <a:sym typeface="Helvetica"/>
                        </a:rPr>
                        <a:t>），记录数据为</a:t>
                      </a:r>
                      <a:r>
                        <a:t>FAI1-1~FAI1-3. </a:t>
                      </a:r>
                      <a:endParaRPr sz="2600"/>
                    </a:p>
                    <a:p>
                      <a:pPr marL="457200" indent="-457200" algn="l" defTabSz="409575">
                        <a:buSzPct val="100000"/>
                        <a:buAutoNum type="arabicPeriod" startAt="1"/>
                        <a:defRPr sz="2400">
                          <a:latin typeface="Arial"/>
                          <a:ea typeface="Arial"/>
                          <a:cs typeface="Arial"/>
                          <a:sym typeface="Arial"/>
                        </a:defRPr>
                      </a:pPr>
                      <a:r>
                        <a:t>Place the product flat on the marble platform as shown in the following picture; (PIC 1) </a:t>
                      </a:r>
                      <a:endParaRPr sz="2600"/>
                    </a:p>
                    <a:p>
                      <a:pPr algn="l" defTabSz="409575">
                        <a:defRPr sz="2400">
                          <a:latin typeface="Arial"/>
                          <a:ea typeface="Arial"/>
                          <a:cs typeface="Arial"/>
                          <a:sym typeface="Arial"/>
                        </a:defRPr>
                      </a:pPr>
                      <a:r>
                        <a:t>2. Zero the height gauge probe at point A1 on the marble platform (PIC 2); </a:t>
                      </a:r>
                      <a:endParaRPr sz="2600"/>
                    </a:p>
                    <a:p>
                      <a:pPr algn="l" defTabSz="409575">
                        <a:defRPr sz="2400">
                          <a:latin typeface="Arial"/>
                          <a:ea typeface="Arial"/>
                          <a:cs typeface="Arial"/>
                          <a:sym typeface="Arial"/>
                        </a:defRPr>
                      </a:pPr>
                      <a:r>
                        <a:t>3. Measure three points P1 to P3 from left to right at the center position of each magnet (PIC 2), and record the data as FAI1-1 to FAI1-3.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195" name="灯片编号占位符 3"/>
          <p:cNvSpPr txBox="1"/>
          <p:nvPr>
            <p:ph type="sldNum" sz="quarter" idx="2"/>
          </p:nvPr>
        </p:nvSpPr>
        <p:spPr>
          <a:xfrm>
            <a:off x="12303456" y="13110756"/>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6" name="图片 50" descr="图片 50"/>
          <p:cNvPicPr>
            <a:picLocks noChangeAspect="1"/>
          </p:cNvPicPr>
          <p:nvPr/>
        </p:nvPicPr>
        <p:blipFill>
          <a:blip r:embed="rId2">
            <a:extLst/>
          </a:blip>
          <a:stretch>
            <a:fillRect/>
          </a:stretch>
        </p:blipFill>
        <p:spPr>
          <a:xfrm>
            <a:off x="1590958" y="9052589"/>
            <a:ext cx="2617545" cy="3286703"/>
          </a:xfrm>
          <a:prstGeom prst="rect">
            <a:avLst/>
          </a:prstGeom>
          <a:ln w="12700">
            <a:miter lim="400000"/>
          </a:ln>
        </p:spPr>
      </p:pic>
      <p:sp>
        <p:nvSpPr>
          <p:cNvPr id="197" name="PIC 1  Put Magnet in Base fixture"/>
          <p:cNvSpPr txBox="1"/>
          <p:nvPr/>
        </p:nvSpPr>
        <p:spPr>
          <a:xfrm>
            <a:off x="2450949" y="12994380"/>
            <a:ext cx="578748" cy="349784"/>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lgn="l" defTabSz="914400">
              <a:defRPr sz="1400">
                <a:latin typeface="Arial"/>
                <a:ea typeface="Arial"/>
                <a:cs typeface="Arial"/>
                <a:sym typeface="Arial"/>
              </a:defRPr>
            </a:lvl1pPr>
          </a:lstStyle>
          <a:p>
            <a:pPr/>
            <a:r>
              <a:t>Pic1</a:t>
            </a:r>
          </a:p>
        </p:txBody>
      </p:sp>
      <p:sp>
        <p:nvSpPr>
          <p:cNvPr id="198" name="文本框 84"/>
          <p:cNvSpPr txBox="1"/>
          <p:nvPr/>
        </p:nvSpPr>
        <p:spPr>
          <a:xfrm>
            <a:off x="7440227" y="13032232"/>
            <a:ext cx="792001" cy="2989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400">
                <a:latin typeface="Arial"/>
                <a:ea typeface="Arial"/>
                <a:cs typeface="Arial"/>
                <a:sym typeface="Arial"/>
              </a:defRPr>
            </a:lvl1pPr>
          </a:lstStyle>
          <a:p>
            <a:pPr/>
            <a:r>
              <a:t>PIC 2 </a:t>
            </a:r>
          </a:p>
        </p:txBody>
      </p:sp>
      <p:sp>
        <p:nvSpPr>
          <p:cNvPr id="199" name="MTD | X1335 Metrology Details-Magnet 160-02017-05 (Series)"/>
          <p:cNvSpPr txBox="1"/>
          <p:nvPr/>
        </p:nvSpPr>
        <p:spPr>
          <a:xfrm>
            <a:off x="851244" y="1022137"/>
            <a:ext cx="15003799"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250" name="组合 4"/>
          <p:cNvGrpSpPr/>
          <p:nvPr/>
        </p:nvGrpSpPr>
        <p:grpSpPr>
          <a:xfrm>
            <a:off x="6116049" y="9342766"/>
            <a:ext cx="5362726" cy="3475987"/>
            <a:chOff x="0" y="0"/>
            <a:chExt cx="5362724" cy="3475986"/>
          </a:xfrm>
        </p:grpSpPr>
        <p:pic>
          <p:nvPicPr>
            <p:cNvPr id="200" name="图片 2" descr="图片 2"/>
            <p:cNvPicPr>
              <a:picLocks noChangeAspect="1"/>
            </p:cNvPicPr>
            <p:nvPr/>
          </p:nvPicPr>
          <p:blipFill>
            <a:blip r:embed="rId3">
              <a:extLst/>
            </a:blip>
            <a:stretch>
              <a:fillRect/>
            </a:stretch>
          </p:blipFill>
          <p:spPr>
            <a:xfrm>
              <a:off x="1221739" y="2388253"/>
              <a:ext cx="3812540" cy="606363"/>
            </a:xfrm>
            <a:prstGeom prst="rect">
              <a:avLst/>
            </a:prstGeom>
            <a:ln w="12700" cap="flat">
              <a:noFill/>
              <a:miter lim="400000"/>
            </a:ln>
            <a:effectLst/>
          </p:spPr>
        </p:pic>
        <p:grpSp>
          <p:nvGrpSpPr>
            <p:cNvPr id="249" name="组合 5"/>
            <p:cNvGrpSpPr/>
            <p:nvPr/>
          </p:nvGrpSpPr>
          <p:grpSpPr>
            <a:xfrm>
              <a:off x="0" y="0"/>
              <a:ext cx="5362725" cy="3475987"/>
              <a:chOff x="0" y="0"/>
              <a:chExt cx="5362724" cy="3475986"/>
            </a:xfrm>
          </p:grpSpPr>
          <p:grpSp>
            <p:nvGrpSpPr>
              <p:cNvPr id="247" name="组合 6"/>
              <p:cNvGrpSpPr/>
              <p:nvPr/>
            </p:nvGrpSpPr>
            <p:grpSpPr>
              <a:xfrm>
                <a:off x="101996" y="523220"/>
                <a:ext cx="5260729" cy="2952767"/>
                <a:chOff x="0" y="0"/>
                <a:chExt cx="5260727" cy="2952766"/>
              </a:xfrm>
            </p:grpSpPr>
            <p:grpSp>
              <p:nvGrpSpPr>
                <p:cNvPr id="218" name="组合 43"/>
                <p:cNvGrpSpPr/>
                <p:nvPr/>
              </p:nvGrpSpPr>
              <p:grpSpPr>
                <a:xfrm>
                  <a:off x="463552" y="2441062"/>
                  <a:ext cx="4797176" cy="111479"/>
                  <a:chOff x="0" y="0"/>
                  <a:chExt cx="4797175" cy="111478"/>
                </a:xfrm>
              </p:grpSpPr>
              <p:sp>
                <p:nvSpPr>
                  <p:cNvPr id="201" name="直接连接符 53"/>
                  <p:cNvSpPr/>
                  <p:nvPr/>
                </p:nvSpPr>
                <p:spPr>
                  <a:xfrm flipH="1">
                    <a:off x="2447528"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2" name="直接连接符 54"/>
                  <p:cNvSpPr/>
                  <p:nvPr/>
                </p:nvSpPr>
                <p:spPr>
                  <a:xfrm flipH="1">
                    <a:off x="214484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3" name="直接连接符 55"/>
                  <p:cNvSpPr/>
                  <p:nvPr/>
                </p:nvSpPr>
                <p:spPr>
                  <a:xfrm flipH="1">
                    <a:off x="181858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4" name="直接连接符 56"/>
                  <p:cNvSpPr/>
                  <p:nvPr/>
                </p:nvSpPr>
                <p:spPr>
                  <a:xfrm flipH="1">
                    <a:off x="152462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5" name="直接连接符 57"/>
                  <p:cNvSpPr/>
                  <p:nvPr/>
                </p:nvSpPr>
                <p:spPr>
                  <a:xfrm flipH="1">
                    <a:off x="122516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6" name="直接连接符 58"/>
                  <p:cNvSpPr/>
                  <p:nvPr/>
                </p:nvSpPr>
                <p:spPr>
                  <a:xfrm flipH="1">
                    <a:off x="91967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7" name="直接连接符 59"/>
                  <p:cNvSpPr/>
                  <p:nvPr/>
                </p:nvSpPr>
                <p:spPr>
                  <a:xfrm flipH="1">
                    <a:off x="593411"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8" name="直接连接符 60"/>
                  <p:cNvSpPr/>
                  <p:nvPr/>
                </p:nvSpPr>
                <p:spPr>
                  <a:xfrm flipH="1">
                    <a:off x="29944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9" name="直接连接符 61"/>
                  <p:cNvSpPr/>
                  <p:nvPr/>
                </p:nvSpPr>
                <p:spPr>
                  <a:xfrm flipH="1">
                    <a:off x="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0" name="直接连接符 44"/>
                  <p:cNvSpPr/>
                  <p:nvPr/>
                </p:nvSpPr>
                <p:spPr>
                  <a:xfrm>
                    <a:off x="9176" y="-1"/>
                    <a:ext cx="4788000" cy="9"/>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1" name="直接连接符 53"/>
                  <p:cNvSpPr/>
                  <p:nvPr/>
                </p:nvSpPr>
                <p:spPr>
                  <a:xfrm flipH="1">
                    <a:off x="27809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2" name="直接连接符 53"/>
                  <p:cNvSpPr/>
                  <p:nvPr/>
                </p:nvSpPr>
                <p:spPr>
                  <a:xfrm flipH="1">
                    <a:off x="307617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3" name="直接连接符 53"/>
                  <p:cNvSpPr/>
                  <p:nvPr/>
                </p:nvSpPr>
                <p:spPr>
                  <a:xfrm flipH="1">
                    <a:off x="33905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4" name="直接连接符 53"/>
                  <p:cNvSpPr/>
                  <p:nvPr/>
                </p:nvSpPr>
                <p:spPr>
                  <a:xfrm flipH="1">
                    <a:off x="361670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5" name="直接连接符 53"/>
                  <p:cNvSpPr/>
                  <p:nvPr/>
                </p:nvSpPr>
                <p:spPr>
                  <a:xfrm flipH="1">
                    <a:off x="3868165"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6" name="直接连接符 56"/>
                  <p:cNvSpPr/>
                  <p:nvPr/>
                </p:nvSpPr>
                <p:spPr>
                  <a:xfrm flipH="1">
                    <a:off x="4112006" y="762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7" name="直接连接符 57"/>
                  <p:cNvSpPr/>
                  <p:nvPr/>
                </p:nvSpPr>
                <p:spPr>
                  <a:xfrm flipH="1">
                    <a:off x="433298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grpSp>
            <p:sp>
              <p:nvSpPr>
                <p:cNvPr id="219" name="文本框 60"/>
                <p:cNvSpPr txBox="1"/>
                <p:nvPr/>
              </p:nvSpPr>
              <p:spPr>
                <a:xfrm>
                  <a:off x="270395" y="1140699"/>
                  <a:ext cx="710079" cy="3268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600">
                      <a:latin typeface="Helvetica Neue Medium"/>
                      <a:ea typeface="Helvetica Neue Medium"/>
                      <a:cs typeface="Helvetica Neue Medium"/>
                      <a:sym typeface="Helvetica Neue Medium"/>
                    </a:defRPr>
                  </a:lvl1pPr>
                </a:lstStyle>
                <a:p>
                  <a:pPr/>
                  <a:r>
                    <a:t>Step 1</a:t>
                  </a:r>
                </a:p>
              </p:txBody>
            </p:sp>
            <p:grpSp>
              <p:nvGrpSpPr>
                <p:cNvPr id="222" name="组合 76"/>
                <p:cNvGrpSpPr/>
                <p:nvPr/>
              </p:nvGrpSpPr>
              <p:grpSpPr>
                <a:xfrm>
                  <a:off x="0" y="2274083"/>
                  <a:ext cx="515186" cy="298984"/>
                  <a:chOff x="0" y="0"/>
                  <a:chExt cx="515185" cy="298983"/>
                </a:xfrm>
              </p:grpSpPr>
              <p:sp>
                <p:nvSpPr>
                  <p:cNvPr id="220" name="矩形 77"/>
                  <p:cNvSpPr txBox="1"/>
                  <p:nvPr/>
                </p:nvSpPr>
                <p:spPr>
                  <a:xfrm>
                    <a:off x="0" y="0"/>
                    <a:ext cx="515186"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400">
                        <a:solidFill>
                          <a:srgbClr val="FF0000"/>
                        </a:solidFill>
                        <a:latin typeface="Arial"/>
                        <a:ea typeface="Arial"/>
                        <a:cs typeface="Arial"/>
                        <a:sym typeface="Arial"/>
                      </a:defRPr>
                    </a:lvl1pPr>
                  </a:lstStyle>
                  <a:p>
                    <a:pPr/>
                    <a:r>
                      <a:t>0.0</a:t>
                    </a:r>
                  </a:p>
                </p:txBody>
              </p:sp>
              <p:sp>
                <p:nvSpPr>
                  <p:cNvPr id="221" name="矩形 78"/>
                  <p:cNvSpPr/>
                  <p:nvPr/>
                </p:nvSpPr>
                <p:spPr>
                  <a:xfrm>
                    <a:off x="86599" y="57816"/>
                    <a:ext cx="368416" cy="187870"/>
                  </a:xfrm>
                  <a:prstGeom prst="rect">
                    <a:avLst/>
                  </a:prstGeom>
                  <a:noFill/>
                  <a:ln w="15875" cap="flat">
                    <a:solidFill>
                      <a:srgbClr val="000000"/>
                    </a:solidFill>
                    <a:prstDash val="solid"/>
                    <a:bevel/>
                  </a:ln>
                  <a:effectLst/>
                </p:spPr>
                <p:txBody>
                  <a:bodyPr wrap="square" lIns="71435" tIns="71435" rIns="71435" bIns="71435" numCol="1" anchor="t">
                    <a:noAutofit/>
                  </a:bodyPr>
                  <a:lstStyle/>
                  <a:p>
                    <a:pPr algn="l" defTabSz="914400">
                      <a:defRPr sz="3000">
                        <a:solidFill>
                          <a:srgbClr val="FF0000"/>
                        </a:solidFill>
                        <a:latin typeface="Helvetica Neue Medium"/>
                        <a:ea typeface="Helvetica Neue Medium"/>
                        <a:cs typeface="Helvetica Neue Medium"/>
                        <a:sym typeface="Helvetica Neue Medium"/>
                      </a:defRPr>
                    </a:pPr>
                  </a:p>
                </p:txBody>
              </p:sp>
            </p:grpSp>
            <p:sp>
              <p:nvSpPr>
                <p:cNvPr id="223" name="TextBox 28"/>
                <p:cNvSpPr txBox="1"/>
                <p:nvPr/>
              </p:nvSpPr>
              <p:spPr>
                <a:xfrm>
                  <a:off x="502154" y="1451488"/>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A1</a:t>
                  </a:r>
                </a:p>
              </p:txBody>
            </p:sp>
            <p:grpSp>
              <p:nvGrpSpPr>
                <p:cNvPr id="228" name="组合 80"/>
                <p:cNvGrpSpPr/>
                <p:nvPr/>
              </p:nvGrpSpPr>
              <p:grpSpPr>
                <a:xfrm>
                  <a:off x="515184" y="1737255"/>
                  <a:ext cx="268660" cy="718901"/>
                  <a:chOff x="-1" y="0"/>
                  <a:chExt cx="268659" cy="718899"/>
                </a:xfrm>
              </p:grpSpPr>
              <p:sp>
                <p:nvSpPr>
                  <p:cNvPr id="224" name="直接连接符 81"/>
                  <p:cNvSpPr/>
                  <p:nvPr/>
                </p:nvSpPr>
                <p:spPr>
                  <a:xfrm flipH="1">
                    <a:off x="132423"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27" name="流程图: 磁盘 82"/>
                  <p:cNvGrpSpPr/>
                  <p:nvPr/>
                </p:nvGrpSpPr>
                <p:grpSpPr>
                  <a:xfrm>
                    <a:off x="-2" y="538900"/>
                    <a:ext cx="268661" cy="180001"/>
                    <a:chOff x="-1" y="0"/>
                    <a:chExt cx="268659" cy="179999"/>
                  </a:xfrm>
                </p:grpSpPr>
                <p:sp>
                  <p:nvSpPr>
                    <p:cNvPr id="225"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2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29" name="文本框 32"/>
                <p:cNvSpPr txBox="1"/>
                <p:nvPr/>
              </p:nvSpPr>
              <p:spPr>
                <a:xfrm>
                  <a:off x="693913" y="2663947"/>
                  <a:ext cx="2181780" cy="288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400">
                      <a:latin typeface="Arial"/>
                      <a:ea typeface="Arial"/>
                      <a:cs typeface="Arial"/>
                      <a:sym typeface="Arial"/>
                    </a:defRPr>
                  </a:lvl1pPr>
                </a:lstStyle>
                <a:p>
                  <a:pPr/>
                  <a:r>
                    <a:t>Working Platform</a:t>
                  </a:r>
                </a:p>
              </p:txBody>
            </p:sp>
            <p:sp>
              <p:nvSpPr>
                <p:cNvPr id="230" name="Probe Dia.=Ø0.50mm"/>
                <p:cNvSpPr txBox="1"/>
                <p:nvPr/>
              </p:nvSpPr>
              <p:spPr>
                <a:xfrm>
                  <a:off x="66925" y="0"/>
                  <a:ext cx="1882086"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121917" tIns="121917" rIns="121917" bIns="121917" numCol="1" anchor="t">
                  <a:spAutoFit/>
                </a:bodyPr>
                <a:lstStyle/>
                <a:p>
                  <a:pPr>
                    <a:defRPr sz="1400">
                      <a:solidFill>
                        <a:srgbClr val="424242"/>
                      </a:solidFill>
                      <a:latin typeface="Arial"/>
                      <a:ea typeface="Arial"/>
                      <a:cs typeface="Arial"/>
                      <a:sym typeface="Arial"/>
                    </a:defRPr>
                  </a:pPr>
                  <a:r>
                    <a:t>Probe Dia.=Ø</a:t>
                  </a:r>
                  <a:r>
                    <a:t>2.</a:t>
                  </a:r>
                  <a:r>
                    <a:t>0mm</a:t>
                  </a:r>
                </a:p>
              </p:txBody>
            </p:sp>
            <p:grpSp>
              <p:nvGrpSpPr>
                <p:cNvPr id="243" name="组合 86"/>
                <p:cNvGrpSpPr/>
                <p:nvPr/>
              </p:nvGrpSpPr>
              <p:grpSpPr>
                <a:xfrm>
                  <a:off x="1382672" y="1201062"/>
                  <a:ext cx="3293800" cy="734141"/>
                  <a:chOff x="-1" y="0"/>
                  <a:chExt cx="3293799" cy="734139"/>
                </a:xfrm>
              </p:grpSpPr>
              <p:sp>
                <p:nvSpPr>
                  <p:cNvPr id="231" name="直接连接符 87"/>
                  <p:cNvSpPr/>
                  <p:nvPr/>
                </p:nvSpPr>
                <p:spPr>
                  <a:xfrm flipH="1">
                    <a:off x="125322"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4" name="流程图: 磁盘 88"/>
                  <p:cNvGrpSpPr/>
                  <p:nvPr/>
                </p:nvGrpSpPr>
                <p:grpSpPr>
                  <a:xfrm>
                    <a:off x="-2" y="538900"/>
                    <a:ext cx="268660" cy="180001"/>
                    <a:chOff x="-1" y="0"/>
                    <a:chExt cx="268659" cy="179999"/>
                  </a:xfrm>
                </p:grpSpPr>
                <p:sp>
                  <p:nvSpPr>
                    <p:cNvPr id="232"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3"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5" name="直接连接符 58"/>
                  <p:cNvSpPr/>
                  <p:nvPr/>
                </p:nvSpPr>
                <p:spPr>
                  <a:xfrm>
                    <a:off x="1684159"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8" name="流程图: 磁盘 59"/>
                  <p:cNvGrpSpPr/>
                  <p:nvPr/>
                </p:nvGrpSpPr>
                <p:grpSpPr>
                  <a:xfrm>
                    <a:off x="1558834" y="554140"/>
                    <a:ext cx="268661" cy="180001"/>
                    <a:chOff x="-1" y="0"/>
                    <a:chExt cx="268659" cy="179999"/>
                  </a:xfrm>
                </p:grpSpPr>
                <p:sp>
                  <p:nvSpPr>
                    <p:cNvPr id="23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7"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9" name="直接连接符 70"/>
                  <p:cNvSpPr/>
                  <p:nvPr/>
                </p:nvSpPr>
                <p:spPr>
                  <a:xfrm>
                    <a:off x="3150463"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42" name="流程图: 磁盘 71"/>
                  <p:cNvGrpSpPr/>
                  <p:nvPr/>
                </p:nvGrpSpPr>
                <p:grpSpPr>
                  <a:xfrm>
                    <a:off x="3025139" y="554140"/>
                    <a:ext cx="268660" cy="180001"/>
                    <a:chOff x="-1" y="0"/>
                    <a:chExt cx="268659" cy="179999"/>
                  </a:xfrm>
                </p:grpSpPr>
                <p:sp>
                  <p:nvSpPr>
                    <p:cNvPr id="240"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41"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44" name="TextBox 28"/>
                <p:cNvSpPr txBox="1"/>
                <p:nvPr/>
              </p:nvSpPr>
              <p:spPr>
                <a:xfrm>
                  <a:off x="1376554" y="91712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P1</a:t>
                  </a:r>
                </a:p>
              </p:txBody>
            </p:sp>
            <p:sp>
              <p:nvSpPr>
                <p:cNvPr id="245" name="TextBox 28"/>
                <p:cNvSpPr txBox="1"/>
                <p:nvPr/>
              </p:nvSpPr>
              <p:spPr>
                <a:xfrm>
                  <a:off x="2935390"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P2</a:t>
                  </a:r>
                </a:p>
              </p:txBody>
            </p:sp>
            <p:sp>
              <p:nvSpPr>
                <p:cNvPr id="246" name="TextBox 28"/>
                <p:cNvSpPr txBox="1"/>
                <p:nvPr/>
              </p:nvSpPr>
              <p:spPr>
                <a:xfrm>
                  <a:off x="4401694"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P3</a:t>
                  </a:r>
                </a:p>
              </p:txBody>
            </p:sp>
          </p:grpSp>
          <p:sp>
            <p:nvSpPr>
              <p:cNvPr id="248" name="TextBox 28"/>
              <p:cNvSpPr txBox="1"/>
              <p:nvPr/>
            </p:nvSpPr>
            <p:spPr>
              <a:xfrm>
                <a:off x="0" y="0"/>
                <a:ext cx="2564612" cy="4920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latin typeface="Arial"/>
                    <a:ea typeface="Arial"/>
                    <a:cs typeface="Arial"/>
                    <a:sym typeface="Arial"/>
                  </a:defRPr>
                </a:lvl1pPr>
              </a:lstStyle>
              <a:p>
                <a:pPr/>
                <a:r>
                  <a:t>Measure three points from left to right on the magnet surface</a:t>
                </a:r>
              </a:p>
            </p:txBody>
          </p:sp>
        </p:grpSp>
      </p:grpSp>
      <p:grpSp>
        <p:nvGrpSpPr>
          <p:cNvPr id="253" name="组合 8"/>
          <p:cNvGrpSpPr/>
          <p:nvPr/>
        </p:nvGrpSpPr>
        <p:grpSpPr>
          <a:xfrm>
            <a:off x="14942235" y="8446845"/>
            <a:ext cx="6147023" cy="4703015"/>
            <a:chOff x="0" y="0"/>
            <a:chExt cx="6147022" cy="4703014"/>
          </a:xfrm>
        </p:grpSpPr>
        <p:pic>
          <p:nvPicPr>
            <p:cNvPr id="251" name="图片 7" descr="图片 7"/>
            <p:cNvPicPr>
              <a:picLocks noChangeAspect="1"/>
            </p:cNvPicPr>
            <p:nvPr/>
          </p:nvPicPr>
          <p:blipFill>
            <a:blip r:embed="rId4">
              <a:extLst/>
            </a:blip>
            <a:stretch>
              <a:fillRect/>
            </a:stretch>
          </p:blipFill>
          <p:spPr>
            <a:xfrm>
              <a:off x="0" y="0"/>
              <a:ext cx="6147023" cy="4703015"/>
            </a:xfrm>
            <a:prstGeom prst="rect">
              <a:avLst/>
            </a:prstGeom>
            <a:ln w="12700" cap="flat">
              <a:noFill/>
              <a:miter lim="400000"/>
            </a:ln>
            <a:effectLst/>
          </p:spPr>
        </p:pic>
        <p:sp>
          <p:nvSpPr>
            <p:cNvPr id="252" name="矩形 51"/>
            <p:cNvSpPr/>
            <p:nvPr/>
          </p:nvSpPr>
          <p:spPr>
            <a:xfrm>
              <a:off x="1206600" y="3198732"/>
              <a:ext cx="1126684" cy="911182"/>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255"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Width: FAI 2 /SPC B :3</a:t>
                      </a:r>
                      <a:r>
                        <a:t>*</a:t>
                      </a:r>
                      <a:r>
                        <a:t>2.85±0.10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将磁钢大平面朝下摆放在测试平台上，如下图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L1~L4</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r>
                        <a:rPr>
                          <a:latin typeface="微软雅黑"/>
                          <a:ea typeface="微软雅黑"/>
                          <a:cs typeface="微软雅黑"/>
                          <a:sym typeface="微软雅黑"/>
                        </a:rPr>
                        <a:t>，线</a:t>
                      </a:r>
                      <a:r>
                        <a:t>L2~L4</a:t>
                      </a:r>
                      <a:r>
                        <a:rPr>
                          <a:latin typeface="微软雅黑"/>
                          <a:ea typeface="微软雅黑"/>
                          <a:cs typeface="微软雅黑"/>
                          <a:sym typeface="微软雅黑"/>
                        </a:rPr>
                        <a:t>线段长度为</a:t>
                      </a:r>
                      <a:r>
                        <a:t>2.0mm);</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线距离</a:t>
                      </a:r>
                      <a:r>
                        <a:t>”</a:t>
                      </a:r>
                      <a:r>
                        <a:rPr>
                          <a:latin typeface="微软雅黑"/>
                          <a:ea typeface="微软雅黑"/>
                          <a:cs typeface="微软雅黑"/>
                          <a:sym typeface="微软雅黑"/>
                        </a:rPr>
                        <a:t>功能，分别输出</a:t>
                      </a:r>
                      <a:r>
                        <a:t>L1/L2</a:t>
                      </a:r>
                      <a:r>
                        <a:rPr>
                          <a:latin typeface="微软雅黑"/>
                          <a:ea typeface="微软雅黑"/>
                          <a:cs typeface="微软雅黑"/>
                          <a:sym typeface="微软雅黑"/>
                        </a:rPr>
                        <a:t>，</a:t>
                      </a:r>
                      <a:r>
                        <a:t>L1/L3,L1/L4</a:t>
                      </a:r>
                      <a:r>
                        <a:rPr>
                          <a:latin typeface="微软雅黑"/>
                          <a:ea typeface="微软雅黑"/>
                          <a:cs typeface="微软雅黑"/>
                          <a:sym typeface="微软雅黑"/>
                        </a:rPr>
                        <a:t>在</a:t>
                      </a:r>
                      <a:r>
                        <a:t>Y</a:t>
                      </a:r>
                      <a:r>
                        <a:rPr>
                          <a:latin typeface="微软雅黑"/>
                          <a:ea typeface="微软雅黑"/>
                          <a:cs typeface="微软雅黑"/>
                          <a:sym typeface="微软雅黑"/>
                        </a:rPr>
                        <a:t>方向距离即为</a:t>
                      </a:r>
                      <a:r>
                        <a:t>FAI2-1/FAI2-2/FAI2-3.</a:t>
                      </a:r>
                      <a:endParaRPr sz="2400">
                        <a:latin typeface="Helvetica Neue Light"/>
                        <a:ea typeface="Helvetica Neue Light"/>
                        <a:cs typeface="Helvetica Neue Light"/>
                        <a:sym typeface="Helvetica Neue Light"/>
                      </a:endParaRPr>
                    </a:p>
                    <a:p>
                      <a:pPr algn="l" defTabSz="821529">
                        <a:defRPr sz="2000">
                          <a:latin typeface="Arial"/>
                          <a:ea typeface="Arial"/>
                          <a:cs typeface="Arial"/>
                          <a:sym typeface="Arial"/>
                        </a:defRPr>
                      </a:pPr>
                      <a:r>
                        <a:t>1. Place the large flat surface of the magnet steel downward on the testing platform, as shown in the figure below.</a:t>
                      </a:r>
                    </a:p>
                    <a:p>
                      <a:pPr algn="l">
                        <a:defRPr sz="2000">
                          <a:latin typeface="Arial"/>
                          <a:ea typeface="Arial"/>
                          <a:cs typeface="Arial"/>
                          <a:sym typeface="Arial"/>
                        </a:defRPr>
                      </a:pPr>
                      <a:r>
                        <a:t>2. Select "line" function to automatically select line L1~L4; (The edge is avoided by 0.5*0.5mm, and the length of line L2~L4 is 2.0mm); </a:t>
                      </a:r>
                    </a:p>
                    <a:p>
                      <a:pPr algn="l">
                        <a:defRPr sz="2000">
                          <a:latin typeface="Arial"/>
                          <a:ea typeface="Arial"/>
                          <a:cs typeface="Arial"/>
                          <a:sym typeface="Arial"/>
                        </a:defRPr>
                      </a:pPr>
                      <a:r>
                        <a:t>3. Select the "line-to-line distance" function to output the distance of L1/L2,L1/ L3,L1/L4 in the Y direction respectively, which is FAI2-1/FAI2-2/FAI2-3.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256" name="灯片编号占位符 3"/>
          <p:cNvSpPr txBox="1"/>
          <p:nvPr>
            <p:ph type="sldNum" sz="quarter" idx="2"/>
          </p:nvPr>
        </p:nvSpPr>
        <p:spPr>
          <a:xfrm>
            <a:off x="11449597" y="13180437"/>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7"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260" name="组合 61"/>
          <p:cNvGrpSpPr/>
          <p:nvPr/>
        </p:nvGrpSpPr>
        <p:grpSpPr>
          <a:xfrm>
            <a:off x="14718475" y="7879549"/>
            <a:ext cx="6147023" cy="4703015"/>
            <a:chOff x="0" y="0"/>
            <a:chExt cx="6147022" cy="4703014"/>
          </a:xfrm>
        </p:grpSpPr>
        <p:pic>
          <p:nvPicPr>
            <p:cNvPr id="258" name="图片 64" descr="图片 64"/>
            <p:cNvPicPr>
              <a:picLocks noChangeAspect="1"/>
            </p:cNvPicPr>
            <p:nvPr/>
          </p:nvPicPr>
          <p:blipFill>
            <a:blip r:embed="rId2">
              <a:extLst/>
            </a:blip>
            <a:stretch>
              <a:fillRect/>
            </a:stretch>
          </p:blipFill>
          <p:spPr>
            <a:xfrm>
              <a:off x="0" y="0"/>
              <a:ext cx="6147023" cy="4703015"/>
            </a:xfrm>
            <a:prstGeom prst="rect">
              <a:avLst/>
            </a:prstGeom>
            <a:ln w="12700" cap="flat">
              <a:noFill/>
              <a:miter lim="400000"/>
            </a:ln>
            <a:effectLst/>
          </p:spPr>
        </p:pic>
        <p:sp>
          <p:nvSpPr>
            <p:cNvPr id="259" name="矩形 66"/>
            <p:cNvSpPr/>
            <p:nvPr/>
          </p:nvSpPr>
          <p:spPr>
            <a:xfrm>
              <a:off x="4831544" y="3362018"/>
              <a:ext cx="844369"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305" name="组合 2"/>
          <p:cNvGrpSpPr/>
          <p:nvPr/>
        </p:nvGrpSpPr>
        <p:grpSpPr>
          <a:xfrm>
            <a:off x="1825579" y="9305536"/>
            <a:ext cx="9222551" cy="3530679"/>
            <a:chOff x="0" y="0"/>
            <a:chExt cx="9222550" cy="3530678"/>
          </a:xfrm>
        </p:grpSpPr>
        <p:pic>
          <p:nvPicPr>
            <p:cNvPr id="261" name="图片 1" descr="图片 1"/>
            <p:cNvPicPr>
              <a:picLocks noChangeAspect="1"/>
            </p:cNvPicPr>
            <p:nvPr/>
          </p:nvPicPr>
          <p:blipFill>
            <a:blip r:embed="rId3">
              <a:extLst/>
            </a:blip>
            <a:stretch>
              <a:fillRect/>
            </a:stretch>
          </p:blipFill>
          <p:spPr>
            <a:xfrm>
              <a:off x="116438" y="1003912"/>
              <a:ext cx="9070470" cy="1834700"/>
            </a:xfrm>
            <a:prstGeom prst="rect">
              <a:avLst/>
            </a:prstGeom>
            <a:ln w="12700" cap="flat">
              <a:noFill/>
              <a:miter lim="400000"/>
            </a:ln>
            <a:effectLst/>
          </p:spPr>
        </p:pic>
        <p:sp>
          <p:nvSpPr>
            <p:cNvPr id="262" name="L1"/>
            <p:cNvSpPr txBox="1"/>
            <p:nvPr/>
          </p:nvSpPr>
          <p:spPr>
            <a:xfrm>
              <a:off x="4432186" y="2797874"/>
              <a:ext cx="45415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2000">
                  <a:latin typeface="Arial"/>
                  <a:ea typeface="Arial"/>
                  <a:cs typeface="Arial"/>
                  <a:sym typeface="Arial"/>
                </a:defRPr>
              </a:pPr>
              <a:r>
                <a:t>L</a:t>
              </a:r>
              <a:r>
                <a:t>1</a:t>
              </a:r>
            </a:p>
          </p:txBody>
        </p:sp>
        <p:sp>
          <p:nvSpPr>
            <p:cNvPr id="263" name="线条"/>
            <p:cNvSpPr/>
            <p:nvPr/>
          </p:nvSpPr>
          <p:spPr>
            <a:xfrm>
              <a:off x="570910" y="2804368"/>
              <a:ext cx="8208001" cy="1"/>
            </a:xfrm>
            <a:prstGeom prst="line">
              <a:avLst/>
            </a:prstGeom>
            <a:noFill/>
            <a:ln w="28575" cap="flat">
              <a:solidFill>
                <a:srgbClr val="00B0F0"/>
              </a:solidFill>
              <a:prstDash val="solid"/>
              <a:round/>
            </a:ln>
            <a:effectLst/>
          </p:spPr>
          <p:txBody>
            <a:bodyPr wrap="square" lIns="45718" tIns="45718" rIns="45718" bIns="45718" numCol="1" anchor="t">
              <a:noAutofit/>
            </a:bodyPr>
            <a:lstStyle/>
            <a:p>
              <a:pPr/>
            </a:p>
          </p:txBody>
        </p:sp>
        <p:sp>
          <p:nvSpPr>
            <p:cNvPr id="264" name="0.5mm"/>
            <p:cNvSpPr txBox="1"/>
            <p:nvPr/>
          </p:nvSpPr>
          <p:spPr>
            <a:xfrm>
              <a:off x="853000" y="1003023"/>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L2</a:t>
              </a:r>
            </a:p>
          </p:txBody>
        </p:sp>
        <p:sp>
          <p:nvSpPr>
            <p:cNvPr id="265" name="0.5mm"/>
            <p:cNvSpPr txBox="1"/>
            <p:nvPr/>
          </p:nvSpPr>
          <p:spPr>
            <a:xfrm>
              <a:off x="4348649" y="1017906"/>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L3</a:t>
              </a:r>
            </a:p>
          </p:txBody>
        </p:sp>
        <p:sp>
          <p:nvSpPr>
            <p:cNvPr id="266" name="0.5mm"/>
            <p:cNvSpPr txBox="1"/>
            <p:nvPr/>
          </p:nvSpPr>
          <p:spPr>
            <a:xfrm>
              <a:off x="8294059" y="1005605"/>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L4</a:t>
              </a:r>
            </a:p>
          </p:txBody>
        </p:sp>
        <p:sp>
          <p:nvSpPr>
            <p:cNvPr id="267" name="直接连接符 74"/>
            <p:cNvSpPr/>
            <p:nvPr/>
          </p:nvSpPr>
          <p:spPr>
            <a:xfrm>
              <a:off x="538211" y="1057389"/>
              <a:ext cx="1368001" cy="1133"/>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grpSp>
          <p:nvGrpSpPr>
            <p:cNvPr id="272" name="组合 120"/>
            <p:cNvGrpSpPr/>
            <p:nvPr/>
          </p:nvGrpSpPr>
          <p:grpSpPr>
            <a:xfrm>
              <a:off x="73997" y="2447307"/>
              <a:ext cx="657685" cy="1083372"/>
              <a:chOff x="0" y="0"/>
              <a:chExt cx="657683" cy="1083371"/>
            </a:xfrm>
          </p:grpSpPr>
          <p:sp>
            <p:nvSpPr>
              <p:cNvPr id="268" name="线条"/>
              <p:cNvSpPr/>
              <p:nvPr/>
            </p:nvSpPr>
            <p:spPr>
              <a:xfrm>
                <a:off x="126289" y="0"/>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69" name="线条"/>
              <p:cNvSpPr/>
              <p:nvPr/>
            </p:nvSpPr>
            <p:spPr>
              <a:xfrm>
                <a:off x="477454" y="32759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0" name="线条"/>
              <p:cNvSpPr/>
              <p:nvPr/>
            </p:nvSpPr>
            <p:spPr>
              <a:xfrm flipH="1" flipV="1">
                <a:off x="143455" y="541935"/>
                <a:ext cx="324001"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71" name="0.5mm"/>
              <p:cNvSpPr txBox="1"/>
              <p:nvPr/>
            </p:nvSpPr>
            <p:spPr>
              <a:xfrm>
                <a:off x="0" y="784388"/>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277" name="组合 125"/>
            <p:cNvGrpSpPr/>
            <p:nvPr/>
          </p:nvGrpSpPr>
          <p:grpSpPr>
            <a:xfrm>
              <a:off x="8548537" y="2447312"/>
              <a:ext cx="657685" cy="985401"/>
              <a:chOff x="0" y="0"/>
              <a:chExt cx="657683" cy="985399"/>
            </a:xfrm>
          </p:grpSpPr>
          <p:sp>
            <p:nvSpPr>
              <p:cNvPr id="273" name="线条"/>
              <p:cNvSpPr/>
              <p:nvPr/>
            </p:nvSpPr>
            <p:spPr>
              <a:xfrm>
                <a:off x="567160" y="0"/>
                <a:ext cx="2" cy="71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4" name="线条"/>
              <p:cNvSpPr/>
              <p:nvPr/>
            </p:nvSpPr>
            <p:spPr>
              <a:xfrm>
                <a:off x="210761" y="32759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5" name="线条"/>
              <p:cNvSpPr/>
              <p:nvPr/>
            </p:nvSpPr>
            <p:spPr>
              <a:xfrm flipH="1" flipV="1">
                <a:off x="216033" y="491139"/>
                <a:ext cx="324000"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76" name="0.5mm"/>
              <p:cNvSpPr txBox="1"/>
              <p:nvPr/>
            </p:nvSpPr>
            <p:spPr>
              <a:xfrm>
                <a:off x="0" y="68641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282" name="组合 130"/>
            <p:cNvGrpSpPr/>
            <p:nvPr/>
          </p:nvGrpSpPr>
          <p:grpSpPr>
            <a:xfrm>
              <a:off x="8564866" y="398687"/>
              <a:ext cx="657685" cy="1013299"/>
              <a:chOff x="0" y="0"/>
              <a:chExt cx="657683" cy="1013297"/>
            </a:xfrm>
          </p:grpSpPr>
          <p:sp>
            <p:nvSpPr>
              <p:cNvPr id="278" name="线条"/>
              <p:cNvSpPr/>
              <p:nvPr/>
            </p:nvSpPr>
            <p:spPr>
              <a:xfrm>
                <a:off x="550831" y="293298"/>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9" name="线条"/>
              <p:cNvSpPr/>
              <p:nvPr/>
            </p:nvSpPr>
            <p:spPr>
              <a:xfrm>
                <a:off x="240152" y="34330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0" name="线条"/>
              <p:cNvSpPr/>
              <p:nvPr/>
            </p:nvSpPr>
            <p:spPr>
              <a:xfrm flipH="1" flipV="1">
                <a:off x="232727" y="557659"/>
                <a:ext cx="324000"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81" name="0.5mm"/>
              <p:cNvSpPr txBox="1"/>
              <p:nvPr/>
            </p:nvSpPr>
            <p:spPr>
              <a:xfrm>
                <a:off x="0" y="0"/>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283" name="线条"/>
            <p:cNvSpPr/>
            <p:nvPr/>
          </p:nvSpPr>
          <p:spPr>
            <a:xfrm>
              <a:off x="199221" y="692069"/>
              <a:ext cx="2" cy="71999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4" name="线条"/>
            <p:cNvSpPr/>
            <p:nvPr/>
          </p:nvSpPr>
          <p:spPr>
            <a:xfrm>
              <a:off x="527537" y="7257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5" name="线条"/>
            <p:cNvSpPr/>
            <p:nvPr/>
          </p:nvSpPr>
          <p:spPr>
            <a:xfrm flipH="1" flipV="1">
              <a:off x="201158" y="905275"/>
              <a:ext cx="324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86" name="0.5mm"/>
            <p:cNvSpPr txBox="1"/>
            <p:nvPr/>
          </p:nvSpPr>
          <p:spPr>
            <a:xfrm>
              <a:off x="0" y="44557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287" name="线条"/>
            <p:cNvSpPr/>
            <p:nvPr/>
          </p:nvSpPr>
          <p:spPr>
            <a:xfrm>
              <a:off x="1932158" y="7384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8" name="线条"/>
            <p:cNvSpPr/>
            <p:nvPr/>
          </p:nvSpPr>
          <p:spPr>
            <a:xfrm>
              <a:off x="7433071" y="7257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9" name="直接连接符 146"/>
            <p:cNvSpPr/>
            <p:nvPr/>
          </p:nvSpPr>
          <p:spPr>
            <a:xfrm>
              <a:off x="7452091" y="1056300"/>
              <a:ext cx="1332001" cy="1"/>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sp>
          <p:nvSpPr>
            <p:cNvPr id="290" name="0.5mm"/>
            <p:cNvSpPr txBox="1"/>
            <p:nvPr/>
          </p:nvSpPr>
          <p:spPr>
            <a:xfrm>
              <a:off x="1008380" y="60559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2.0mm</a:t>
              </a:r>
            </a:p>
          </p:txBody>
        </p:sp>
        <p:sp>
          <p:nvSpPr>
            <p:cNvPr id="291" name="直接连接符 151"/>
            <p:cNvSpPr/>
            <p:nvPr/>
          </p:nvSpPr>
          <p:spPr>
            <a:xfrm>
              <a:off x="4010391" y="1063104"/>
              <a:ext cx="1368001" cy="1"/>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grpSp>
          <p:nvGrpSpPr>
            <p:cNvPr id="294" name="组合 157"/>
            <p:cNvGrpSpPr/>
            <p:nvPr/>
          </p:nvGrpSpPr>
          <p:grpSpPr>
            <a:xfrm>
              <a:off x="4686238" y="377076"/>
              <a:ext cx="54001" cy="696610"/>
              <a:chOff x="0" y="0"/>
              <a:chExt cx="53999" cy="696609"/>
            </a:xfrm>
          </p:grpSpPr>
          <p:sp>
            <p:nvSpPr>
              <p:cNvPr id="292" name="直接连接符 158"/>
              <p:cNvSpPr/>
              <p:nvPr/>
            </p:nvSpPr>
            <p:spPr>
              <a:xfrm flipH="1">
                <a:off x="25399" y="-1"/>
                <a:ext cx="1" cy="648001"/>
              </a:xfrm>
              <a:prstGeom prst="line">
                <a:avLst/>
              </a:prstGeom>
              <a:noFill/>
              <a:ln w="25400" cap="flat">
                <a:solidFill>
                  <a:srgbClr val="000000"/>
                </a:solidFill>
                <a:prstDash val="solid"/>
                <a:round/>
              </a:ln>
              <a:effectLst/>
            </p:spPr>
            <p:txBody>
              <a:bodyPr wrap="square" lIns="45718" tIns="45718" rIns="45718" bIns="45718" numCol="1" anchor="t">
                <a:noAutofit/>
              </a:bodyPr>
              <a:lstStyle/>
              <a:p>
                <a:pPr/>
              </a:p>
            </p:txBody>
          </p:sp>
          <p:sp>
            <p:nvSpPr>
              <p:cNvPr id="293" name="椭圆 159"/>
              <p:cNvSpPr/>
              <p:nvPr/>
            </p:nvSpPr>
            <p:spPr>
              <a:xfrm>
                <a:off x="0" y="642609"/>
                <a:ext cx="54000" cy="54001"/>
              </a:xfrm>
              <a:prstGeom prst="ellipse">
                <a:avLst/>
              </a:prstGeom>
              <a:solidFill>
                <a:srgbClr val="000000"/>
              </a:solidFill>
              <a:ln w="25400" cap="flat">
                <a:solidFill>
                  <a:srgbClr val="000000"/>
                </a:solidFill>
                <a:prstDash val="solid"/>
                <a:round/>
              </a:ln>
              <a:effectLst/>
            </p:spPr>
            <p:txBody>
              <a:bodyPr wrap="square" lIns="71435" tIns="71435" rIns="71435" bIns="71435" numCol="1" anchor="ctr">
                <a:noAutofit/>
              </a:bodyPr>
              <a:lstStyle/>
              <a:p>
                <a:pPr defTabSz="821055"/>
              </a:p>
            </p:txBody>
          </p:sp>
        </p:grpSp>
        <p:sp>
          <p:nvSpPr>
            <p:cNvPr id="295" name="0.5mm"/>
            <p:cNvSpPr txBox="1"/>
            <p:nvPr/>
          </p:nvSpPr>
          <p:spPr>
            <a:xfrm>
              <a:off x="4159802" y="0"/>
              <a:ext cx="978248"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800">
                  <a:latin typeface="Arial"/>
                  <a:ea typeface="Arial"/>
                  <a:cs typeface="Arial"/>
                  <a:sym typeface="Arial"/>
                </a:defRPr>
              </a:lvl1pPr>
            </a:lstStyle>
            <a:p>
              <a:pPr/>
              <a:r>
                <a:t>X-center</a:t>
              </a:r>
            </a:p>
          </p:txBody>
        </p:sp>
        <p:sp>
          <p:nvSpPr>
            <p:cNvPr id="296" name="线条"/>
            <p:cNvSpPr/>
            <p:nvPr/>
          </p:nvSpPr>
          <p:spPr>
            <a:xfrm flipH="1" flipV="1">
              <a:off x="538977" y="905269"/>
              <a:ext cx="1404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97" name="线条"/>
            <p:cNvSpPr/>
            <p:nvPr/>
          </p:nvSpPr>
          <p:spPr>
            <a:xfrm flipH="1" flipV="1">
              <a:off x="7438341" y="950989"/>
              <a:ext cx="1368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98" name="0.5mm"/>
            <p:cNvSpPr txBox="1"/>
            <p:nvPr/>
          </p:nvSpPr>
          <p:spPr>
            <a:xfrm>
              <a:off x="7828280" y="682024"/>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2.0mm</a:t>
              </a:r>
            </a:p>
          </p:txBody>
        </p:sp>
        <p:sp>
          <p:nvSpPr>
            <p:cNvPr id="299" name="直接箭头连接符 169"/>
            <p:cNvSpPr/>
            <p:nvPr/>
          </p:nvSpPr>
          <p:spPr>
            <a:xfrm flipH="1">
              <a:off x="1285699"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0" name="L1"/>
            <p:cNvSpPr txBox="1"/>
            <p:nvPr/>
          </p:nvSpPr>
          <p:spPr>
            <a:xfrm>
              <a:off x="1248926" y="1977492"/>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FAI2-1</a:t>
              </a:r>
            </a:p>
          </p:txBody>
        </p:sp>
        <p:sp>
          <p:nvSpPr>
            <p:cNvPr id="301" name="直接箭头连接符 171"/>
            <p:cNvSpPr/>
            <p:nvPr/>
          </p:nvSpPr>
          <p:spPr>
            <a:xfrm>
              <a:off x="4857574"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2" name="L1"/>
            <p:cNvSpPr txBox="1"/>
            <p:nvPr/>
          </p:nvSpPr>
          <p:spPr>
            <a:xfrm>
              <a:off x="4820801" y="1967967"/>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FAI2-2</a:t>
              </a:r>
            </a:p>
          </p:txBody>
        </p:sp>
        <p:sp>
          <p:nvSpPr>
            <p:cNvPr id="303" name="直接箭头连接符 173"/>
            <p:cNvSpPr/>
            <p:nvPr/>
          </p:nvSpPr>
          <p:spPr>
            <a:xfrm>
              <a:off x="8267524"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4" name="L1"/>
            <p:cNvSpPr txBox="1"/>
            <p:nvPr/>
          </p:nvSpPr>
          <p:spPr>
            <a:xfrm>
              <a:off x="7230626" y="1948917"/>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FAI2-3</a:t>
              </a:r>
            </a:p>
          </p:txBody>
        </p:sp>
      </p:grpSp>
      <p:sp>
        <p:nvSpPr>
          <p:cNvPr id="306" name="线条"/>
          <p:cNvSpPr/>
          <p:nvPr/>
        </p:nvSpPr>
        <p:spPr>
          <a:xfrm>
            <a:off x="5818182" y="10050336"/>
            <a:ext cx="2" cy="324001"/>
          </a:xfrm>
          <a:prstGeom prst="line">
            <a:avLst/>
          </a:prstGeom>
          <a:ln w="19050">
            <a:solidFill>
              <a:srgbClr val="CB2A7A"/>
            </a:solidFill>
          </a:ln>
        </p:spPr>
        <p:txBody>
          <a:bodyPr lIns="45718" tIns="45718" rIns="45718" bIns="45718"/>
          <a:lstStyle/>
          <a:p>
            <a:pPr/>
          </a:p>
        </p:txBody>
      </p:sp>
      <p:sp>
        <p:nvSpPr>
          <p:cNvPr id="307" name="线条"/>
          <p:cNvSpPr/>
          <p:nvPr/>
        </p:nvSpPr>
        <p:spPr>
          <a:xfrm>
            <a:off x="7210103" y="10043986"/>
            <a:ext cx="2" cy="359999"/>
          </a:xfrm>
          <a:prstGeom prst="line">
            <a:avLst/>
          </a:prstGeom>
          <a:ln w="19050">
            <a:solidFill>
              <a:srgbClr val="CB2A7A"/>
            </a:solidFill>
          </a:ln>
        </p:spPr>
        <p:txBody>
          <a:bodyPr lIns="45718" tIns="45718" rIns="45718" bIns="45718"/>
          <a:lstStyle/>
          <a:p>
            <a:pPr/>
          </a:p>
        </p:txBody>
      </p:sp>
      <p:sp>
        <p:nvSpPr>
          <p:cNvPr id="308" name="线条"/>
          <p:cNvSpPr/>
          <p:nvPr/>
        </p:nvSpPr>
        <p:spPr>
          <a:xfrm flipH="1">
            <a:off x="5823270" y="10204450"/>
            <a:ext cx="1368001" cy="0"/>
          </a:xfrm>
          <a:prstGeom prst="line">
            <a:avLst/>
          </a:prstGeom>
          <a:ln w="19050">
            <a:solidFill>
              <a:srgbClr val="CB2A7A"/>
            </a:solidFill>
            <a:headEnd type="triangle"/>
            <a:tailEnd type="triangle"/>
          </a:ln>
        </p:spPr>
        <p:txBody>
          <a:bodyPr lIns="45718" tIns="45718" rIns="45718" bIns="45718"/>
          <a:lstStyle/>
          <a:p>
            <a:pPr/>
          </a:p>
        </p:txBody>
      </p:sp>
      <p:sp>
        <p:nvSpPr>
          <p:cNvPr id="309" name="0.5mm"/>
          <p:cNvSpPr txBox="1"/>
          <p:nvPr/>
        </p:nvSpPr>
        <p:spPr>
          <a:xfrm>
            <a:off x="6566552" y="9924329"/>
            <a:ext cx="657685" cy="2989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atin typeface="Arial"/>
                <a:ea typeface="Arial"/>
                <a:cs typeface="Arial"/>
                <a:sym typeface="Arial"/>
              </a:defRPr>
            </a:lvl1pPr>
          </a:lstStyle>
          <a:p>
            <a:pPr/>
            <a:r>
              <a:t>2.0mm</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311"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a:t>
                      </a:r>
                      <a:r>
                        <a:rPr sz="3200"/>
                        <a:t>Angle</a:t>
                      </a:r>
                      <a:r>
                        <a:t>: FAI 4 /SPC D :2*30.96°±3.00°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将磁钢立面摆放在测试平台上，如下图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L5/L6</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角度</a:t>
                      </a:r>
                      <a:r>
                        <a:t>”</a:t>
                      </a:r>
                      <a:r>
                        <a:rPr>
                          <a:latin typeface="微软雅黑"/>
                          <a:ea typeface="微软雅黑"/>
                          <a:cs typeface="微软雅黑"/>
                          <a:sym typeface="微软雅黑"/>
                        </a:rPr>
                        <a:t>功能，输出</a:t>
                      </a:r>
                      <a:r>
                        <a:t>L5/L6</a:t>
                      </a:r>
                      <a:r>
                        <a:rPr>
                          <a:latin typeface="微软雅黑"/>
                          <a:ea typeface="微软雅黑"/>
                          <a:cs typeface="微软雅黑"/>
                          <a:sym typeface="微软雅黑"/>
                        </a:rPr>
                        <a:t>的角度即为</a:t>
                      </a:r>
                      <a:r>
                        <a:t>FAI4-1,</a:t>
                      </a:r>
                      <a:r>
                        <a:rPr>
                          <a:latin typeface="Helvetica Neue Light"/>
                          <a:ea typeface="Helvetica Neue Light"/>
                          <a:cs typeface="Helvetica Neue Light"/>
                          <a:sym typeface="Helvetica Neue Light"/>
                        </a:rPr>
                        <a:t>使用同样的测量方式测量</a:t>
                      </a:r>
                      <a:r>
                        <a:t>Bottom</a:t>
                      </a:r>
                      <a:r>
                        <a:rPr>
                          <a:latin typeface="Helvetica Neue Light"/>
                          <a:ea typeface="Helvetica Neue Light"/>
                          <a:cs typeface="Helvetica Neue Light"/>
                          <a:sym typeface="Helvetica Neue Light"/>
                        </a:rPr>
                        <a:t>面得到</a:t>
                      </a:r>
                      <a:r>
                        <a:t>FAI4-2.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1. Place the magnetic steel surface on the test platform as shown in the figure below;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2. Select the "line" function to automatically select the line L5/L6; (Edge avoid 0.5*0.5mm);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Select the "Angle" function and output the Angle of L5/L6 as FAI4-1. Use the same measurement method to measure the Bottom surface to get FAI4-2.</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312" name="灯片编号占位符 3"/>
          <p:cNvSpPr txBox="1"/>
          <p:nvPr>
            <p:ph type="sldNum" sz="quarter" idx="2"/>
          </p:nvPr>
        </p:nvSpPr>
        <p:spPr>
          <a:xfrm>
            <a:off x="11449597" y="13180437"/>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13"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342" name="组合 11"/>
          <p:cNvGrpSpPr/>
          <p:nvPr/>
        </p:nvGrpSpPr>
        <p:grpSpPr>
          <a:xfrm>
            <a:off x="4660624" y="7893539"/>
            <a:ext cx="4173134" cy="5552547"/>
            <a:chOff x="0" y="0"/>
            <a:chExt cx="4173131" cy="5552545"/>
          </a:xfrm>
        </p:grpSpPr>
        <p:pic>
          <p:nvPicPr>
            <p:cNvPr id="314" name="图片 61" descr="图片 61"/>
            <p:cNvPicPr>
              <a:picLocks noChangeAspect="1"/>
            </p:cNvPicPr>
            <p:nvPr/>
          </p:nvPicPr>
          <p:blipFill>
            <a:blip r:embed="rId2">
              <a:extLst/>
            </a:blip>
            <a:stretch>
              <a:fillRect/>
            </a:stretch>
          </p:blipFill>
          <p:spPr>
            <a:xfrm>
              <a:off x="318609" y="0"/>
              <a:ext cx="3854523" cy="5552546"/>
            </a:xfrm>
            <a:prstGeom prst="rect">
              <a:avLst/>
            </a:prstGeom>
            <a:ln w="12700" cap="flat">
              <a:noFill/>
              <a:miter lim="400000"/>
            </a:ln>
            <a:effectLst/>
          </p:spPr>
        </p:pic>
        <p:sp>
          <p:nvSpPr>
            <p:cNvPr id="315" name="直接连接符 73"/>
            <p:cNvSpPr/>
            <p:nvPr/>
          </p:nvSpPr>
          <p:spPr>
            <a:xfrm flipH="1">
              <a:off x="699640" y="3201685"/>
              <a:ext cx="991" cy="1656001"/>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320" name="组合 75"/>
            <p:cNvGrpSpPr/>
            <p:nvPr/>
          </p:nvGrpSpPr>
          <p:grpSpPr>
            <a:xfrm>
              <a:off x="-1" y="2865914"/>
              <a:ext cx="993247" cy="324005"/>
              <a:chOff x="0" y="0"/>
              <a:chExt cx="993245" cy="324004"/>
            </a:xfrm>
          </p:grpSpPr>
          <p:sp>
            <p:nvSpPr>
              <p:cNvPr id="316" name="线条"/>
              <p:cNvSpPr/>
              <p:nvPr/>
            </p:nvSpPr>
            <p:spPr>
              <a:xfrm flipV="1">
                <a:off x="363011" y="5892"/>
                <a:ext cx="63023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17" name="线条"/>
              <p:cNvSpPr/>
              <p:nvPr/>
            </p:nvSpPr>
            <p:spPr>
              <a:xfrm flipV="1">
                <a:off x="398438" y="316577"/>
                <a:ext cx="315118"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18" name="线条"/>
              <p:cNvSpPr/>
              <p:nvPr/>
            </p:nvSpPr>
            <p:spPr>
              <a:xfrm flipH="1">
                <a:off x="594423"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19"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325" name="组合 81"/>
            <p:cNvGrpSpPr/>
            <p:nvPr/>
          </p:nvGrpSpPr>
          <p:grpSpPr>
            <a:xfrm>
              <a:off x="35491" y="4885499"/>
              <a:ext cx="1051609" cy="324006"/>
              <a:chOff x="0" y="0"/>
              <a:chExt cx="1051607" cy="324004"/>
            </a:xfrm>
          </p:grpSpPr>
          <p:sp>
            <p:nvSpPr>
              <p:cNvPr id="321" name="线条"/>
              <p:cNvSpPr/>
              <p:nvPr/>
            </p:nvSpPr>
            <p:spPr>
              <a:xfrm flipV="1">
                <a:off x="421373" y="310687"/>
                <a:ext cx="63023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2" name="线条"/>
              <p:cNvSpPr/>
              <p:nvPr/>
            </p:nvSpPr>
            <p:spPr>
              <a:xfrm flipV="1">
                <a:off x="448464" y="2247"/>
                <a:ext cx="315118"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3" name="线条"/>
              <p:cNvSpPr/>
              <p:nvPr/>
            </p:nvSpPr>
            <p:spPr>
              <a:xfrm flipH="1">
                <a:off x="652785"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24"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326" name="直接连接符 86"/>
            <p:cNvSpPr/>
            <p:nvPr/>
          </p:nvSpPr>
          <p:spPr>
            <a:xfrm flipH="1">
              <a:off x="871539" y="817207"/>
              <a:ext cx="1042917" cy="1769437"/>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330" name="组合 7"/>
            <p:cNvGrpSpPr/>
            <p:nvPr/>
          </p:nvGrpSpPr>
          <p:grpSpPr>
            <a:xfrm>
              <a:off x="429514" y="2502830"/>
              <a:ext cx="432023" cy="347749"/>
              <a:chOff x="0" y="0"/>
              <a:chExt cx="432021" cy="347748"/>
            </a:xfrm>
          </p:grpSpPr>
          <p:sp>
            <p:nvSpPr>
              <p:cNvPr id="327" name="线条"/>
              <p:cNvSpPr/>
              <p:nvPr/>
            </p:nvSpPr>
            <p:spPr>
              <a:xfrm>
                <a:off x="98190" y="0"/>
                <a:ext cx="333832" cy="7880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8" name="线条"/>
              <p:cNvSpPr/>
              <p:nvPr/>
            </p:nvSpPr>
            <p:spPr>
              <a:xfrm>
                <a:off x="0" y="282233"/>
                <a:ext cx="308232" cy="6551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9" name="线条"/>
              <p:cNvSpPr/>
              <p:nvPr/>
            </p:nvSpPr>
            <p:spPr>
              <a:xfrm flipH="1">
                <a:off x="178526" y="28353"/>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331" name="0.5mm"/>
            <p:cNvSpPr txBox="1"/>
            <p:nvPr/>
          </p:nvSpPr>
          <p:spPr>
            <a:xfrm rot="706241">
              <a:off x="87663" y="24424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nvGrpSpPr>
            <p:cNvPr id="335" name="组合 98"/>
            <p:cNvGrpSpPr/>
            <p:nvPr/>
          </p:nvGrpSpPr>
          <p:grpSpPr>
            <a:xfrm>
              <a:off x="1650122" y="483529"/>
              <a:ext cx="432022" cy="347750"/>
              <a:chOff x="0" y="0"/>
              <a:chExt cx="432021" cy="347748"/>
            </a:xfrm>
          </p:grpSpPr>
          <p:sp>
            <p:nvSpPr>
              <p:cNvPr id="332" name="线条"/>
              <p:cNvSpPr/>
              <p:nvPr/>
            </p:nvSpPr>
            <p:spPr>
              <a:xfrm>
                <a:off x="98190" y="0"/>
                <a:ext cx="333832" cy="7880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33" name="线条"/>
              <p:cNvSpPr/>
              <p:nvPr/>
            </p:nvSpPr>
            <p:spPr>
              <a:xfrm>
                <a:off x="0" y="282233"/>
                <a:ext cx="308232" cy="6551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34" name="线条"/>
              <p:cNvSpPr/>
              <p:nvPr/>
            </p:nvSpPr>
            <p:spPr>
              <a:xfrm flipH="1">
                <a:off x="178526" y="28353"/>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336" name="0.5mm"/>
            <p:cNvSpPr txBox="1"/>
            <p:nvPr/>
          </p:nvSpPr>
          <p:spPr>
            <a:xfrm rot="706241">
              <a:off x="1274920" y="4231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337" name="0.5mm"/>
            <p:cNvSpPr txBox="1"/>
            <p:nvPr/>
          </p:nvSpPr>
          <p:spPr>
            <a:xfrm>
              <a:off x="276306" y="3793837"/>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L5</a:t>
              </a:r>
            </a:p>
          </p:txBody>
        </p:sp>
        <p:sp>
          <p:nvSpPr>
            <p:cNvPr id="338" name="0.5mm"/>
            <p:cNvSpPr txBox="1"/>
            <p:nvPr/>
          </p:nvSpPr>
          <p:spPr>
            <a:xfrm>
              <a:off x="1362137" y="1503361"/>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L6</a:t>
              </a:r>
            </a:p>
          </p:txBody>
        </p:sp>
        <p:sp>
          <p:nvSpPr>
            <p:cNvPr id="339" name="直接连接符 108"/>
            <p:cNvSpPr/>
            <p:nvPr/>
          </p:nvSpPr>
          <p:spPr>
            <a:xfrm flipH="1">
              <a:off x="699640" y="1059379"/>
              <a:ext cx="991" cy="216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340" name="弧形 10"/>
            <p:cNvSpPr/>
            <p:nvPr/>
          </p:nvSpPr>
          <p:spPr>
            <a:xfrm>
              <a:off x="706691" y="1974722"/>
              <a:ext cx="363575" cy="2661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9285" y="0"/>
                    <a:pt x="17720" y="8435"/>
                    <a:pt x="21600" y="21600"/>
                  </a:cubicBezTo>
                </a:path>
              </a:pathLst>
            </a:custGeom>
            <a:noFill/>
            <a:ln w="25400" cap="flat">
              <a:solidFill>
                <a:srgbClr val="000000"/>
              </a:solidFill>
              <a:prstDash val="solid"/>
              <a:round/>
            </a:ln>
            <a:effectLst/>
          </p:spPr>
          <p:txBody>
            <a:bodyPr wrap="square" lIns="71435" tIns="71435" rIns="71435" bIns="71435" numCol="1" anchor="t">
              <a:noAutofit/>
            </a:bodyPr>
            <a:lstStyle/>
            <a:p>
              <a:pPr algn="l" defTabSz="914400">
                <a:defRPr sz="1800">
                  <a:latin typeface="Helvetica Neue Medium"/>
                  <a:ea typeface="Helvetica Neue Medium"/>
                  <a:cs typeface="Helvetica Neue Medium"/>
                  <a:sym typeface="Helvetica Neue Medium"/>
                </a:defRPr>
              </a:pPr>
            </a:p>
          </p:txBody>
        </p:sp>
        <p:sp>
          <p:nvSpPr>
            <p:cNvPr id="341" name="L1"/>
            <p:cNvSpPr txBox="1"/>
            <p:nvPr/>
          </p:nvSpPr>
          <p:spPr>
            <a:xfrm>
              <a:off x="590073" y="1273823"/>
              <a:ext cx="877330" cy="5021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defRPr sz="1400">
                  <a:latin typeface="Arial"/>
                  <a:ea typeface="Arial"/>
                  <a:cs typeface="Arial"/>
                  <a:sym typeface="Arial"/>
                </a:defRPr>
              </a:pPr>
              <a:r>
                <a:t>FAI4</a:t>
              </a:r>
              <a:endParaRPr sz="2500">
                <a:latin typeface="Helvetica Neue Medium"/>
                <a:ea typeface="Helvetica Neue Medium"/>
                <a:cs typeface="Helvetica Neue Medium"/>
                <a:sym typeface="Helvetica Neue Medium"/>
              </a:endParaRPr>
            </a:p>
            <a:p>
              <a:pPr>
                <a:defRPr sz="1400">
                  <a:latin typeface="Arial"/>
                  <a:ea typeface="Arial"/>
                  <a:cs typeface="Arial"/>
                  <a:sym typeface="Arial"/>
                </a:defRPr>
              </a:pPr>
              <a:r>
                <a:t>    30.96° </a:t>
              </a:r>
            </a:p>
          </p:txBody>
        </p:sp>
      </p:grpSp>
      <p:grpSp>
        <p:nvGrpSpPr>
          <p:cNvPr id="345" name="组合 42"/>
          <p:cNvGrpSpPr/>
          <p:nvPr/>
        </p:nvGrpSpPr>
        <p:grpSpPr>
          <a:xfrm>
            <a:off x="14669489" y="8009255"/>
            <a:ext cx="6147023" cy="4703015"/>
            <a:chOff x="0" y="0"/>
            <a:chExt cx="6147022" cy="4703014"/>
          </a:xfrm>
        </p:grpSpPr>
        <p:pic>
          <p:nvPicPr>
            <p:cNvPr id="343" name="图片 43" descr="图片 43"/>
            <p:cNvPicPr>
              <a:picLocks noChangeAspect="1"/>
            </p:cNvPicPr>
            <p:nvPr/>
          </p:nvPicPr>
          <p:blipFill>
            <a:blip r:embed="rId3">
              <a:extLst/>
            </a:blip>
            <a:stretch>
              <a:fillRect/>
            </a:stretch>
          </p:blipFill>
          <p:spPr>
            <a:xfrm>
              <a:off x="0" y="0"/>
              <a:ext cx="6147023" cy="4703015"/>
            </a:xfrm>
            <a:prstGeom prst="rect">
              <a:avLst/>
            </a:prstGeom>
            <a:ln w="12700" cap="flat">
              <a:noFill/>
              <a:miter lim="400000"/>
            </a:ln>
            <a:effectLst/>
          </p:spPr>
        </p:pic>
        <p:sp>
          <p:nvSpPr>
            <p:cNvPr id="344" name="矩形 44"/>
            <p:cNvSpPr/>
            <p:nvPr/>
          </p:nvSpPr>
          <p:spPr>
            <a:xfrm>
              <a:off x="4292701" y="538605"/>
              <a:ext cx="1432197"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352" name="组合 2"/>
          <p:cNvGrpSpPr/>
          <p:nvPr/>
        </p:nvGrpSpPr>
        <p:grpSpPr>
          <a:xfrm>
            <a:off x="1251521" y="8645292"/>
            <a:ext cx="2026539" cy="4622882"/>
            <a:chOff x="0" y="0"/>
            <a:chExt cx="2026537" cy="4622881"/>
          </a:xfrm>
        </p:grpSpPr>
        <p:pic>
          <p:nvPicPr>
            <p:cNvPr id="346" name="图片 1" descr="图片 1"/>
            <p:cNvPicPr>
              <a:picLocks noChangeAspect="1"/>
            </p:cNvPicPr>
            <p:nvPr/>
          </p:nvPicPr>
          <p:blipFill>
            <a:blip r:embed="rId4">
              <a:extLst/>
            </a:blip>
            <a:stretch>
              <a:fillRect/>
            </a:stretch>
          </p:blipFill>
          <p:spPr>
            <a:xfrm>
              <a:off x="492937" y="348481"/>
              <a:ext cx="905114" cy="3838444"/>
            </a:xfrm>
            <a:prstGeom prst="rect">
              <a:avLst/>
            </a:prstGeom>
            <a:ln w="12700" cap="flat">
              <a:noFill/>
              <a:miter lim="400000"/>
            </a:ln>
            <a:effectLst/>
          </p:spPr>
        </p:pic>
        <p:grpSp>
          <p:nvGrpSpPr>
            <p:cNvPr id="351" name="组合 3"/>
            <p:cNvGrpSpPr/>
            <p:nvPr/>
          </p:nvGrpSpPr>
          <p:grpSpPr>
            <a:xfrm>
              <a:off x="-1" y="0"/>
              <a:ext cx="2026539" cy="4622882"/>
              <a:chOff x="0" y="0"/>
              <a:chExt cx="2026537" cy="4622881"/>
            </a:xfrm>
          </p:grpSpPr>
          <p:sp>
            <p:nvSpPr>
              <p:cNvPr id="347" name="文本框 40"/>
              <p:cNvSpPr txBox="1"/>
              <p:nvPr/>
            </p:nvSpPr>
            <p:spPr>
              <a:xfrm>
                <a:off x="535473" y="0"/>
                <a:ext cx="1491065"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TOP surface </a:t>
                </a:r>
              </a:p>
            </p:txBody>
          </p:sp>
          <p:sp>
            <p:nvSpPr>
              <p:cNvPr id="348" name="文本框 42"/>
              <p:cNvSpPr txBox="1"/>
              <p:nvPr/>
            </p:nvSpPr>
            <p:spPr>
              <a:xfrm>
                <a:off x="0" y="4262059"/>
                <a:ext cx="1836648"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Bottom surface </a:t>
                </a:r>
              </a:p>
            </p:txBody>
          </p:sp>
          <p:sp>
            <p:nvSpPr>
              <p:cNvPr id="349" name="直接箭头连接符 71"/>
              <p:cNvSpPr/>
              <p:nvPr/>
            </p:nvSpPr>
            <p:spPr>
              <a:xfrm flipH="1">
                <a:off x="881299" y="251756"/>
                <a:ext cx="261047" cy="293275"/>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350" name="直接箭头连接符 72"/>
              <p:cNvSpPr/>
              <p:nvPr/>
            </p:nvSpPr>
            <p:spPr>
              <a:xfrm flipV="1">
                <a:off x="684213" y="4122818"/>
                <a:ext cx="212294" cy="215933"/>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grpSp>
      </p:gr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354" name="表格"/>
          <p:cNvGraphicFramePr/>
          <p:nvPr/>
        </p:nvGraphicFramePr>
        <p:xfrm>
          <a:off x="725295" y="1882580"/>
          <a:ext cx="22807909" cy="1183341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38765">
                <a:tc gridSpan="2">
                  <a:txBody>
                    <a:bodyPr/>
                    <a:lstStyle/>
                    <a:p>
                      <a:pPr algn="l" defTabSz="409575">
                        <a:defRPr sz="3200">
                          <a:latin typeface="Arial"/>
                          <a:ea typeface="Arial"/>
                          <a:cs typeface="Arial"/>
                          <a:sym typeface="Arial"/>
                        </a:defRPr>
                      </a:pPr>
                      <a:r>
                        <a:t>Magnetic Orientation</a:t>
                      </a:r>
                      <a:r>
                        <a:rPr sz="3000"/>
                        <a:t>:  FAI5/SPC E:20.00°±7°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9633">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6502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4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p>
                    <a:p>
                      <a:pPr algn="l" defTabSz="409575">
                        <a:defRPr sz="2000">
                          <a:latin typeface="Arial"/>
                          <a:ea typeface="Arial"/>
                          <a:cs typeface="Arial"/>
                          <a:sym typeface="Arial"/>
                        </a:defRPr>
                      </a:pPr>
                      <a:r>
                        <a:t>1.</a:t>
                      </a:r>
                      <a:r>
                        <a:rPr>
                          <a:latin typeface="Helvetica Neue Medium"/>
                          <a:ea typeface="Helvetica Neue Medium"/>
                          <a:cs typeface="Helvetica Neue Medium"/>
                          <a:sym typeface="Helvetica Neue Medium"/>
                        </a:rPr>
                        <a:t>将无磁产品按磁化方向进行饱和充磁； </a:t>
                      </a:r>
                    </a:p>
                    <a:p>
                      <a:pPr algn="l" defTabSz="409575">
                        <a:defRPr sz="2000">
                          <a:latin typeface="Arial"/>
                          <a:ea typeface="Arial"/>
                          <a:cs typeface="Arial"/>
                          <a:sym typeface="Arial"/>
                        </a:defRPr>
                      </a:pPr>
                      <a:r>
                        <a:t>2.</a:t>
                      </a:r>
                      <a:r>
                        <a:rPr>
                          <a:latin typeface="Helvetica Neue Medium"/>
                          <a:ea typeface="Helvetica Neue Medium"/>
                          <a:cs typeface="Helvetica Neue Medium"/>
                          <a:sym typeface="Helvetica Neue Medium"/>
                        </a:rPr>
                        <a:t>如图</a:t>
                      </a:r>
                      <a:r>
                        <a:t>1,</a:t>
                      </a:r>
                      <a:r>
                        <a:rPr>
                          <a:latin typeface="Helvetica Neue Medium"/>
                          <a:ea typeface="Helvetica Neue Medium"/>
                          <a:cs typeface="Helvetica Neue Medium"/>
                          <a:sym typeface="Helvetica Neue Medium"/>
                        </a:rPr>
                        <a:t>将磁钢按照所示方向放在测量夹具中</a:t>
                      </a:r>
                      <a:r>
                        <a:t>(</a:t>
                      </a:r>
                      <a:r>
                        <a:rPr>
                          <a:latin typeface="Helvetica Neue Medium"/>
                          <a:ea typeface="Helvetica Neue Medium"/>
                          <a:cs typeface="Helvetica Neue Medium"/>
                          <a:sym typeface="Helvetica Neue Medium"/>
                        </a:rPr>
                        <a:t>夹具需要按照</a:t>
                      </a:r>
                      <a:r>
                        <a:t>“</a:t>
                      </a:r>
                      <a:r>
                        <a:rPr>
                          <a:latin typeface="Helvetica Neue Medium"/>
                          <a:ea typeface="Helvetica Neue Medium"/>
                          <a:cs typeface="Helvetica Neue Medium"/>
                          <a:sym typeface="Helvetica Neue Medium"/>
                        </a:rPr>
                        <a:t>磁铁取向为竖直方向</a:t>
                      </a:r>
                      <a:r>
                        <a:t>”</a:t>
                      </a:r>
                      <a:r>
                        <a:rPr>
                          <a:latin typeface="Helvetica Neue Medium"/>
                          <a:ea typeface="Helvetica Neue Medium"/>
                          <a:cs typeface="Helvetica Neue Medium"/>
                          <a:sym typeface="Helvetica Neue Medium"/>
                        </a:rPr>
                        <a:t>设计</a:t>
                      </a:r>
                      <a:r>
                        <a:t>),</a:t>
                      </a:r>
                      <a:r>
                        <a:rPr>
                          <a:latin typeface="Helvetica Neue Medium"/>
                          <a:ea typeface="Helvetica Neue Medium"/>
                          <a:cs typeface="Helvetica Neue Medium"/>
                          <a:sym typeface="Helvetica Neue Medium"/>
                        </a:rPr>
                        <a:t>测试时保持</a:t>
                      </a:r>
                      <a:r>
                        <a:t>N</a:t>
                      </a:r>
                      <a:r>
                        <a:rPr>
                          <a:latin typeface="Helvetica Neue Medium"/>
                          <a:ea typeface="Helvetica Neue Medium"/>
                          <a:cs typeface="Helvetica Neue Medium"/>
                          <a:sym typeface="Helvetica Neue Medium"/>
                        </a:rPr>
                        <a:t>极朝上； </a:t>
                      </a:r>
                    </a:p>
                    <a:p>
                      <a:pPr algn="l" defTabSz="409575">
                        <a:defRPr sz="2000">
                          <a:latin typeface="Arial"/>
                          <a:ea typeface="Arial"/>
                          <a:cs typeface="Arial"/>
                          <a:sym typeface="Arial"/>
                        </a:defRPr>
                      </a:pPr>
                      <a:r>
                        <a:t>3. </a:t>
                      </a:r>
                      <a:r>
                        <a:rPr>
                          <a:latin typeface="Helvetica Neue Medium"/>
                          <a:ea typeface="Helvetica Neue Medium"/>
                          <a:cs typeface="Helvetica Neue Medium"/>
                          <a:sym typeface="Helvetica Neue Medium"/>
                        </a:rPr>
                        <a:t>如图</a:t>
                      </a:r>
                      <a:r>
                        <a:t>2</a:t>
                      </a:r>
                      <a:r>
                        <a:rPr>
                          <a:latin typeface="Helvetica Neue Medium"/>
                          <a:ea typeface="Helvetica Neue Medium"/>
                          <a:cs typeface="Helvetica Neue Medium"/>
                          <a:sym typeface="Helvetica Neue Medium"/>
                        </a:rPr>
                        <a:t>，将夹具平放在线圈测试平台上后，按</a:t>
                      </a:r>
                      <a:r>
                        <a:t>"Reset"</a:t>
                      </a:r>
                      <a:r>
                        <a:rPr>
                          <a:latin typeface="Helvetica Neue Medium"/>
                          <a:ea typeface="Helvetica Neue Medium"/>
                          <a:cs typeface="Helvetica Neue Medium"/>
                          <a:sym typeface="Helvetica Neue Medium"/>
                        </a:rPr>
                        <a:t>键</a:t>
                      </a:r>
                      <a:r>
                        <a:t>;</a:t>
                      </a:r>
                      <a:r>
                        <a:rPr>
                          <a:latin typeface="Helvetica Neue Medium"/>
                          <a:ea typeface="Helvetica Neue Medium"/>
                          <a:cs typeface="Helvetica Neue Medium"/>
                          <a:sym typeface="Helvetica Neue Medium"/>
                        </a:rPr>
                        <a:t>等待</a:t>
                      </a:r>
                      <a:r>
                        <a:t>2</a:t>
                      </a:r>
                      <a:r>
                        <a:rPr>
                          <a:latin typeface="Helvetica Neue Medium"/>
                          <a:ea typeface="Helvetica Neue Medium"/>
                          <a:cs typeface="Helvetica Neue Medium"/>
                          <a:sym typeface="Helvetica Neue Medium"/>
                        </a:rPr>
                        <a:t>秒再按</a:t>
                      </a:r>
                      <a:r>
                        <a:t>“</a:t>
                      </a:r>
                      <a:r>
                        <a:t>Zero"</a:t>
                      </a:r>
                      <a:r>
                        <a:rPr>
                          <a:latin typeface="Helvetica Neue Medium"/>
                          <a:ea typeface="Helvetica Neue Medium"/>
                          <a:cs typeface="Helvetica Neue Medium"/>
                          <a:sym typeface="Helvetica Neue Medium"/>
                        </a:rPr>
                        <a:t>键清零，准备测试</a:t>
                      </a:r>
                      <a:r>
                        <a:t>;</a:t>
                      </a:r>
                      <a:r>
                        <a:rPr>
                          <a:latin typeface="Helvetica Neue Medium"/>
                          <a:ea typeface="Helvetica Neue Medium"/>
                          <a:cs typeface="Helvetica Neue Medium"/>
                          <a:sym typeface="Helvetica Neue Medium"/>
                        </a:rPr>
                        <a:t>然后稳定地把治具从亥姆霍兹线圈中抽出</a:t>
                      </a:r>
                      <a:r>
                        <a:t>,</a:t>
                      </a:r>
                      <a:r>
                        <a:rPr>
                          <a:latin typeface="Helvetica Neue Medium"/>
                          <a:ea typeface="Helvetica Neue Medium"/>
                          <a:cs typeface="Helvetica Neue Medium"/>
                          <a:sym typeface="Helvetica Neue Medium"/>
                        </a:rPr>
                        <a:t>逃逸距离</a:t>
                      </a:r>
                      <a:r>
                        <a:t>&gt;600mm</a:t>
                      </a:r>
                      <a:r>
                        <a:rPr>
                          <a:latin typeface="Helvetica Neue Medium"/>
                          <a:ea typeface="Helvetica Neue Medium"/>
                          <a:cs typeface="Helvetica Neue Medium"/>
                          <a:sym typeface="Helvetica Neue Medium"/>
                        </a:rPr>
                        <a:t>，再按</a:t>
                      </a:r>
                      <a:r>
                        <a:t>"Test"</a:t>
                      </a:r>
                      <a:r>
                        <a:rPr>
                          <a:latin typeface="Helvetica Neue Medium"/>
                          <a:ea typeface="Helvetica Neue Medium"/>
                          <a:cs typeface="Helvetica Neue Medium"/>
                          <a:sym typeface="Helvetica Neue Medium"/>
                        </a:rPr>
                        <a:t>键获取数据 </a:t>
                      </a:r>
                    </a:p>
                    <a:p>
                      <a:pPr algn="l" defTabSz="409575">
                        <a:defRPr sz="2000">
                          <a:latin typeface="Arial"/>
                          <a:ea typeface="Arial"/>
                          <a:cs typeface="Arial"/>
                          <a:sym typeface="Arial"/>
                        </a:defRPr>
                      </a:pPr>
                      <a:r>
                        <a:t>4. </a:t>
                      </a:r>
                      <a:r>
                        <a:rPr>
                          <a:latin typeface="Helvetica Neue Medium"/>
                          <a:ea typeface="Helvetica Neue Medium"/>
                          <a:cs typeface="Helvetica Neue Medium"/>
                          <a:sym typeface="Helvetica Neue Medium"/>
                        </a:rPr>
                        <a:t>如图</a:t>
                      </a:r>
                      <a:r>
                        <a:t>3,</a:t>
                      </a:r>
                      <a:r>
                        <a:rPr>
                          <a:latin typeface="Helvetica Neue Medium"/>
                          <a:ea typeface="Helvetica Neue Medium"/>
                          <a:cs typeface="Helvetica Neue Medium"/>
                          <a:sym typeface="Helvetica Neue Medium"/>
                        </a:rPr>
                        <a:t>选择</a:t>
                      </a:r>
                      <a:r>
                        <a:t>“θz"</a:t>
                      </a:r>
                      <a:r>
                        <a:rPr>
                          <a:latin typeface="Helvetica Neue Medium"/>
                          <a:ea typeface="Helvetica Neue Medium"/>
                          <a:cs typeface="Helvetica Neue Medium"/>
                          <a:sym typeface="Helvetica Neue Medium"/>
                        </a:rPr>
                        <a:t>角度显示方式</a:t>
                      </a:r>
                      <a:r>
                        <a:t>,</a:t>
                      </a:r>
                      <a:r>
                        <a:rPr>
                          <a:latin typeface="Helvetica Neue Medium"/>
                          <a:ea typeface="Helvetica Neue Medium"/>
                          <a:cs typeface="Helvetica Neue Medium"/>
                          <a:sym typeface="Helvetica Neue Medium"/>
                        </a:rPr>
                        <a:t>系统自动计算出</a:t>
                      </a:r>
                      <a:r>
                        <a:t>Z</a:t>
                      </a:r>
                      <a:r>
                        <a:rPr>
                          <a:latin typeface="Helvetica Neue Medium"/>
                          <a:ea typeface="Helvetica Neue Medium"/>
                          <a:cs typeface="Helvetica Neue Medium"/>
                          <a:sym typeface="Helvetica Neue Medium"/>
                        </a:rPr>
                        <a:t>轴夹角</a:t>
                      </a:r>
                      <a:r>
                        <a:t>θz; </a:t>
                      </a:r>
                      <a:endParaRPr sz="2600"/>
                    </a:p>
                    <a:p>
                      <a:pPr algn="l" defTabSz="409575">
                        <a:defRPr sz="2000">
                          <a:latin typeface="Arial"/>
                          <a:ea typeface="Arial"/>
                          <a:cs typeface="Arial"/>
                          <a:sym typeface="Arial"/>
                        </a:defRPr>
                      </a:pPr>
                      <a:r>
                        <a:rPr>
                          <a:latin typeface="Helvetica Neue Medium"/>
                          <a:ea typeface="Helvetica Neue Medium"/>
                          <a:cs typeface="Helvetica Neue Medium"/>
                          <a:sym typeface="Helvetica Neue Medium"/>
                        </a:rPr>
                        <a:t>重点事项</a:t>
                      </a:r>
                      <a:r>
                        <a:t>:</a:t>
                      </a:r>
                      <a:r>
                        <a:rPr>
                          <a:latin typeface="Helvetica Neue Medium"/>
                          <a:ea typeface="Helvetica Neue Medium"/>
                          <a:cs typeface="Helvetica Neue Medium"/>
                          <a:sym typeface="Helvetica Neue Medium"/>
                        </a:rPr>
                        <a:t>至少</a:t>
                      </a:r>
                      <a:r>
                        <a:t>2.5</a:t>
                      </a:r>
                      <a:r>
                        <a:rPr>
                          <a:latin typeface="Helvetica Neue Medium"/>
                          <a:ea typeface="Helvetica Neue Medium"/>
                          <a:cs typeface="Helvetica Neue Medium"/>
                          <a:sym typeface="Helvetica Neue Medium"/>
                        </a:rPr>
                        <a:t>米内不可有电子设备</a:t>
                      </a:r>
                      <a:r>
                        <a:t>,</a:t>
                      </a:r>
                      <a:r>
                        <a:rPr>
                          <a:latin typeface="Helvetica Neue Medium"/>
                          <a:ea typeface="Helvetica Neue Medium"/>
                          <a:cs typeface="Helvetica Neue Medium"/>
                          <a:sym typeface="Helvetica Neue Medium"/>
                        </a:rPr>
                        <a:t>磁性材料</a:t>
                      </a:r>
                      <a:r>
                        <a:t>,</a:t>
                      </a:r>
                      <a:r>
                        <a:rPr>
                          <a:latin typeface="Helvetica Neue Medium"/>
                          <a:ea typeface="Helvetica Neue Medium"/>
                          <a:cs typeface="Helvetica Neue Medium"/>
                          <a:sym typeface="Helvetica Neue Medium"/>
                        </a:rPr>
                        <a:t>金属等物体移动</a:t>
                      </a:r>
                      <a:r>
                        <a:t>.</a:t>
                      </a:r>
                      <a:endParaRPr sz="2600"/>
                    </a:p>
                    <a:p>
                      <a:pPr marL="457200" indent="-457200" algn="l" defTabSz="409575">
                        <a:buSzPct val="100000"/>
                        <a:buAutoNum type="arabicPeriod" startAt="1"/>
                        <a:defRPr sz="2000">
                          <a:latin typeface="Arial"/>
                          <a:ea typeface="Arial"/>
                          <a:cs typeface="Arial"/>
                          <a:sym typeface="Arial"/>
                        </a:defRPr>
                      </a:pPr>
                      <a:r>
                        <a:t>Saturate and magnetize the non-magnetic product in the direction of magnetization;</a:t>
                      </a:r>
                      <a:endParaRPr sz="2600"/>
                    </a:p>
                    <a:p>
                      <a:pPr algn="l" defTabSz="409575">
                        <a:defRPr sz="2000">
                          <a:latin typeface="Arial"/>
                          <a:ea typeface="Arial"/>
                          <a:cs typeface="Arial"/>
                          <a:sym typeface="Arial"/>
                        </a:defRPr>
                      </a:pPr>
                      <a:r>
                        <a:t>2. As shown in Figure 1, place the magnetic steel in the measuring fixture in the indicated direction (the fixture needs to be designed with the magnet orientation in the vertical direction), and keep the N pole facing upwards during the test.</a:t>
                      </a:r>
                      <a:endParaRPr sz="2600"/>
                    </a:p>
                    <a:p>
                      <a:pPr algn="l" defTabSz="409575">
                        <a:defRPr sz="2000">
                          <a:latin typeface="Arial"/>
                          <a:ea typeface="Arial"/>
                          <a:cs typeface="Arial"/>
                          <a:sym typeface="Arial"/>
                        </a:defRPr>
                      </a:pPr>
                      <a:r>
                        <a:t>3. As shown in Figure 2, after placing the fixture flat on the coil test platform, press the "Reset" key; Wait for 2 seconds and then press the "Zero" key to reset and get ready for the test. Then steadily withdraw the fixture from the Helmholtz coil with an escape distance greater than 600mm, and press the "Test" key to obtain the data.</a:t>
                      </a:r>
                      <a:endParaRPr sz="2600"/>
                    </a:p>
                    <a:p>
                      <a:pPr algn="l" defTabSz="409575">
                        <a:defRPr sz="2000">
                          <a:latin typeface="Arial"/>
                          <a:ea typeface="Arial"/>
                          <a:cs typeface="Arial"/>
                          <a:sym typeface="Arial"/>
                        </a:defRPr>
                      </a:pPr>
                      <a:r>
                        <a:t>4. As shown in Figure 3, select "θz" Angle display mode, the system automatically calculates the Angle θz of z-axis; </a:t>
                      </a:r>
                      <a:endParaRPr sz="2600"/>
                    </a:p>
                    <a:p>
                      <a:pPr algn="l" defTabSz="409575">
                        <a:defRPr sz="2000">
                          <a:latin typeface="Arial"/>
                          <a:ea typeface="Arial"/>
                          <a:cs typeface="Arial"/>
                          <a:sym typeface="Arial"/>
                        </a:defRPr>
                      </a:pPr>
                      <a:r>
                        <a:t>4. As shown in Figure 3, select "θz" Angle display mode, the system automatically calculates the Angle θz of z-axis; </a:t>
                      </a:r>
                      <a:endParaRPr sz="2600"/>
                    </a:p>
                    <a:p>
                      <a:pPr algn="l" defTabSz="409575">
                        <a:defRPr sz="2000">
                          <a:latin typeface="Arial"/>
                          <a:ea typeface="Arial"/>
                          <a:cs typeface="Arial"/>
                          <a:sym typeface="Arial"/>
                        </a:defRPr>
                      </a:pPr>
                      <a:r>
                        <a:t>Important matters: No electronic equipment, magnetic materials, metal and other objects can be moved within at least 2.5 meters.</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355" name="灯片编号占位符 1"/>
          <p:cNvSpPr txBox="1"/>
          <p:nvPr>
            <p:ph type="sldNum" sz="quarter" idx="2"/>
          </p:nvPr>
        </p:nvSpPr>
        <p:spPr>
          <a:xfrm>
            <a:off x="11523857" y="13123065"/>
            <a:ext cx="466266" cy="47766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56" name="圆角矩形"/>
          <p:cNvSpPr/>
          <p:nvPr/>
        </p:nvSpPr>
        <p:spPr>
          <a:xfrm>
            <a:off x="12220164" y="4816654"/>
            <a:ext cx="10628274" cy="1995050"/>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grpSp>
        <p:nvGrpSpPr>
          <p:cNvPr id="359" name="Calibration"/>
          <p:cNvGrpSpPr/>
          <p:nvPr/>
        </p:nvGrpSpPr>
        <p:grpSpPr>
          <a:xfrm>
            <a:off x="12363484" y="4884073"/>
            <a:ext cx="776915" cy="424412"/>
            <a:chOff x="0" y="0"/>
            <a:chExt cx="776914" cy="424411"/>
          </a:xfrm>
        </p:grpSpPr>
        <p:sp>
          <p:nvSpPr>
            <p:cNvPr id="357"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358" name="Pic 1"/>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1</a:t>
              </a:r>
            </a:p>
          </p:txBody>
        </p:sp>
      </p:grpSp>
      <p:sp>
        <p:nvSpPr>
          <p:cNvPr id="360" name="圆角矩形"/>
          <p:cNvSpPr/>
          <p:nvPr/>
        </p:nvSpPr>
        <p:spPr>
          <a:xfrm>
            <a:off x="12163835" y="6858000"/>
            <a:ext cx="10628274" cy="2327151"/>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sp>
        <p:nvSpPr>
          <p:cNvPr id="361" name="箭头: 右 98"/>
          <p:cNvSpPr/>
          <p:nvPr/>
        </p:nvSpPr>
        <p:spPr>
          <a:xfrm>
            <a:off x="15498091" y="5923407"/>
            <a:ext cx="331749" cy="317439"/>
          </a:xfrm>
          <a:prstGeom prst="rightArrow">
            <a:avLst>
              <a:gd name="adj1" fmla="val 50000"/>
              <a:gd name="adj2" fmla="val 50000"/>
            </a:avLst>
          </a:prstGeom>
          <a:solidFill>
            <a:srgbClr val="FFFFFF"/>
          </a:solidFill>
          <a:ln w="25400">
            <a:solidFill>
              <a:schemeClr val="accent1"/>
            </a:solidFill>
          </a:ln>
        </p:spPr>
        <p:txBody>
          <a:bodyPr lIns="71435" tIns="71435" rIns="71435" bIns="71435" anchor="ctr"/>
          <a:lstStyle/>
          <a:p>
            <a:pPr defTabSz="821055"/>
          </a:p>
        </p:txBody>
      </p:sp>
      <p:pic>
        <p:nvPicPr>
          <p:cNvPr id="362" name="图片 6" descr="图片 6"/>
          <p:cNvPicPr>
            <a:picLocks noChangeAspect="1"/>
          </p:cNvPicPr>
          <p:nvPr/>
        </p:nvPicPr>
        <p:blipFill>
          <a:blip r:embed="rId2">
            <a:extLst/>
          </a:blip>
          <a:stretch>
            <a:fillRect/>
          </a:stretch>
        </p:blipFill>
        <p:spPr>
          <a:xfrm>
            <a:off x="13056517" y="7194036"/>
            <a:ext cx="1500760" cy="1655079"/>
          </a:xfrm>
          <a:prstGeom prst="rect">
            <a:avLst/>
          </a:prstGeom>
          <a:ln w="12700">
            <a:miter lim="400000"/>
          </a:ln>
        </p:spPr>
      </p:pic>
      <p:grpSp>
        <p:nvGrpSpPr>
          <p:cNvPr id="365" name="Calibration"/>
          <p:cNvGrpSpPr/>
          <p:nvPr/>
        </p:nvGrpSpPr>
        <p:grpSpPr>
          <a:xfrm>
            <a:off x="12363484" y="6951354"/>
            <a:ext cx="776915" cy="424412"/>
            <a:chOff x="0" y="0"/>
            <a:chExt cx="776914" cy="424411"/>
          </a:xfrm>
        </p:grpSpPr>
        <p:sp>
          <p:nvSpPr>
            <p:cNvPr id="363"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364" name="Pic 2"/>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2</a:t>
              </a:r>
            </a:p>
          </p:txBody>
        </p:sp>
      </p:grpSp>
      <p:pic>
        <p:nvPicPr>
          <p:cNvPr id="366" name="图片 31" descr="图片 31"/>
          <p:cNvPicPr>
            <a:picLocks noChangeAspect="1"/>
          </p:cNvPicPr>
          <p:nvPr/>
        </p:nvPicPr>
        <p:blipFill>
          <a:blip r:embed="rId3">
            <a:extLst/>
          </a:blip>
          <a:stretch>
            <a:fillRect/>
          </a:stretch>
        </p:blipFill>
        <p:spPr>
          <a:xfrm>
            <a:off x="15366973" y="7216198"/>
            <a:ext cx="2110999" cy="1533799"/>
          </a:xfrm>
          <a:prstGeom prst="rect">
            <a:avLst/>
          </a:prstGeom>
          <a:ln w="12700">
            <a:miter lim="400000"/>
          </a:ln>
        </p:spPr>
      </p:pic>
      <p:sp>
        <p:nvSpPr>
          <p:cNvPr id="367" name="Calibration"/>
          <p:cNvSpPr txBox="1"/>
          <p:nvPr/>
        </p:nvSpPr>
        <p:spPr>
          <a:xfrm>
            <a:off x="13453963"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1</a:t>
            </a:r>
          </a:p>
        </p:txBody>
      </p:sp>
      <p:sp>
        <p:nvSpPr>
          <p:cNvPr id="368" name="Calibration"/>
          <p:cNvSpPr txBox="1"/>
          <p:nvPr/>
        </p:nvSpPr>
        <p:spPr>
          <a:xfrm>
            <a:off x="16141126"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2</a:t>
            </a:r>
          </a:p>
        </p:txBody>
      </p:sp>
      <p:pic>
        <p:nvPicPr>
          <p:cNvPr id="369" name="图片 36" descr="图片 36"/>
          <p:cNvPicPr>
            <a:picLocks noChangeAspect="1"/>
          </p:cNvPicPr>
          <p:nvPr/>
        </p:nvPicPr>
        <p:blipFill>
          <a:blip r:embed="rId4">
            <a:extLst/>
          </a:blip>
          <a:stretch>
            <a:fillRect/>
          </a:stretch>
        </p:blipFill>
        <p:spPr>
          <a:xfrm>
            <a:off x="18327724" y="7248456"/>
            <a:ext cx="1240059" cy="1501541"/>
          </a:xfrm>
          <a:prstGeom prst="rect">
            <a:avLst/>
          </a:prstGeom>
          <a:ln w="12700">
            <a:miter lim="400000"/>
          </a:ln>
        </p:spPr>
      </p:pic>
      <p:pic>
        <p:nvPicPr>
          <p:cNvPr id="370" name="图片 37" descr="图片 37"/>
          <p:cNvPicPr>
            <a:picLocks noChangeAspect="1"/>
          </p:cNvPicPr>
          <p:nvPr/>
        </p:nvPicPr>
        <p:blipFill>
          <a:blip r:embed="rId3">
            <a:extLst/>
          </a:blip>
          <a:stretch>
            <a:fillRect/>
          </a:stretch>
        </p:blipFill>
        <p:spPr>
          <a:xfrm>
            <a:off x="20417536" y="7216198"/>
            <a:ext cx="2110999" cy="1533799"/>
          </a:xfrm>
          <a:prstGeom prst="rect">
            <a:avLst/>
          </a:prstGeom>
          <a:ln w="12700">
            <a:miter lim="400000"/>
          </a:ln>
        </p:spPr>
      </p:pic>
      <p:sp>
        <p:nvSpPr>
          <p:cNvPr id="371" name="Calibration"/>
          <p:cNvSpPr txBox="1"/>
          <p:nvPr/>
        </p:nvSpPr>
        <p:spPr>
          <a:xfrm>
            <a:off x="18601549"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3</a:t>
            </a:r>
          </a:p>
        </p:txBody>
      </p:sp>
      <p:sp>
        <p:nvSpPr>
          <p:cNvPr id="372" name="Calibration"/>
          <p:cNvSpPr txBox="1"/>
          <p:nvPr/>
        </p:nvSpPr>
        <p:spPr>
          <a:xfrm>
            <a:off x="21189187"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4</a:t>
            </a:r>
          </a:p>
        </p:txBody>
      </p:sp>
      <p:sp>
        <p:nvSpPr>
          <p:cNvPr id="373" name="直接箭头连接符 42"/>
          <p:cNvSpPr/>
          <p:nvPr/>
        </p:nvSpPr>
        <p:spPr>
          <a:xfrm>
            <a:off x="14722628" y="8021574"/>
            <a:ext cx="517387" cy="1"/>
          </a:xfrm>
          <a:prstGeom prst="line">
            <a:avLst/>
          </a:prstGeom>
          <a:ln w="25400">
            <a:solidFill>
              <a:srgbClr val="FF0000"/>
            </a:solidFill>
            <a:tailEnd type="triangle"/>
          </a:ln>
        </p:spPr>
        <p:txBody>
          <a:bodyPr lIns="45718" tIns="45718" rIns="45718" bIns="45718"/>
          <a:lstStyle/>
          <a:p>
            <a:pPr/>
          </a:p>
        </p:txBody>
      </p:sp>
      <p:sp>
        <p:nvSpPr>
          <p:cNvPr id="374" name="直接箭头连接符 43"/>
          <p:cNvSpPr/>
          <p:nvPr/>
        </p:nvSpPr>
        <p:spPr>
          <a:xfrm>
            <a:off x="17571831" y="8021574"/>
            <a:ext cx="517387" cy="1"/>
          </a:xfrm>
          <a:prstGeom prst="line">
            <a:avLst/>
          </a:prstGeom>
          <a:ln w="25400">
            <a:solidFill>
              <a:srgbClr val="FF0000"/>
            </a:solidFill>
            <a:tailEnd type="triangle"/>
          </a:ln>
        </p:spPr>
        <p:txBody>
          <a:bodyPr lIns="45718" tIns="45718" rIns="45718" bIns="45718"/>
          <a:lstStyle/>
          <a:p>
            <a:pPr/>
          </a:p>
        </p:txBody>
      </p:sp>
      <p:sp>
        <p:nvSpPr>
          <p:cNvPr id="375" name="直接箭头连接符 44"/>
          <p:cNvSpPr/>
          <p:nvPr/>
        </p:nvSpPr>
        <p:spPr>
          <a:xfrm>
            <a:off x="19653969" y="8021574"/>
            <a:ext cx="517387" cy="1"/>
          </a:xfrm>
          <a:prstGeom prst="line">
            <a:avLst/>
          </a:prstGeom>
          <a:ln w="25400">
            <a:solidFill>
              <a:srgbClr val="FF0000"/>
            </a:solidFill>
            <a:tailEnd type="triangle"/>
          </a:ln>
        </p:spPr>
        <p:txBody>
          <a:bodyPr lIns="45718" tIns="45718" rIns="45718" bIns="45718"/>
          <a:lstStyle/>
          <a:p>
            <a:pPr/>
          </a:p>
        </p:txBody>
      </p:sp>
      <p:sp>
        <p:nvSpPr>
          <p:cNvPr id="376" name="直接箭头连接符 47"/>
          <p:cNvSpPr/>
          <p:nvPr/>
        </p:nvSpPr>
        <p:spPr>
          <a:xfrm flipH="1">
            <a:off x="19064081" y="7790144"/>
            <a:ext cx="206956" cy="231431"/>
          </a:xfrm>
          <a:prstGeom prst="line">
            <a:avLst/>
          </a:prstGeom>
          <a:ln>
            <a:solidFill>
              <a:srgbClr val="FF0000"/>
            </a:solidFill>
            <a:headEnd type="triangle"/>
            <a:tailEnd type="triangle"/>
          </a:ln>
        </p:spPr>
        <p:txBody>
          <a:bodyPr lIns="45718" tIns="45718" rIns="45718" bIns="45718"/>
          <a:lstStyle/>
          <a:p>
            <a:pPr/>
          </a:p>
        </p:txBody>
      </p:sp>
      <p:sp>
        <p:nvSpPr>
          <p:cNvPr id="377" name="文本框 56"/>
          <p:cNvSpPr txBox="1"/>
          <p:nvPr/>
        </p:nvSpPr>
        <p:spPr>
          <a:xfrm rot="21446003">
            <a:off x="18348855" y="8071145"/>
            <a:ext cx="1228638" cy="36668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FF0000"/>
                </a:solidFill>
                <a:latin typeface="Arial"/>
                <a:ea typeface="Arial"/>
                <a:cs typeface="Arial"/>
                <a:sym typeface="Arial"/>
              </a:defRPr>
            </a:pPr>
            <a:r>
              <a:t>Escape</a:t>
            </a:r>
          </a:p>
          <a:p>
            <a:pPr>
              <a:defRPr sz="1000">
                <a:solidFill>
                  <a:srgbClr val="FF0000"/>
                </a:solidFill>
                <a:latin typeface="Arial"/>
                <a:ea typeface="Arial"/>
                <a:cs typeface="Arial"/>
                <a:sym typeface="Arial"/>
              </a:defRPr>
            </a:pPr>
            <a:r>
              <a:t> distance ≥ 600mm</a:t>
            </a:r>
          </a:p>
        </p:txBody>
      </p:sp>
      <p:sp>
        <p:nvSpPr>
          <p:cNvPr id="378" name="文本框 59"/>
          <p:cNvSpPr txBox="1"/>
          <p:nvPr/>
        </p:nvSpPr>
        <p:spPr>
          <a:xfrm>
            <a:off x="15441711" y="8082812"/>
            <a:ext cx="699416"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1.</a:t>
            </a:r>
            <a:r>
              <a:rPr>
                <a:latin typeface="Helvetica Neue Medium"/>
                <a:ea typeface="Helvetica Neue Medium"/>
                <a:cs typeface="Helvetica Neue Medium"/>
                <a:sym typeface="Helvetica Neue Medium"/>
              </a:rPr>
              <a:t>按 </a:t>
            </a:r>
            <a:r>
              <a:t>Reset  </a:t>
            </a:r>
            <a:r>
              <a:rPr>
                <a:latin typeface="Helvetica Neue Medium"/>
                <a:ea typeface="Helvetica Neue Medium"/>
                <a:cs typeface="Helvetica Neue Medium"/>
                <a:sym typeface="Helvetica Neue Medium"/>
              </a:rPr>
              <a:t>按钮</a:t>
            </a:r>
          </a:p>
        </p:txBody>
      </p:sp>
      <p:sp>
        <p:nvSpPr>
          <p:cNvPr id="379" name="文本框 60"/>
          <p:cNvSpPr txBox="1"/>
          <p:nvPr/>
        </p:nvSpPr>
        <p:spPr>
          <a:xfrm>
            <a:off x="16161966" y="8106389"/>
            <a:ext cx="699416"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2.</a:t>
            </a:r>
            <a:r>
              <a:rPr>
                <a:latin typeface="Helvetica Neue Medium"/>
                <a:ea typeface="Helvetica Neue Medium"/>
                <a:cs typeface="Helvetica Neue Medium"/>
                <a:sym typeface="Helvetica Neue Medium"/>
              </a:rPr>
              <a:t>按 </a:t>
            </a:r>
            <a:r>
              <a:t>zero  </a:t>
            </a:r>
            <a:r>
              <a:rPr>
                <a:latin typeface="Helvetica Neue Medium"/>
                <a:ea typeface="Helvetica Neue Medium"/>
                <a:cs typeface="Helvetica Neue Medium"/>
                <a:sym typeface="Helvetica Neue Medium"/>
              </a:rPr>
              <a:t>按钮</a:t>
            </a:r>
          </a:p>
        </p:txBody>
      </p:sp>
      <p:sp>
        <p:nvSpPr>
          <p:cNvPr id="380" name="直接箭头连接符 62"/>
          <p:cNvSpPr/>
          <p:nvPr/>
        </p:nvSpPr>
        <p:spPr>
          <a:xfrm>
            <a:off x="16038664" y="7983097"/>
            <a:ext cx="439586" cy="1"/>
          </a:xfrm>
          <a:prstGeom prst="line">
            <a:avLst/>
          </a:prstGeom>
          <a:ln w="12700">
            <a:solidFill>
              <a:srgbClr val="FF0000"/>
            </a:solidFill>
            <a:headEnd type="triangle"/>
            <a:tailEnd type="triangle"/>
          </a:ln>
        </p:spPr>
        <p:txBody>
          <a:bodyPr lIns="45718" tIns="45718" rIns="45718" bIns="45718"/>
          <a:lstStyle/>
          <a:p>
            <a:pPr/>
          </a:p>
        </p:txBody>
      </p:sp>
      <p:sp>
        <p:nvSpPr>
          <p:cNvPr id="381" name="直接箭头连接符 64"/>
          <p:cNvSpPr/>
          <p:nvPr/>
        </p:nvSpPr>
        <p:spPr>
          <a:xfrm flipH="1">
            <a:off x="16219287" y="7714981"/>
            <a:ext cx="203187" cy="268116"/>
          </a:xfrm>
          <a:prstGeom prst="line">
            <a:avLst/>
          </a:prstGeom>
          <a:ln w="6350">
            <a:solidFill>
              <a:srgbClr val="FF0000"/>
            </a:solidFill>
            <a:tailEnd type="triangle"/>
          </a:ln>
        </p:spPr>
        <p:txBody>
          <a:bodyPr lIns="45718" tIns="45718" rIns="45718" bIns="45718"/>
          <a:lstStyle/>
          <a:p>
            <a:pPr/>
          </a:p>
        </p:txBody>
      </p:sp>
      <p:sp>
        <p:nvSpPr>
          <p:cNvPr id="382" name="文本框 66"/>
          <p:cNvSpPr txBox="1"/>
          <p:nvPr/>
        </p:nvSpPr>
        <p:spPr>
          <a:xfrm>
            <a:off x="16381427" y="7550583"/>
            <a:ext cx="699417" cy="266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rPr>
                <a:latin typeface="Helvetica Neue Medium"/>
                <a:ea typeface="Helvetica Neue Medium"/>
                <a:cs typeface="Helvetica Neue Medium"/>
                <a:sym typeface="Helvetica Neue Medium"/>
              </a:rPr>
              <a:t>中间间隔</a:t>
            </a:r>
            <a:r>
              <a:t>2s</a:t>
            </a:r>
          </a:p>
        </p:txBody>
      </p:sp>
      <p:sp>
        <p:nvSpPr>
          <p:cNvPr id="383" name="文本框 90"/>
          <p:cNvSpPr txBox="1"/>
          <p:nvPr/>
        </p:nvSpPr>
        <p:spPr>
          <a:xfrm>
            <a:off x="21671368" y="8175225"/>
            <a:ext cx="867540"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3.</a:t>
            </a:r>
            <a:r>
              <a:rPr>
                <a:latin typeface="Helvetica Neue Medium"/>
                <a:ea typeface="Helvetica Neue Medium"/>
                <a:cs typeface="Helvetica Neue Medium"/>
                <a:sym typeface="Helvetica Neue Medium"/>
              </a:rPr>
              <a:t>拉出产品后</a:t>
            </a:r>
            <a:r>
              <a:t>;</a:t>
            </a:r>
            <a:r>
              <a:rPr>
                <a:latin typeface="Helvetica Neue Medium"/>
                <a:ea typeface="Helvetica Neue Medium"/>
                <a:cs typeface="Helvetica Neue Medium"/>
                <a:sym typeface="Helvetica Neue Medium"/>
              </a:rPr>
              <a:t>按 </a:t>
            </a:r>
            <a:r>
              <a:t>Test  </a:t>
            </a:r>
            <a:r>
              <a:rPr>
                <a:latin typeface="Helvetica Neue Medium"/>
                <a:ea typeface="Helvetica Neue Medium"/>
                <a:cs typeface="Helvetica Neue Medium"/>
                <a:sym typeface="Helvetica Neue Medium"/>
              </a:rPr>
              <a:t>按钮</a:t>
            </a:r>
          </a:p>
        </p:txBody>
      </p:sp>
      <p:sp>
        <p:nvSpPr>
          <p:cNvPr id="384" name="加号 124"/>
          <p:cNvSpPr/>
          <p:nvPr/>
        </p:nvSpPr>
        <p:spPr>
          <a:xfrm>
            <a:off x="18569878" y="5896848"/>
            <a:ext cx="298728" cy="298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4"/>
                </a:moveTo>
                <a:lnTo>
                  <a:pt x="7344" y="7344"/>
                </a:lnTo>
                <a:lnTo>
                  <a:pt x="7344" y="0"/>
                </a:lnTo>
                <a:lnTo>
                  <a:pt x="14256" y="0"/>
                </a:lnTo>
                <a:lnTo>
                  <a:pt x="14256" y="7344"/>
                </a:lnTo>
                <a:lnTo>
                  <a:pt x="21600" y="7344"/>
                </a:lnTo>
                <a:lnTo>
                  <a:pt x="21600" y="14256"/>
                </a:lnTo>
                <a:lnTo>
                  <a:pt x="14256" y="14256"/>
                </a:lnTo>
                <a:lnTo>
                  <a:pt x="14256" y="21600"/>
                </a:lnTo>
                <a:lnTo>
                  <a:pt x="7344" y="21600"/>
                </a:lnTo>
                <a:lnTo>
                  <a:pt x="7344" y="14256"/>
                </a:lnTo>
                <a:lnTo>
                  <a:pt x="0" y="14256"/>
                </a:lnTo>
                <a:close/>
              </a:path>
            </a:pathLst>
          </a:custGeom>
          <a:solidFill>
            <a:srgbClr val="FFFFFF"/>
          </a:solidFill>
          <a:ln w="25400">
            <a:solidFill>
              <a:schemeClr val="accent1"/>
            </a:solidFill>
          </a:ln>
        </p:spPr>
        <p:txBody>
          <a:bodyPr lIns="71435" tIns="71435" rIns="71435" bIns="71435" anchor="ctr"/>
          <a:lstStyle/>
          <a:p>
            <a:pPr defTabSz="821055"/>
          </a:p>
        </p:txBody>
      </p:sp>
      <p:sp>
        <p:nvSpPr>
          <p:cNvPr id="385" name="MTD | X1335 Metrology Details-Magnet 160-02017-05 (Series)"/>
          <p:cNvSpPr txBox="1"/>
          <p:nvPr/>
        </p:nvSpPr>
        <p:spPr>
          <a:xfrm>
            <a:off x="687959" y="1051166"/>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396" name="组合 11"/>
          <p:cNvGrpSpPr/>
          <p:nvPr/>
        </p:nvGrpSpPr>
        <p:grpSpPr>
          <a:xfrm>
            <a:off x="20060558" y="5029567"/>
            <a:ext cx="2277508" cy="1749803"/>
            <a:chOff x="0" y="0"/>
            <a:chExt cx="2277506" cy="1749802"/>
          </a:xfrm>
        </p:grpSpPr>
        <p:pic>
          <p:nvPicPr>
            <p:cNvPr id="386" name="图片 146" descr="图片 146"/>
            <p:cNvPicPr>
              <a:picLocks noChangeAspect="1"/>
            </p:cNvPicPr>
            <p:nvPr/>
          </p:nvPicPr>
          <p:blipFill>
            <a:blip r:embed="rId5">
              <a:extLst/>
            </a:blip>
            <a:stretch>
              <a:fillRect/>
            </a:stretch>
          </p:blipFill>
          <p:spPr>
            <a:xfrm>
              <a:off x="0" y="0"/>
              <a:ext cx="1915886" cy="1431101"/>
            </a:xfrm>
            <a:prstGeom prst="rect">
              <a:avLst/>
            </a:prstGeom>
            <a:ln w="12700" cap="flat">
              <a:noFill/>
              <a:miter lim="400000"/>
            </a:ln>
            <a:effectLst/>
          </p:spPr>
        </p:pic>
        <p:grpSp>
          <p:nvGrpSpPr>
            <p:cNvPr id="395" name="组合 166"/>
            <p:cNvGrpSpPr/>
            <p:nvPr/>
          </p:nvGrpSpPr>
          <p:grpSpPr>
            <a:xfrm>
              <a:off x="729336" y="839412"/>
              <a:ext cx="1548171" cy="910391"/>
              <a:chOff x="0" y="0"/>
              <a:chExt cx="1548169" cy="910390"/>
            </a:xfrm>
          </p:grpSpPr>
          <p:sp>
            <p:nvSpPr>
              <p:cNvPr id="387" name="直接箭头连接符 167"/>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88" name="文本框 168"/>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389" name="直接箭头连接符 169"/>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90" name="文本框 170"/>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391" name="文本框 171"/>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392" name="文本框 172"/>
              <p:cNvSpPr txBox="1"/>
              <p:nvPr/>
            </p:nvSpPr>
            <p:spPr>
              <a:xfrm rot="19102681">
                <a:off x="948703" y="596250"/>
                <a:ext cx="321973"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393" name="文本框 173"/>
              <p:cNvSpPr txBox="1"/>
              <p:nvPr/>
            </p:nvSpPr>
            <p:spPr>
              <a:xfrm rot="19102681">
                <a:off x="1211799"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394" name="文本框 174"/>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grpSp>
      <p:grpSp>
        <p:nvGrpSpPr>
          <p:cNvPr id="399" name="组合 12"/>
          <p:cNvGrpSpPr/>
          <p:nvPr/>
        </p:nvGrpSpPr>
        <p:grpSpPr>
          <a:xfrm>
            <a:off x="14080644" y="11792938"/>
            <a:ext cx="2569559" cy="1661495"/>
            <a:chOff x="0" y="0"/>
            <a:chExt cx="2569558" cy="1661493"/>
          </a:xfrm>
        </p:grpSpPr>
        <p:pic>
          <p:nvPicPr>
            <p:cNvPr id="397" name="图片 9" descr="图片 9"/>
            <p:cNvPicPr>
              <a:picLocks noChangeAspect="1"/>
            </p:cNvPicPr>
            <p:nvPr/>
          </p:nvPicPr>
          <p:blipFill>
            <a:blip r:embed="rId6">
              <a:extLst/>
            </a:blip>
            <a:stretch>
              <a:fillRect/>
            </a:stretch>
          </p:blipFill>
          <p:spPr>
            <a:xfrm>
              <a:off x="0" y="0"/>
              <a:ext cx="2569559" cy="1661494"/>
            </a:xfrm>
            <a:prstGeom prst="rect">
              <a:avLst/>
            </a:prstGeom>
            <a:ln w="12700" cap="flat">
              <a:noFill/>
              <a:miter lim="400000"/>
            </a:ln>
            <a:effectLst/>
          </p:spPr>
        </p:pic>
        <p:sp>
          <p:nvSpPr>
            <p:cNvPr id="398" name="矩形 108"/>
            <p:cNvSpPr/>
            <p:nvPr/>
          </p:nvSpPr>
          <p:spPr>
            <a:xfrm>
              <a:off x="443066" y="196397"/>
              <a:ext cx="812961" cy="464357"/>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413" name="组合 17"/>
          <p:cNvGrpSpPr/>
          <p:nvPr/>
        </p:nvGrpSpPr>
        <p:grpSpPr>
          <a:xfrm>
            <a:off x="12810549" y="5047170"/>
            <a:ext cx="2571945" cy="1704581"/>
            <a:chOff x="0" y="0"/>
            <a:chExt cx="2571943" cy="1704579"/>
          </a:xfrm>
        </p:grpSpPr>
        <p:pic>
          <p:nvPicPr>
            <p:cNvPr id="400" name="图片 15" descr="图片 15"/>
            <p:cNvPicPr>
              <a:picLocks noChangeAspect="1"/>
            </p:cNvPicPr>
            <p:nvPr/>
          </p:nvPicPr>
          <p:blipFill>
            <a:blip r:embed="rId7">
              <a:extLst/>
            </a:blip>
            <a:stretch>
              <a:fillRect/>
            </a:stretch>
          </p:blipFill>
          <p:spPr>
            <a:xfrm>
              <a:off x="528079" y="0"/>
              <a:ext cx="1647308" cy="885765"/>
            </a:xfrm>
            <a:prstGeom prst="rect">
              <a:avLst/>
            </a:prstGeom>
            <a:ln w="12700" cap="flat">
              <a:noFill/>
              <a:miter lim="400000"/>
            </a:ln>
            <a:effectLst/>
          </p:spPr>
        </p:pic>
        <p:grpSp>
          <p:nvGrpSpPr>
            <p:cNvPr id="412" name="组合 18"/>
            <p:cNvGrpSpPr/>
            <p:nvPr/>
          </p:nvGrpSpPr>
          <p:grpSpPr>
            <a:xfrm>
              <a:off x="0" y="322893"/>
              <a:ext cx="2571944" cy="1381687"/>
              <a:chOff x="0" y="0"/>
              <a:chExt cx="2571943" cy="1381685"/>
            </a:xfrm>
          </p:grpSpPr>
          <p:grpSp>
            <p:nvGrpSpPr>
              <p:cNvPr id="410" name="组合 154"/>
              <p:cNvGrpSpPr/>
              <p:nvPr/>
            </p:nvGrpSpPr>
            <p:grpSpPr>
              <a:xfrm>
                <a:off x="168039" y="0"/>
                <a:ext cx="2386835" cy="715780"/>
                <a:chOff x="0" y="0"/>
                <a:chExt cx="2386833" cy="715779"/>
              </a:xfrm>
            </p:grpSpPr>
            <p:sp>
              <p:nvSpPr>
                <p:cNvPr id="401" name="文本框 155"/>
                <p:cNvSpPr txBox="1"/>
                <p:nvPr/>
              </p:nvSpPr>
              <p:spPr>
                <a:xfrm>
                  <a:off x="2059416" y="0"/>
                  <a:ext cx="327418" cy="299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400"/>
                  </a:lvl1pPr>
                </a:lstStyle>
                <a:p>
                  <a:pPr/>
                  <a:r>
                    <a:t>X</a:t>
                  </a:r>
                </a:p>
              </p:txBody>
            </p:sp>
            <p:sp>
              <p:nvSpPr>
                <p:cNvPr id="402" name="文本框 156"/>
                <p:cNvSpPr txBox="1"/>
                <p:nvPr/>
              </p:nvSpPr>
              <p:spPr>
                <a:xfrm>
                  <a:off x="35290" y="168125"/>
                  <a:ext cx="161199" cy="2504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vl1pPr>
                </a:lstStyle>
                <a:p>
                  <a:pPr/>
                  <a:r>
                    <a:t>Y</a:t>
                  </a:r>
                </a:p>
              </p:txBody>
            </p:sp>
            <p:sp>
              <p:nvSpPr>
                <p:cNvPr id="403" name="直接箭头连接符 157"/>
                <p:cNvSpPr/>
                <p:nvPr/>
              </p:nvSpPr>
              <p:spPr>
                <a:xfrm flipV="1">
                  <a:off x="549787" y="34338"/>
                  <a:ext cx="1776875" cy="516039"/>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4" name="文本框 158"/>
                <p:cNvSpPr txBox="1"/>
                <p:nvPr/>
              </p:nvSpPr>
              <p:spPr>
                <a:xfrm rot="20892986">
                  <a:off x="1067427" y="323456"/>
                  <a:ext cx="484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X</a:t>
                  </a:r>
                  <a:r>
                    <a:rPr>
                      <a:latin typeface="Helvetica Neue"/>
                      <a:ea typeface="Helvetica Neue"/>
                      <a:cs typeface="Helvetica Neue"/>
                      <a:sym typeface="Helvetica Neue"/>
                    </a:rPr>
                    <a:t>尺寸</a:t>
                  </a:r>
                </a:p>
              </p:txBody>
            </p:sp>
            <p:sp>
              <p:nvSpPr>
                <p:cNvPr id="405" name="文本框 159"/>
                <p:cNvSpPr txBox="1"/>
                <p:nvPr/>
              </p:nvSpPr>
              <p:spPr>
                <a:xfrm>
                  <a:off x="545394" y="78860"/>
                  <a:ext cx="16645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Z</a:t>
                  </a:r>
                </a:p>
              </p:txBody>
            </p:sp>
            <p:sp>
              <p:nvSpPr>
                <p:cNvPr id="406" name="直接箭头连接符 160"/>
                <p:cNvSpPr/>
                <p:nvPr/>
              </p:nvSpPr>
              <p:spPr>
                <a:xfrm flipH="1" flipV="1">
                  <a:off x="134158" y="208418"/>
                  <a:ext cx="403791" cy="343518"/>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7" name="直接箭头连接符 161"/>
                <p:cNvSpPr/>
                <p:nvPr/>
              </p:nvSpPr>
              <p:spPr>
                <a:xfrm flipV="1">
                  <a:off x="539287" y="128755"/>
                  <a:ext cx="1370" cy="426495"/>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8" name="文本框 162"/>
                <p:cNvSpPr txBox="1"/>
                <p:nvPr/>
              </p:nvSpPr>
              <p:spPr>
                <a:xfrm rot="1975604">
                  <a:off x="37077" y="327326"/>
                  <a:ext cx="483818"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Y</a:t>
                  </a:r>
                  <a:r>
                    <a:rPr>
                      <a:latin typeface="Helvetica Neue"/>
                      <a:ea typeface="Helvetica Neue"/>
                      <a:cs typeface="Helvetica Neue"/>
                      <a:sym typeface="Helvetica Neue"/>
                    </a:rPr>
                    <a:t>尺寸</a:t>
                  </a:r>
                </a:p>
              </p:txBody>
            </p:sp>
            <p:sp>
              <p:nvSpPr>
                <p:cNvPr id="409" name="文本框 164"/>
                <p:cNvSpPr txBox="1"/>
                <p:nvPr/>
              </p:nvSpPr>
              <p:spPr>
                <a:xfrm>
                  <a:off x="460058" y="212806"/>
                  <a:ext cx="57241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Z</a:t>
                  </a:r>
                  <a:r>
                    <a:rPr>
                      <a:latin typeface="Helvetica Neue"/>
                      <a:ea typeface="Helvetica Neue"/>
                      <a:cs typeface="Helvetica Neue"/>
                      <a:sym typeface="Helvetica Neue"/>
                    </a:rPr>
                    <a:t>尺寸</a:t>
                  </a:r>
                </a:p>
              </p:txBody>
            </p:sp>
          </p:grpSp>
          <p:sp>
            <p:nvSpPr>
              <p:cNvPr id="411" name="文本框 165"/>
              <p:cNvSpPr txBox="1"/>
              <p:nvPr/>
            </p:nvSpPr>
            <p:spPr>
              <a:xfrm>
                <a:off x="0" y="506452"/>
                <a:ext cx="2571944" cy="875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400">
                    <a:latin typeface="Arial"/>
                    <a:ea typeface="Arial"/>
                    <a:cs typeface="Arial"/>
                    <a:sym typeface="Arial"/>
                  </a:defRPr>
                </a:pPr>
                <a:r>
                  <a:t>Z</a:t>
                </a:r>
                <a:r>
                  <a:rPr>
                    <a:latin typeface="Helvetica Neue Medium"/>
                    <a:ea typeface="Helvetica Neue Medium"/>
                    <a:cs typeface="Helvetica Neue Medium"/>
                    <a:sym typeface="Helvetica Neue Medium"/>
                  </a:rPr>
                  <a:t>方向充磁</a:t>
                </a:r>
                <a:r>
                  <a:t>Apns</a:t>
                </a:r>
                <a:r>
                  <a:rPr>
                    <a:latin typeface="Helvetica Neue Medium"/>
                    <a:ea typeface="Helvetica Neue Medium"/>
                    <a:cs typeface="Helvetica Neue Medium"/>
                    <a:sym typeface="Helvetica Neue Medium"/>
                  </a:rPr>
                  <a:t>摆放图示</a:t>
                </a:r>
              </a:p>
              <a:p>
                <a:pPr algn="l" defTabSz="821055">
                  <a:defRPr sz="1400">
                    <a:latin typeface="Arial"/>
                    <a:ea typeface="Arial"/>
                    <a:cs typeface="Arial"/>
                    <a:sym typeface="Arial"/>
                  </a:defRPr>
                </a:pPr>
                <a:r>
                  <a:t>(</a:t>
                </a:r>
                <a:r>
                  <a:rPr>
                    <a:latin typeface="Helvetica Neue Medium"/>
                    <a:ea typeface="Helvetica Neue Medium"/>
                    <a:cs typeface="Helvetica Neue Medium"/>
                    <a:sym typeface="Helvetica Neue Medium"/>
                  </a:rPr>
                  <a:t>充成单极测试</a:t>
                </a:r>
                <a:r>
                  <a:t>,X</a:t>
                </a:r>
                <a:r>
                  <a:rPr>
                    <a:latin typeface="Helvetica Neue Medium"/>
                    <a:ea typeface="Helvetica Neue Medium"/>
                    <a:cs typeface="Helvetica Neue Medium"/>
                    <a:sym typeface="Helvetica Neue Medium"/>
                  </a:rPr>
                  <a:t>尺寸对齐</a:t>
                </a:r>
                <a:r>
                  <a:t>X</a:t>
                </a:r>
                <a:r>
                  <a:rPr>
                    <a:latin typeface="Helvetica Neue Medium"/>
                    <a:ea typeface="Helvetica Neue Medium"/>
                    <a:cs typeface="Helvetica Neue Medium"/>
                    <a:sym typeface="Helvetica Neue Medium"/>
                  </a:rPr>
                  <a:t>轴</a:t>
                </a:r>
                <a:r>
                  <a:t>,Y</a:t>
                </a:r>
                <a:r>
                  <a:rPr>
                    <a:latin typeface="Helvetica Neue Medium"/>
                    <a:ea typeface="Helvetica Neue Medium"/>
                    <a:cs typeface="Helvetica Neue Medium"/>
                    <a:sym typeface="Helvetica Neue Medium"/>
                  </a:rPr>
                  <a:t>尺寸对齐</a:t>
                </a:r>
                <a:r>
                  <a:t>Y</a:t>
                </a:r>
                <a:r>
                  <a:rPr>
                    <a:latin typeface="Helvetica Neue Medium"/>
                    <a:ea typeface="Helvetica Neue Medium"/>
                    <a:cs typeface="Helvetica Neue Medium"/>
                    <a:sym typeface="Helvetica Neue Medium"/>
                  </a:rPr>
                  <a:t>轴</a:t>
                </a:r>
                <a:r>
                  <a:t>,N</a:t>
                </a:r>
                <a:r>
                  <a:rPr>
                    <a:latin typeface="Helvetica Neue Medium"/>
                    <a:ea typeface="Helvetica Neue Medium"/>
                    <a:cs typeface="Helvetica Neue Medium"/>
                    <a:sym typeface="Helvetica Neue Medium"/>
                  </a:rPr>
                  <a:t>极朝</a:t>
                </a:r>
                <a:r>
                  <a:t>Z+</a:t>
                </a:r>
                <a:r>
                  <a:rPr>
                    <a:latin typeface="Helvetica Neue Medium"/>
                    <a:ea typeface="Helvetica Neue Medium"/>
                    <a:cs typeface="Helvetica Neue Medium"/>
                    <a:sym typeface="Helvetica Neue Medium"/>
                  </a:rPr>
                  <a:t>方向</a:t>
                </a:r>
                <a:r>
                  <a:t>)</a:t>
                </a:r>
              </a:p>
            </p:txBody>
          </p:sp>
        </p:grpSp>
      </p:grpSp>
      <p:grpSp>
        <p:nvGrpSpPr>
          <p:cNvPr id="428" name="组合 19"/>
          <p:cNvGrpSpPr/>
          <p:nvPr/>
        </p:nvGrpSpPr>
        <p:grpSpPr>
          <a:xfrm>
            <a:off x="16161966" y="4834274"/>
            <a:ext cx="2322317" cy="2085850"/>
            <a:chOff x="0" y="0"/>
            <a:chExt cx="2322315" cy="2085849"/>
          </a:xfrm>
        </p:grpSpPr>
        <p:grpSp>
          <p:nvGrpSpPr>
            <p:cNvPr id="426" name="组合 10"/>
            <p:cNvGrpSpPr/>
            <p:nvPr/>
          </p:nvGrpSpPr>
          <p:grpSpPr>
            <a:xfrm>
              <a:off x="-1" y="-1"/>
              <a:ext cx="2322317" cy="2085851"/>
              <a:chOff x="0" y="0"/>
              <a:chExt cx="2322315" cy="2085849"/>
            </a:xfrm>
          </p:grpSpPr>
          <p:pic>
            <p:nvPicPr>
              <p:cNvPr id="414" name="图片 112" descr="图片 112"/>
              <p:cNvPicPr>
                <a:picLocks noChangeAspect="1"/>
              </p:cNvPicPr>
              <p:nvPr/>
            </p:nvPicPr>
            <p:blipFill>
              <a:blip r:embed="rId8">
                <a:extLst/>
              </a:blip>
              <a:srcRect l="0" t="7882" r="0" b="0"/>
              <a:stretch>
                <a:fillRect/>
              </a:stretch>
            </p:blipFill>
            <p:spPr>
              <a:xfrm>
                <a:off x="114298" y="336407"/>
                <a:ext cx="1794688" cy="1387255"/>
              </a:xfrm>
              <a:prstGeom prst="rect">
                <a:avLst/>
              </a:prstGeom>
              <a:ln w="12700" cap="flat">
                <a:noFill/>
                <a:miter lim="400000"/>
              </a:ln>
              <a:effectLst/>
            </p:spPr>
          </p:pic>
          <p:grpSp>
            <p:nvGrpSpPr>
              <p:cNvPr id="423" name="组合 114"/>
              <p:cNvGrpSpPr/>
              <p:nvPr/>
            </p:nvGrpSpPr>
            <p:grpSpPr>
              <a:xfrm>
                <a:off x="774145" y="1175459"/>
                <a:ext cx="1548171" cy="910391"/>
                <a:chOff x="0" y="0"/>
                <a:chExt cx="1548169" cy="910390"/>
              </a:xfrm>
            </p:grpSpPr>
            <p:sp>
              <p:nvSpPr>
                <p:cNvPr id="415" name="直接箭头连接符 116"/>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16" name="文本框 118"/>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417" name="直接箭头连接符 120"/>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18" name="文本框 121"/>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419" name="文本框 123"/>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420" name="文本框 135"/>
                <p:cNvSpPr txBox="1"/>
                <p:nvPr/>
              </p:nvSpPr>
              <p:spPr>
                <a:xfrm rot="19102681">
                  <a:off x="948703" y="596250"/>
                  <a:ext cx="321974"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421" name="文本框 136"/>
                <p:cNvSpPr txBox="1"/>
                <p:nvPr/>
              </p:nvSpPr>
              <p:spPr>
                <a:xfrm rot="19102681">
                  <a:off x="1211800"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422" name="文本框 137"/>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sp>
            <p:nvSpPr>
              <p:cNvPr id="424" name="文本框 119"/>
              <p:cNvSpPr txBox="1"/>
              <p:nvPr/>
            </p:nvSpPr>
            <p:spPr>
              <a:xfrm>
                <a:off x="0" y="0"/>
                <a:ext cx="1561732"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200">
                    <a:solidFill>
                      <a:srgbClr val="0432FF"/>
                    </a:solidFill>
                    <a:latin typeface="Arial"/>
                    <a:ea typeface="Arial"/>
                    <a:cs typeface="Arial"/>
                    <a:sym typeface="Arial"/>
                  </a:defRPr>
                </a:pPr>
                <a:r>
                  <a:t>N</a:t>
                </a:r>
                <a:r>
                  <a:rPr>
                    <a:latin typeface="Helvetica Neue Medium"/>
                    <a:ea typeface="Helvetica Neue Medium"/>
                    <a:cs typeface="Helvetica Neue Medium"/>
                    <a:sym typeface="Helvetica Neue Medium"/>
                  </a:rPr>
                  <a:t>极朝上：</a:t>
                </a:r>
                <a:r>
                  <a:t>N pole up </a:t>
                </a:r>
              </a:p>
            </p:txBody>
          </p:sp>
          <p:sp>
            <p:nvSpPr>
              <p:cNvPr id="425" name="直接箭头连接符 131"/>
              <p:cNvSpPr/>
              <p:nvPr/>
            </p:nvSpPr>
            <p:spPr>
              <a:xfrm flipH="1">
                <a:off x="683932" y="369563"/>
                <a:ext cx="1" cy="28800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427" name="图片 80" descr="图片 80"/>
            <p:cNvPicPr>
              <a:picLocks noChangeAspect="1"/>
            </p:cNvPicPr>
            <p:nvPr/>
          </p:nvPicPr>
          <p:blipFill>
            <a:blip r:embed="rId7">
              <a:extLst/>
            </a:blip>
            <a:stretch>
              <a:fillRect/>
            </a:stretch>
          </p:blipFill>
          <p:spPr>
            <a:xfrm>
              <a:off x="552145" y="263601"/>
              <a:ext cx="166308" cy="89425"/>
            </a:xfrm>
            <a:prstGeom prst="rect">
              <a:avLst/>
            </a:prstGeom>
            <a:ln w="12700" cap="flat">
              <a:noFill/>
              <a:miter lim="400000"/>
            </a:ln>
            <a:effectLst/>
          </p:spPr>
        </p:pic>
      </p:grpSp>
      <p:sp>
        <p:nvSpPr>
          <p:cNvPr id="429" name="圆角矩形"/>
          <p:cNvSpPr/>
          <p:nvPr/>
        </p:nvSpPr>
        <p:spPr>
          <a:xfrm>
            <a:off x="12220164" y="9253115"/>
            <a:ext cx="10628274" cy="2315705"/>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430" name="图片 83" descr="图片 83"/>
          <p:cNvPicPr>
            <a:picLocks noChangeAspect="1"/>
          </p:cNvPicPr>
          <p:nvPr/>
        </p:nvPicPr>
        <p:blipFill>
          <a:blip r:embed="rId9">
            <a:extLst/>
          </a:blip>
          <a:stretch>
            <a:fillRect/>
          </a:stretch>
        </p:blipFill>
        <p:spPr>
          <a:xfrm>
            <a:off x="12472792" y="9375467"/>
            <a:ext cx="9847490" cy="863176"/>
          </a:xfrm>
          <a:prstGeom prst="rect">
            <a:avLst/>
          </a:prstGeom>
          <a:ln w="12700">
            <a:miter lim="400000"/>
          </a:ln>
        </p:spPr>
      </p:pic>
      <p:pic>
        <p:nvPicPr>
          <p:cNvPr id="431" name="图片 84" descr="图片 84"/>
          <p:cNvPicPr>
            <a:picLocks noChangeAspect="1"/>
          </p:cNvPicPr>
          <p:nvPr/>
        </p:nvPicPr>
        <p:blipFill>
          <a:blip r:embed="rId10">
            <a:extLst/>
          </a:blip>
          <a:stretch>
            <a:fillRect/>
          </a:stretch>
        </p:blipFill>
        <p:spPr>
          <a:xfrm>
            <a:off x="12466921" y="9375468"/>
            <a:ext cx="928039" cy="910869"/>
          </a:xfrm>
          <a:prstGeom prst="rect">
            <a:avLst/>
          </a:prstGeom>
          <a:ln w="12700">
            <a:miter lim="400000"/>
          </a:ln>
        </p:spPr>
      </p:pic>
      <p:sp>
        <p:nvSpPr>
          <p:cNvPr id="432" name="矩形: 圆角 28"/>
          <p:cNvSpPr/>
          <p:nvPr/>
        </p:nvSpPr>
        <p:spPr>
          <a:xfrm>
            <a:off x="15760157" y="9375467"/>
            <a:ext cx="1149025" cy="860084"/>
          </a:xfrm>
          <a:prstGeom prst="roundRect">
            <a:avLst>
              <a:gd name="adj" fmla="val 16667"/>
            </a:avLst>
          </a:prstGeom>
          <a:ln w="25400">
            <a:solidFill>
              <a:srgbClr val="FF0000"/>
            </a:solidFill>
            <a:prstDash val="dash"/>
          </a:ln>
        </p:spPr>
        <p:txBody>
          <a:bodyPr lIns="71435" tIns="71435" rIns="71435" bIns="71435" anchor="ctr"/>
          <a:lstStyle/>
          <a:p>
            <a:pPr defTabSz="821055"/>
          </a:p>
        </p:txBody>
      </p:sp>
      <p:grpSp>
        <p:nvGrpSpPr>
          <p:cNvPr id="435" name="Calibration"/>
          <p:cNvGrpSpPr/>
          <p:nvPr/>
        </p:nvGrpSpPr>
        <p:grpSpPr>
          <a:xfrm>
            <a:off x="12419813" y="10681013"/>
            <a:ext cx="776916" cy="424412"/>
            <a:chOff x="0" y="0"/>
            <a:chExt cx="776914" cy="424411"/>
          </a:xfrm>
        </p:grpSpPr>
        <p:sp>
          <p:nvSpPr>
            <p:cNvPr id="433"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434" name="Pic 3"/>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3</a:t>
              </a:r>
            </a:p>
          </p:txBody>
        </p:sp>
      </p:gr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37"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Length: FAI 7/SPC G :</a:t>
                      </a:r>
                      <a:r>
                        <a:rPr sz="3200">
                          <a:latin typeface="Helvetica Neue"/>
                          <a:ea typeface="Helvetica Neue"/>
                          <a:cs typeface="Helvetica Neue"/>
                          <a:sym typeface="Helvetica Neue"/>
                        </a:rPr>
                        <a:t> </a:t>
                      </a:r>
                      <a:r>
                        <a:t>14.20±0.10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将磁钢大平面朝下摆放在测试平台上，如下图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L7/L8</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marL="457200" indent="-457200" algn="l" defTabSz="409575">
                        <a:buSzPct val="100000"/>
                        <a:buAutoNum type="arabicPeriod" startAt="3"/>
                        <a:defRPr sz="2000">
                          <a:latin typeface="Arial"/>
                          <a:ea typeface="Arial"/>
                          <a:cs typeface="Arial"/>
                          <a:sym typeface="Arial"/>
                        </a:defRPr>
                      </a:pP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线距离</a:t>
                      </a:r>
                      <a:r>
                        <a:t>”</a:t>
                      </a:r>
                      <a:r>
                        <a:rPr>
                          <a:latin typeface="微软雅黑"/>
                          <a:ea typeface="微软雅黑"/>
                          <a:cs typeface="微软雅黑"/>
                          <a:sym typeface="微软雅黑"/>
                        </a:rPr>
                        <a:t>功能，输出</a:t>
                      </a:r>
                      <a:r>
                        <a:t>L7/L8</a:t>
                      </a:r>
                      <a:r>
                        <a:rPr>
                          <a:latin typeface="微软雅黑"/>
                          <a:ea typeface="微软雅黑"/>
                          <a:cs typeface="微软雅黑"/>
                          <a:sym typeface="微软雅黑"/>
                        </a:rPr>
                        <a:t>在</a:t>
                      </a:r>
                      <a:r>
                        <a:t>X</a:t>
                      </a:r>
                      <a:r>
                        <a:rPr>
                          <a:latin typeface="微软雅黑"/>
                          <a:ea typeface="微软雅黑"/>
                          <a:cs typeface="微软雅黑"/>
                          <a:sym typeface="微软雅黑"/>
                        </a:rPr>
                        <a:t>方向的最大距离即</a:t>
                      </a:r>
                      <a:r>
                        <a:t>FAI7. </a:t>
                      </a:r>
                      <a:endParaRPr sz="2400">
                        <a:latin typeface="Helvetica Neue Light"/>
                        <a:ea typeface="Helvetica Neue Light"/>
                        <a:cs typeface="Helvetica Neue Light"/>
                        <a:sym typeface="Helvetica Neue Light"/>
                      </a:endParaRPr>
                    </a:p>
                    <a:p>
                      <a:pPr algn="l" defTabSz="821529">
                        <a:defRPr sz="2000">
                          <a:latin typeface="Arial"/>
                          <a:ea typeface="Arial"/>
                          <a:cs typeface="Arial"/>
                          <a:sym typeface="Arial"/>
                        </a:defRPr>
                      </a:pPr>
                      <a:r>
                        <a:t>1. Place the large flat surface of the magnet steel downward on the testing platform, as shown in the figure below.</a:t>
                      </a:r>
                    </a:p>
                    <a:p>
                      <a:pPr algn="l" defTabSz="409575">
                        <a:defRPr sz="2000">
                          <a:latin typeface="Arial"/>
                          <a:ea typeface="Arial"/>
                          <a:cs typeface="Arial"/>
                          <a:sym typeface="Arial"/>
                        </a:defRPr>
                      </a:pPr>
                      <a:r>
                        <a:t>2. Select the "line" function to automatically select the line L7/L8; (Edge avoid 0.5*0.5mm)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Select the "line-to-line distance" function to output the maximum distance of L7/L8 in the X direction, which is FAI7.</a:t>
                      </a:r>
                      <a:endParaRPr sz="2400">
                        <a:latin typeface="Helvetica Neue Light"/>
                        <a:ea typeface="Helvetica Neue Light"/>
                        <a:cs typeface="Helvetica Neue Light"/>
                        <a:sym typeface="Helvetica Neue Light"/>
                      </a:endParaRP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438" name="灯片编号占位符 3"/>
          <p:cNvSpPr txBox="1"/>
          <p:nvPr>
            <p:ph type="sldNum" sz="quarter" idx="2"/>
          </p:nvPr>
        </p:nvSpPr>
        <p:spPr>
          <a:xfrm>
            <a:off x="11483887" y="13235305"/>
            <a:ext cx="466265"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39" name="MTD | X1335 Metrology Details-Magnet 160-02017-05 (Series)"/>
          <p:cNvSpPr txBox="1"/>
          <p:nvPr/>
        </p:nvSpPr>
        <p:spPr>
          <a:xfrm>
            <a:off x="851245" y="1022137"/>
            <a:ext cx="15591627"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442" name="组合 4"/>
          <p:cNvGrpSpPr/>
          <p:nvPr/>
        </p:nvGrpSpPr>
        <p:grpSpPr>
          <a:xfrm>
            <a:off x="13770347" y="8730822"/>
            <a:ext cx="8175336" cy="3690259"/>
            <a:chOff x="0" y="0"/>
            <a:chExt cx="8175335" cy="3690258"/>
          </a:xfrm>
        </p:grpSpPr>
        <p:pic>
          <p:nvPicPr>
            <p:cNvPr id="440" name="图片 2" descr="图片 2"/>
            <p:cNvPicPr>
              <a:picLocks noChangeAspect="1"/>
            </p:cNvPicPr>
            <p:nvPr/>
          </p:nvPicPr>
          <p:blipFill>
            <a:blip r:embed="rId2">
              <a:extLst/>
            </a:blip>
            <a:stretch>
              <a:fillRect/>
            </a:stretch>
          </p:blipFill>
          <p:spPr>
            <a:xfrm>
              <a:off x="0" y="0"/>
              <a:ext cx="8175336" cy="3690259"/>
            </a:xfrm>
            <a:prstGeom prst="rect">
              <a:avLst/>
            </a:prstGeom>
            <a:ln w="12700" cap="flat">
              <a:noFill/>
              <a:miter lim="400000"/>
            </a:ln>
            <a:effectLst/>
          </p:spPr>
        </p:pic>
        <p:sp>
          <p:nvSpPr>
            <p:cNvPr id="441" name="矩形 129"/>
            <p:cNvSpPr/>
            <p:nvPr/>
          </p:nvSpPr>
          <p:spPr>
            <a:xfrm>
              <a:off x="3378459" y="168078"/>
              <a:ext cx="1336953" cy="1081232"/>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sp>
        <p:nvSpPr>
          <p:cNvPr id="443" name="L1"/>
          <p:cNvSpPr txBox="1"/>
          <p:nvPr/>
        </p:nvSpPr>
        <p:spPr>
          <a:xfrm>
            <a:off x="5811061" y="12761891"/>
            <a:ext cx="767285" cy="45951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500">
                <a:latin typeface="Arial"/>
                <a:ea typeface="Arial"/>
                <a:cs typeface="Arial"/>
                <a:sym typeface="Arial"/>
              </a:defRPr>
            </a:lvl1pPr>
          </a:lstStyle>
          <a:p>
            <a:pPr/>
            <a:r>
              <a:t>FAI7</a:t>
            </a:r>
          </a:p>
        </p:txBody>
      </p:sp>
      <p:grpSp>
        <p:nvGrpSpPr>
          <p:cNvPr id="472" name="组合 5"/>
          <p:cNvGrpSpPr/>
          <p:nvPr/>
        </p:nvGrpSpPr>
        <p:grpSpPr>
          <a:xfrm>
            <a:off x="1172974" y="10770871"/>
            <a:ext cx="10351469" cy="2238721"/>
            <a:chOff x="0" y="0"/>
            <a:chExt cx="10351468" cy="2238720"/>
          </a:xfrm>
        </p:grpSpPr>
        <p:pic>
          <p:nvPicPr>
            <p:cNvPr id="444" name="图片 38" descr="图片 38"/>
            <p:cNvPicPr>
              <a:picLocks noChangeAspect="1"/>
            </p:cNvPicPr>
            <p:nvPr/>
          </p:nvPicPr>
          <p:blipFill>
            <a:blip r:embed="rId3">
              <a:extLst/>
            </a:blip>
            <a:stretch>
              <a:fillRect/>
            </a:stretch>
          </p:blipFill>
          <p:spPr>
            <a:xfrm>
              <a:off x="717974" y="0"/>
              <a:ext cx="8922236" cy="1724291"/>
            </a:xfrm>
            <a:prstGeom prst="rect">
              <a:avLst/>
            </a:prstGeom>
            <a:ln w="12700" cap="flat">
              <a:noFill/>
              <a:miter lim="400000"/>
            </a:ln>
            <a:effectLst/>
          </p:spPr>
        </p:pic>
        <p:sp>
          <p:nvSpPr>
            <p:cNvPr id="445" name="L1"/>
            <p:cNvSpPr txBox="1"/>
            <p:nvPr/>
          </p:nvSpPr>
          <p:spPr>
            <a:xfrm>
              <a:off x="356829" y="771692"/>
              <a:ext cx="45415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2000">
                  <a:latin typeface="Arial"/>
                  <a:ea typeface="Arial"/>
                  <a:cs typeface="Arial"/>
                  <a:sym typeface="Arial"/>
                </a:defRPr>
              </a:pPr>
              <a:r>
                <a:t>L</a:t>
              </a:r>
              <a:r>
                <a:t>8</a:t>
              </a:r>
            </a:p>
          </p:txBody>
        </p:sp>
        <p:sp>
          <p:nvSpPr>
            <p:cNvPr id="446" name="线条"/>
            <p:cNvSpPr/>
            <p:nvPr/>
          </p:nvSpPr>
          <p:spPr>
            <a:xfrm>
              <a:off x="9570276" y="378605"/>
              <a:ext cx="1" cy="1008001"/>
            </a:xfrm>
            <a:prstGeom prst="line">
              <a:avLst/>
            </a:prstGeom>
            <a:noFill/>
            <a:ln w="28575" cap="flat">
              <a:solidFill>
                <a:srgbClr val="FF0000"/>
              </a:solidFill>
              <a:prstDash val="solid"/>
              <a:round/>
            </a:ln>
            <a:effectLst/>
          </p:spPr>
          <p:txBody>
            <a:bodyPr wrap="square" lIns="45718" tIns="45718" rIns="45718" bIns="45718" numCol="1" anchor="t">
              <a:noAutofit/>
            </a:bodyPr>
            <a:lstStyle/>
            <a:p>
              <a:pPr/>
            </a:p>
          </p:txBody>
        </p:sp>
        <p:sp>
          <p:nvSpPr>
            <p:cNvPr id="447" name="0.5mm"/>
            <p:cNvSpPr txBox="1"/>
            <p:nvPr/>
          </p:nvSpPr>
          <p:spPr>
            <a:xfrm>
              <a:off x="9752727" y="674873"/>
              <a:ext cx="396827"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L7</a:t>
              </a:r>
            </a:p>
          </p:txBody>
        </p:sp>
        <p:grpSp>
          <p:nvGrpSpPr>
            <p:cNvPr id="452" name="组合 70"/>
            <p:cNvGrpSpPr/>
            <p:nvPr/>
          </p:nvGrpSpPr>
          <p:grpSpPr>
            <a:xfrm>
              <a:off x="9156766" y="32195"/>
              <a:ext cx="1137546" cy="324007"/>
              <a:chOff x="0" y="0"/>
              <a:chExt cx="1137545" cy="324005"/>
            </a:xfrm>
          </p:grpSpPr>
          <p:sp>
            <p:nvSpPr>
              <p:cNvPr id="448" name="线条"/>
              <p:cNvSpPr/>
              <p:nvPr/>
            </p:nvSpPr>
            <p:spPr>
              <a:xfrm flipV="1">
                <a:off x="0" y="5892"/>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49" name="线条"/>
              <p:cNvSpPr/>
              <p:nvPr/>
            </p:nvSpPr>
            <p:spPr>
              <a:xfrm flipV="1">
                <a:off x="383381" y="316578"/>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0" name="线条"/>
              <p:cNvSpPr/>
              <p:nvPr/>
            </p:nvSpPr>
            <p:spPr>
              <a:xfrm flipH="1">
                <a:off x="483442" y="0"/>
                <a:ext cx="2" cy="324007"/>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51" name="0.5mm"/>
              <p:cNvSpPr txBox="1"/>
              <p:nvPr/>
            </p:nvSpPr>
            <p:spPr>
              <a:xfrm>
                <a:off x="479861" y="2124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453" name="直接箭头连接符 87"/>
            <p:cNvSpPr/>
            <p:nvPr/>
          </p:nvSpPr>
          <p:spPr>
            <a:xfrm flipH="1" flipV="1">
              <a:off x="795906" y="2004611"/>
              <a:ext cx="8748002" cy="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grpSp>
          <p:nvGrpSpPr>
            <p:cNvPr id="458" name="组合 113"/>
            <p:cNvGrpSpPr/>
            <p:nvPr/>
          </p:nvGrpSpPr>
          <p:grpSpPr>
            <a:xfrm>
              <a:off x="9156764" y="1378181"/>
              <a:ext cx="1194705" cy="324003"/>
              <a:chOff x="0" y="0"/>
              <a:chExt cx="1194703" cy="324002"/>
            </a:xfrm>
          </p:grpSpPr>
          <p:sp>
            <p:nvSpPr>
              <p:cNvPr id="454" name="线条"/>
              <p:cNvSpPr/>
              <p:nvPr/>
            </p:nvSpPr>
            <p:spPr>
              <a:xfrm flipV="1">
                <a:off x="0" y="310678"/>
                <a:ext cx="720001"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5" name="线条"/>
              <p:cNvSpPr/>
              <p:nvPr/>
            </p:nvSpPr>
            <p:spPr>
              <a:xfrm flipV="1">
                <a:off x="383382" y="11744"/>
                <a:ext cx="360001"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6" name="线条"/>
              <p:cNvSpPr/>
              <p:nvPr/>
            </p:nvSpPr>
            <p:spPr>
              <a:xfrm flipH="1">
                <a:off x="483442" y="-1"/>
                <a:ext cx="2" cy="324004"/>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57" name="0.5mm"/>
              <p:cNvSpPr txBox="1"/>
              <p:nvPr/>
            </p:nvSpPr>
            <p:spPr>
              <a:xfrm>
                <a:off x="537020" y="1171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463" name="组合 118"/>
            <p:cNvGrpSpPr/>
            <p:nvPr/>
          </p:nvGrpSpPr>
          <p:grpSpPr>
            <a:xfrm>
              <a:off x="47626" y="41731"/>
              <a:ext cx="1087878" cy="324005"/>
              <a:chOff x="0" y="0"/>
              <a:chExt cx="1087877" cy="324004"/>
            </a:xfrm>
          </p:grpSpPr>
          <p:sp>
            <p:nvSpPr>
              <p:cNvPr id="459" name="线条"/>
              <p:cNvSpPr/>
              <p:nvPr/>
            </p:nvSpPr>
            <p:spPr>
              <a:xfrm flipV="1">
                <a:off x="367877" y="5892"/>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0" name="线条"/>
              <p:cNvSpPr/>
              <p:nvPr/>
            </p:nvSpPr>
            <p:spPr>
              <a:xfrm flipV="1">
                <a:off x="408351" y="316577"/>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1" name="线条"/>
              <p:cNvSpPr/>
              <p:nvPr/>
            </p:nvSpPr>
            <p:spPr>
              <a:xfrm flipH="1">
                <a:off x="632250"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62"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468" name="组合 123"/>
            <p:cNvGrpSpPr/>
            <p:nvPr/>
          </p:nvGrpSpPr>
          <p:grpSpPr>
            <a:xfrm>
              <a:off x="0" y="1365720"/>
              <a:ext cx="1154553" cy="324005"/>
              <a:chOff x="0" y="0"/>
              <a:chExt cx="1154552" cy="324004"/>
            </a:xfrm>
          </p:grpSpPr>
          <p:sp>
            <p:nvSpPr>
              <p:cNvPr id="464" name="线条"/>
              <p:cNvSpPr/>
              <p:nvPr/>
            </p:nvSpPr>
            <p:spPr>
              <a:xfrm flipV="1">
                <a:off x="434553" y="310687"/>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5" name="线条"/>
              <p:cNvSpPr/>
              <p:nvPr/>
            </p:nvSpPr>
            <p:spPr>
              <a:xfrm flipV="1">
                <a:off x="465502" y="2247"/>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6" name="线条"/>
              <p:cNvSpPr/>
              <p:nvPr/>
            </p:nvSpPr>
            <p:spPr>
              <a:xfrm flipH="1">
                <a:off x="698925"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67"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469" name="线条"/>
            <p:cNvSpPr/>
            <p:nvPr/>
          </p:nvSpPr>
          <p:spPr>
            <a:xfrm flipH="1">
              <a:off x="796393" y="352751"/>
              <a:ext cx="1" cy="1008001"/>
            </a:xfrm>
            <a:prstGeom prst="line">
              <a:avLst/>
            </a:prstGeom>
            <a:noFill/>
            <a:ln w="28575" cap="flat">
              <a:solidFill>
                <a:srgbClr val="FF0000"/>
              </a:solidFill>
              <a:prstDash val="solid"/>
              <a:round/>
            </a:ln>
            <a:effectLst/>
          </p:spPr>
          <p:txBody>
            <a:bodyPr wrap="square" lIns="45718" tIns="45718" rIns="45718" bIns="45718" numCol="1" anchor="t">
              <a:noAutofit/>
            </a:bodyPr>
            <a:lstStyle/>
            <a:p>
              <a:pPr/>
            </a:p>
          </p:txBody>
        </p:sp>
        <p:sp>
          <p:nvSpPr>
            <p:cNvPr id="470" name="直接连接符 34"/>
            <p:cNvSpPr/>
            <p:nvPr/>
          </p:nvSpPr>
          <p:spPr>
            <a:xfrm flipH="1">
              <a:off x="808059" y="1338720"/>
              <a:ext cx="1133" cy="90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471" name="直接连接符 36"/>
            <p:cNvSpPr/>
            <p:nvPr/>
          </p:nvSpPr>
          <p:spPr>
            <a:xfrm flipH="1">
              <a:off x="9577763" y="1337022"/>
              <a:ext cx="1133" cy="90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gr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74" name="表格"/>
          <p:cNvGraphicFramePr/>
          <p:nvPr/>
        </p:nvGraphicFramePr>
        <p:xfrm>
          <a:off x="725295" y="1882581"/>
          <a:ext cx="22807909" cy="117679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34138">
                <a:tc gridSpan="2">
                  <a:txBody>
                    <a:bodyPr/>
                    <a:lstStyle/>
                    <a:p>
                      <a:pPr algn="l" defTabSz="409575">
                        <a:defRPr sz="3000">
                          <a:latin typeface="Arial"/>
                          <a:ea typeface="Arial"/>
                          <a:cs typeface="Arial"/>
                          <a:sym typeface="Arial"/>
                        </a:defRPr>
                      </a:pPr>
                      <a:r>
                        <a:t>MAGNET MOMENT :FAI 10/SPC J </a:t>
                      </a:r>
                      <a:r>
                        <a:t>:9.72±0.68 uWb.cm</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5072">
                <a:tc>
                  <a:txBody>
                    <a:bodyPr/>
                    <a:lstStyle/>
                    <a:p>
                      <a:pPr defTabSz="409575">
                        <a:defRPr sz="1800"/>
                      </a:pPr>
                      <a:r>
                        <a:rPr sz="3000">
                          <a:latin typeface="Arial"/>
                          <a:ea typeface="Arial"/>
                          <a:cs typeface="Arial"/>
                          <a:sym typeface="Arial"/>
                        </a:rPr>
                        <a:t>FAI</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8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Constrained</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a:t>
                      </a:r>
                      <a:r>
                        <a:rPr>
                          <a:latin typeface="Helvetica Neue"/>
                          <a:ea typeface="Helvetica Neue"/>
                          <a:cs typeface="Helvetica Neue"/>
                          <a:sym typeface="Helvetica Neue"/>
                        </a:rPr>
                        <a:t>将无磁产品按磁化方向进行饱和充磁； </a:t>
                      </a:r>
                    </a:p>
                    <a:p>
                      <a:pPr algn="l" defTabSz="409575">
                        <a:defRPr sz="2000">
                          <a:latin typeface="Arial"/>
                          <a:ea typeface="Arial"/>
                          <a:cs typeface="Arial"/>
                          <a:sym typeface="Arial"/>
                        </a:defRPr>
                      </a:pPr>
                      <a:r>
                        <a:t>2.</a:t>
                      </a:r>
                      <a:r>
                        <a:rPr>
                          <a:latin typeface="Helvetica Neue"/>
                          <a:ea typeface="Helvetica Neue"/>
                          <a:cs typeface="Helvetica Neue"/>
                          <a:sym typeface="Helvetica Neue"/>
                        </a:rPr>
                        <a:t>如图</a:t>
                      </a:r>
                      <a:r>
                        <a:t>1,</a:t>
                      </a:r>
                      <a:r>
                        <a:rPr>
                          <a:latin typeface="Helvetica Neue"/>
                          <a:ea typeface="Helvetica Neue"/>
                          <a:cs typeface="Helvetica Neue"/>
                          <a:sym typeface="Helvetica Neue"/>
                        </a:rPr>
                        <a:t>将磁钢按照所示方向放在测量夹具中</a:t>
                      </a:r>
                      <a:r>
                        <a:t>(</a:t>
                      </a:r>
                      <a:r>
                        <a:rPr>
                          <a:latin typeface="Helvetica Neue"/>
                          <a:ea typeface="Helvetica Neue"/>
                          <a:cs typeface="Helvetica Neue"/>
                          <a:sym typeface="Helvetica Neue"/>
                        </a:rPr>
                        <a:t>夹具需要按照</a:t>
                      </a:r>
                      <a:r>
                        <a:t>“</a:t>
                      </a:r>
                      <a:r>
                        <a:rPr>
                          <a:latin typeface="Helvetica Neue"/>
                          <a:ea typeface="Helvetica Neue"/>
                          <a:cs typeface="Helvetica Neue"/>
                          <a:sym typeface="Helvetica Neue"/>
                        </a:rPr>
                        <a:t>磁铁取向为竖直方向</a:t>
                      </a:r>
                      <a:r>
                        <a:t>”</a:t>
                      </a:r>
                      <a:r>
                        <a:rPr>
                          <a:latin typeface="Helvetica Neue"/>
                          <a:ea typeface="Helvetica Neue"/>
                          <a:cs typeface="Helvetica Neue"/>
                          <a:sym typeface="Helvetica Neue"/>
                        </a:rPr>
                        <a:t>设计</a:t>
                      </a:r>
                      <a:r>
                        <a:t>),</a:t>
                      </a:r>
                      <a:r>
                        <a:rPr>
                          <a:latin typeface="Helvetica Neue"/>
                          <a:ea typeface="Helvetica Neue"/>
                          <a:cs typeface="Helvetica Neue"/>
                          <a:sym typeface="Helvetica Neue"/>
                        </a:rPr>
                        <a:t>测试时保持</a:t>
                      </a:r>
                      <a:r>
                        <a:t>N</a:t>
                      </a:r>
                      <a:r>
                        <a:rPr>
                          <a:latin typeface="Helvetica Neue"/>
                          <a:ea typeface="Helvetica Neue"/>
                          <a:cs typeface="Helvetica Neue"/>
                          <a:sym typeface="Helvetica Neue"/>
                        </a:rPr>
                        <a:t>极朝上； </a:t>
                      </a:r>
                    </a:p>
                    <a:p>
                      <a:pPr algn="l" defTabSz="409575">
                        <a:defRPr sz="2000">
                          <a:latin typeface="Arial"/>
                          <a:ea typeface="Arial"/>
                          <a:cs typeface="Arial"/>
                          <a:sym typeface="Arial"/>
                        </a:defRPr>
                      </a:pPr>
                      <a:r>
                        <a:t>3. </a:t>
                      </a:r>
                      <a:r>
                        <a:rPr>
                          <a:latin typeface="Helvetica Neue"/>
                          <a:ea typeface="Helvetica Neue"/>
                          <a:cs typeface="Helvetica Neue"/>
                          <a:sym typeface="Helvetica Neue"/>
                        </a:rPr>
                        <a:t>如图</a:t>
                      </a:r>
                      <a:r>
                        <a:t>2</a:t>
                      </a:r>
                      <a:r>
                        <a:rPr>
                          <a:latin typeface="Helvetica Neue"/>
                          <a:ea typeface="Helvetica Neue"/>
                          <a:cs typeface="Helvetica Neue"/>
                          <a:sym typeface="Helvetica Neue"/>
                        </a:rPr>
                        <a:t>，将夹具平放在线圈测试平台上后，按</a:t>
                      </a:r>
                      <a:r>
                        <a:t>"Reset"</a:t>
                      </a:r>
                      <a:r>
                        <a:rPr>
                          <a:latin typeface="Helvetica Neue"/>
                          <a:ea typeface="Helvetica Neue"/>
                          <a:cs typeface="Helvetica Neue"/>
                          <a:sym typeface="Helvetica Neue"/>
                        </a:rPr>
                        <a:t>键</a:t>
                      </a:r>
                      <a:r>
                        <a:t>;</a:t>
                      </a:r>
                      <a:r>
                        <a:rPr>
                          <a:latin typeface="Helvetica Neue"/>
                          <a:ea typeface="Helvetica Neue"/>
                          <a:cs typeface="Helvetica Neue"/>
                          <a:sym typeface="Helvetica Neue"/>
                        </a:rPr>
                        <a:t>等待</a:t>
                      </a:r>
                      <a:r>
                        <a:t>2</a:t>
                      </a:r>
                      <a:r>
                        <a:rPr>
                          <a:latin typeface="Helvetica Neue"/>
                          <a:ea typeface="Helvetica Neue"/>
                          <a:cs typeface="Helvetica Neue"/>
                          <a:sym typeface="Helvetica Neue"/>
                        </a:rPr>
                        <a:t>秒再按</a:t>
                      </a:r>
                      <a:r>
                        <a:t>“</a:t>
                      </a:r>
                      <a:r>
                        <a:t>Zero"</a:t>
                      </a:r>
                      <a:r>
                        <a:rPr>
                          <a:latin typeface="Helvetica Neue"/>
                          <a:ea typeface="Helvetica Neue"/>
                          <a:cs typeface="Helvetica Neue"/>
                          <a:sym typeface="Helvetica Neue"/>
                        </a:rPr>
                        <a:t>键清零，准备测试</a:t>
                      </a:r>
                      <a:r>
                        <a:t>;</a:t>
                      </a:r>
                      <a:r>
                        <a:rPr>
                          <a:latin typeface="Helvetica Neue"/>
                          <a:ea typeface="Helvetica Neue"/>
                          <a:cs typeface="Helvetica Neue"/>
                          <a:sym typeface="Helvetica Neue"/>
                        </a:rPr>
                        <a:t>然后稳定地把治具从亥姆霍兹线圈中抽出</a:t>
                      </a:r>
                      <a:r>
                        <a:t>,</a:t>
                      </a:r>
                      <a:r>
                        <a:rPr>
                          <a:latin typeface="Helvetica Neue"/>
                          <a:ea typeface="Helvetica Neue"/>
                          <a:cs typeface="Helvetica Neue"/>
                          <a:sym typeface="Helvetica Neue"/>
                        </a:rPr>
                        <a:t>逃逸距离</a:t>
                      </a:r>
                      <a:r>
                        <a:t>&gt;600mm</a:t>
                      </a:r>
                      <a:r>
                        <a:rPr>
                          <a:latin typeface="Helvetica Neue"/>
                          <a:ea typeface="Helvetica Neue"/>
                          <a:cs typeface="Helvetica Neue"/>
                          <a:sym typeface="Helvetica Neue"/>
                        </a:rPr>
                        <a:t>，再按</a:t>
                      </a:r>
                      <a:r>
                        <a:t>"Test"</a:t>
                      </a:r>
                      <a:r>
                        <a:rPr>
                          <a:latin typeface="Helvetica Neue"/>
                          <a:ea typeface="Helvetica Neue"/>
                          <a:cs typeface="Helvetica Neue"/>
                          <a:sym typeface="Helvetica Neue"/>
                        </a:rPr>
                        <a:t>键获取数据</a:t>
                      </a:r>
                      <a:r>
                        <a:t>;</a:t>
                      </a:r>
                      <a:endParaRPr sz="2600"/>
                    </a:p>
                    <a:p>
                      <a:pPr algn="l" defTabSz="409575">
                        <a:defRPr sz="2000">
                          <a:latin typeface="Arial"/>
                          <a:ea typeface="Arial"/>
                          <a:cs typeface="Arial"/>
                          <a:sym typeface="Arial"/>
                        </a:defRPr>
                      </a:pPr>
                      <a:r>
                        <a:t>4. </a:t>
                      </a:r>
                      <a:r>
                        <a:rPr>
                          <a:latin typeface="Helvetica Neue"/>
                          <a:ea typeface="Helvetica Neue"/>
                          <a:cs typeface="Helvetica Neue"/>
                          <a:sym typeface="Helvetica Neue"/>
                        </a:rPr>
                        <a:t>如图</a:t>
                      </a:r>
                      <a:r>
                        <a:t>3,</a:t>
                      </a:r>
                      <a:r>
                        <a:rPr>
                          <a:latin typeface="Helvetica Neue"/>
                          <a:ea typeface="Helvetica Neue"/>
                          <a:cs typeface="Helvetica Neue"/>
                          <a:sym typeface="Helvetica Neue"/>
                        </a:rPr>
                        <a:t>系统自动计算出磁矩</a:t>
                      </a:r>
                      <a:r>
                        <a:t>MM</a:t>
                      </a:r>
                      <a:r>
                        <a:rPr>
                          <a:latin typeface="Helvetica Neue"/>
                          <a:ea typeface="Helvetica Neue"/>
                          <a:cs typeface="Helvetica Neue"/>
                          <a:sym typeface="Helvetica Neue"/>
                        </a:rPr>
                        <a:t>值</a:t>
                      </a:r>
                      <a:r>
                        <a:t>-</a:t>
                      </a:r>
                      <a:r>
                        <a:rPr>
                          <a:latin typeface="Helvetica Neue"/>
                          <a:ea typeface="Helvetica Neue"/>
                          <a:cs typeface="Helvetica Neue"/>
                          <a:sym typeface="Helvetica Neue"/>
                        </a:rPr>
                        <a:t>单位</a:t>
                      </a:r>
                      <a:r>
                        <a:t>uWb*cm. </a:t>
                      </a:r>
                      <a:r>
                        <a:t>  </a:t>
                      </a:r>
                    </a:p>
                    <a:p>
                      <a:pPr algn="l" defTabSz="409575">
                        <a:defRPr sz="2000">
                          <a:latin typeface="Arial"/>
                          <a:ea typeface="Arial"/>
                          <a:cs typeface="Arial"/>
                          <a:sym typeface="Arial"/>
                        </a:defRPr>
                      </a:pPr>
                      <a:r>
                        <a:t>1. Saturate and magnetize non-magnetic products according to the magnetization direction; </a:t>
                      </a:r>
                      <a:endParaRPr sz="2600"/>
                    </a:p>
                    <a:p>
                      <a:pPr algn="l" defTabSz="409575">
                        <a:defRPr sz="2000">
                          <a:latin typeface="Arial"/>
                          <a:ea typeface="Arial"/>
                          <a:cs typeface="Arial"/>
                          <a:sym typeface="Arial"/>
                        </a:defRPr>
                      </a:pPr>
                      <a:r>
                        <a:t>2. As shown in Figure 1, place the magnetic steel in the measuring fixture according to the direction shown (the fixture should be designed according to the "magnet orientation is vertical"), and keep the N pole facing up during the test; </a:t>
                      </a:r>
                      <a:endParaRPr sz="2600"/>
                    </a:p>
                    <a:p>
                      <a:pPr algn="l" defTabSz="409575">
                        <a:defRPr sz="2000">
                          <a:latin typeface="Arial"/>
                          <a:ea typeface="Arial"/>
                          <a:cs typeface="Arial"/>
                          <a:sym typeface="Arial"/>
                        </a:defRPr>
                      </a:pPr>
                      <a:r>
                        <a:t>3. As shown in Figure 2, press the "Reset" button after placing the fixture flat on the coil test platform; Wait 2 seconds and then press "Zero" to reset to zero, ready to test; Then steadily pull the fixture out of the Helmholtz coil, escape distance &gt;600mm, and press the "Test" key to obtain data; </a:t>
                      </a:r>
                      <a:endParaRPr sz="2600"/>
                    </a:p>
                    <a:p>
                      <a:pPr algn="l" defTabSz="409575">
                        <a:defRPr sz="2000">
                          <a:latin typeface="Arial"/>
                          <a:ea typeface="Arial"/>
                          <a:cs typeface="Arial"/>
                          <a:sym typeface="Arial"/>
                        </a:defRPr>
                      </a:pPr>
                      <a:r>
                        <a:t>4. As shown in Figure 3, the system automatically calculates the magnetic moment MM value - unit uWb*cm.</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Constrained</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475" name="灯片编号占位符 1"/>
          <p:cNvSpPr txBox="1"/>
          <p:nvPr>
            <p:ph type="sldNum" sz="quarter" idx="2"/>
          </p:nvPr>
        </p:nvSpPr>
        <p:spPr>
          <a:xfrm>
            <a:off x="11495608" y="13073062"/>
            <a:ext cx="466351" cy="463932"/>
          </a:xfrm>
          <a:prstGeom prst="rect">
            <a:avLst/>
          </a:prstGeom>
          <a:extLst>
            <a:ext uri="{C572A759-6A51-4108-AA02-DFA0A04FC94B}">
              <ma14:wrappingTextBoxFlag xmlns:ma14="http://schemas.microsoft.com/office/mac/drawingml/2011/main" val="1"/>
            </a:ext>
          </a:extLst>
        </p:spPr>
        <p:txBody>
          <a:bodyPr/>
          <a:lstStyle>
            <a:lvl1pPr>
              <a:defRPr>
                <a:latin typeface="Arial"/>
                <a:ea typeface="Arial"/>
                <a:cs typeface="Arial"/>
                <a:sym typeface="Arial"/>
              </a:defRPr>
            </a:lvl1pPr>
          </a:lstStyle>
          <a:p>
            <a:pPr/>
            <a:fld id="{86CB4B4D-7CA3-9044-876B-883B54F8677D}" type="slidenum"/>
          </a:p>
        </p:txBody>
      </p:sp>
      <p:sp>
        <p:nvSpPr>
          <p:cNvPr id="476" name="圆角矩形"/>
          <p:cNvSpPr/>
          <p:nvPr/>
        </p:nvSpPr>
        <p:spPr>
          <a:xfrm>
            <a:off x="12163835" y="8541633"/>
            <a:ext cx="10628274" cy="2327152"/>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477" name="图片 324" descr="图片 324"/>
          <p:cNvPicPr>
            <a:picLocks noChangeAspect="1"/>
          </p:cNvPicPr>
          <p:nvPr/>
        </p:nvPicPr>
        <p:blipFill>
          <a:blip r:embed="rId2">
            <a:extLst/>
          </a:blip>
          <a:stretch>
            <a:fillRect/>
          </a:stretch>
        </p:blipFill>
        <p:spPr>
          <a:xfrm>
            <a:off x="13056517" y="8877669"/>
            <a:ext cx="1500760" cy="1655079"/>
          </a:xfrm>
          <a:prstGeom prst="rect">
            <a:avLst/>
          </a:prstGeom>
          <a:ln w="12700">
            <a:miter lim="400000"/>
          </a:ln>
        </p:spPr>
      </p:pic>
      <p:grpSp>
        <p:nvGrpSpPr>
          <p:cNvPr id="480" name="Calibration"/>
          <p:cNvGrpSpPr/>
          <p:nvPr/>
        </p:nvGrpSpPr>
        <p:grpSpPr>
          <a:xfrm>
            <a:off x="12363484" y="8634989"/>
            <a:ext cx="776915" cy="424412"/>
            <a:chOff x="0" y="0"/>
            <a:chExt cx="776914" cy="424411"/>
          </a:xfrm>
        </p:grpSpPr>
        <p:sp>
          <p:nvSpPr>
            <p:cNvPr id="478"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479" name="Pic 2"/>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2</a:t>
              </a:r>
            </a:p>
          </p:txBody>
        </p:sp>
      </p:grpSp>
      <p:pic>
        <p:nvPicPr>
          <p:cNvPr id="481" name="图片 326" descr="图片 326"/>
          <p:cNvPicPr>
            <a:picLocks noChangeAspect="1"/>
          </p:cNvPicPr>
          <p:nvPr/>
        </p:nvPicPr>
        <p:blipFill>
          <a:blip r:embed="rId3">
            <a:extLst/>
          </a:blip>
          <a:stretch>
            <a:fillRect/>
          </a:stretch>
        </p:blipFill>
        <p:spPr>
          <a:xfrm>
            <a:off x="15366973" y="8899831"/>
            <a:ext cx="2110999" cy="1533800"/>
          </a:xfrm>
          <a:prstGeom prst="rect">
            <a:avLst/>
          </a:prstGeom>
          <a:ln w="12700">
            <a:miter lim="400000"/>
          </a:ln>
        </p:spPr>
      </p:pic>
      <p:sp>
        <p:nvSpPr>
          <p:cNvPr id="482" name="Calibration"/>
          <p:cNvSpPr txBox="1"/>
          <p:nvPr/>
        </p:nvSpPr>
        <p:spPr>
          <a:xfrm>
            <a:off x="13453963"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1</a:t>
            </a:r>
          </a:p>
        </p:txBody>
      </p:sp>
      <p:sp>
        <p:nvSpPr>
          <p:cNvPr id="483" name="Calibration"/>
          <p:cNvSpPr txBox="1"/>
          <p:nvPr/>
        </p:nvSpPr>
        <p:spPr>
          <a:xfrm>
            <a:off x="16141126"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2</a:t>
            </a:r>
          </a:p>
        </p:txBody>
      </p:sp>
      <p:pic>
        <p:nvPicPr>
          <p:cNvPr id="484" name="图片 329" descr="图片 329"/>
          <p:cNvPicPr>
            <a:picLocks noChangeAspect="1"/>
          </p:cNvPicPr>
          <p:nvPr/>
        </p:nvPicPr>
        <p:blipFill>
          <a:blip r:embed="rId4">
            <a:extLst/>
          </a:blip>
          <a:stretch>
            <a:fillRect/>
          </a:stretch>
        </p:blipFill>
        <p:spPr>
          <a:xfrm>
            <a:off x="18327724" y="8932089"/>
            <a:ext cx="1240059" cy="1501541"/>
          </a:xfrm>
          <a:prstGeom prst="rect">
            <a:avLst/>
          </a:prstGeom>
          <a:ln w="12700">
            <a:miter lim="400000"/>
          </a:ln>
        </p:spPr>
      </p:pic>
      <p:pic>
        <p:nvPicPr>
          <p:cNvPr id="485" name="图片 330" descr="图片 330"/>
          <p:cNvPicPr>
            <a:picLocks noChangeAspect="1"/>
          </p:cNvPicPr>
          <p:nvPr/>
        </p:nvPicPr>
        <p:blipFill>
          <a:blip r:embed="rId3">
            <a:extLst/>
          </a:blip>
          <a:stretch>
            <a:fillRect/>
          </a:stretch>
        </p:blipFill>
        <p:spPr>
          <a:xfrm>
            <a:off x="20417536" y="8899831"/>
            <a:ext cx="2110999" cy="1533800"/>
          </a:xfrm>
          <a:prstGeom prst="rect">
            <a:avLst/>
          </a:prstGeom>
          <a:ln w="12700">
            <a:miter lim="400000"/>
          </a:ln>
        </p:spPr>
      </p:pic>
      <p:sp>
        <p:nvSpPr>
          <p:cNvPr id="486" name="Calibration"/>
          <p:cNvSpPr txBox="1"/>
          <p:nvPr/>
        </p:nvSpPr>
        <p:spPr>
          <a:xfrm>
            <a:off x="18601549"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3</a:t>
            </a:r>
          </a:p>
        </p:txBody>
      </p:sp>
      <p:sp>
        <p:nvSpPr>
          <p:cNvPr id="487" name="Calibration"/>
          <p:cNvSpPr txBox="1"/>
          <p:nvPr/>
        </p:nvSpPr>
        <p:spPr>
          <a:xfrm>
            <a:off x="21189187"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4</a:t>
            </a:r>
          </a:p>
        </p:txBody>
      </p:sp>
      <p:sp>
        <p:nvSpPr>
          <p:cNvPr id="488" name="直接箭头连接符 333"/>
          <p:cNvSpPr/>
          <p:nvPr/>
        </p:nvSpPr>
        <p:spPr>
          <a:xfrm>
            <a:off x="14722628" y="9705209"/>
            <a:ext cx="517387" cy="1"/>
          </a:xfrm>
          <a:prstGeom prst="line">
            <a:avLst/>
          </a:prstGeom>
          <a:ln w="25400">
            <a:solidFill>
              <a:srgbClr val="FF0000"/>
            </a:solidFill>
            <a:tailEnd type="triangle"/>
          </a:ln>
        </p:spPr>
        <p:txBody>
          <a:bodyPr lIns="45718" tIns="45718" rIns="45718" bIns="45718"/>
          <a:lstStyle/>
          <a:p>
            <a:pPr/>
          </a:p>
        </p:txBody>
      </p:sp>
      <p:sp>
        <p:nvSpPr>
          <p:cNvPr id="489" name="直接箭头连接符 334"/>
          <p:cNvSpPr/>
          <p:nvPr/>
        </p:nvSpPr>
        <p:spPr>
          <a:xfrm>
            <a:off x="17571831" y="9705209"/>
            <a:ext cx="517387" cy="1"/>
          </a:xfrm>
          <a:prstGeom prst="line">
            <a:avLst/>
          </a:prstGeom>
          <a:ln w="25400">
            <a:solidFill>
              <a:srgbClr val="FF0000"/>
            </a:solidFill>
            <a:tailEnd type="triangle"/>
          </a:ln>
        </p:spPr>
        <p:txBody>
          <a:bodyPr lIns="45718" tIns="45718" rIns="45718" bIns="45718"/>
          <a:lstStyle/>
          <a:p>
            <a:pPr/>
          </a:p>
        </p:txBody>
      </p:sp>
      <p:sp>
        <p:nvSpPr>
          <p:cNvPr id="490" name="直接箭头连接符 335"/>
          <p:cNvSpPr/>
          <p:nvPr/>
        </p:nvSpPr>
        <p:spPr>
          <a:xfrm>
            <a:off x="19653969" y="9705209"/>
            <a:ext cx="517387" cy="1"/>
          </a:xfrm>
          <a:prstGeom prst="line">
            <a:avLst/>
          </a:prstGeom>
          <a:ln w="25400">
            <a:solidFill>
              <a:srgbClr val="FF0000"/>
            </a:solidFill>
            <a:tailEnd type="triangle"/>
          </a:ln>
        </p:spPr>
        <p:txBody>
          <a:bodyPr lIns="45718" tIns="45718" rIns="45718" bIns="45718"/>
          <a:lstStyle/>
          <a:p>
            <a:pPr/>
          </a:p>
        </p:txBody>
      </p:sp>
      <p:sp>
        <p:nvSpPr>
          <p:cNvPr id="491" name="直接箭头连接符 336"/>
          <p:cNvSpPr/>
          <p:nvPr/>
        </p:nvSpPr>
        <p:spPr>
          <a:xfrm flipH="1">
            <a:off x="19064081" y="9473779"/>
            <a:ext cx="206956" cy="231431"/>
          </a:xfrm>
          <a:prstGeom prst="line">
            <a:avLst/>
          </a:prstGeom>
          <a:ln>
            <a:solidFill>
              <a:srgbClr val="FF0000"/>
            </a:solidFill>
            <a:headEnd type="triangle"/>
            <a:tailEnd type="triangle"/>
          </a:ln>
        </p:spPr>
        <p:txBody>
          <a:bodyPr lIns="45718" tIns="45718" rIns="45718" bIns="45718"/>
          <a:lstStyle/>
          <a:p>
            <a:pPr/>
          </a:p>
        </p:txBody>
      </p:sp>
      <p:sp>
        <p:nvSpPr>
          <p:cNvPr id="492" name="文本框 337"/>
          <p:cNvSpPr txBox="1"/>
          <p:nvPr/>
        </p:nvSpPr>
        <p:spPr>
          <a:xfrm rot="21446003">
            <a:off x="18348855" y="9754779"/>
            <a:ext cx="1228638" cy="36668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FF0000"/>
                </a:solidFill>
                <a:latin typeface="Arial"/>
                <a:ea typeface="Arial"/>
                <a:cs typeface="Arial"/>
                <a:sym typeface="Arial"/>
              </a:defRPr>
            </a:pPr>
            <a:r>
              <a:t>Escape</a:t>
            </a:r>
          </a:p>
          <a:p>
            <a:pPr>
              <a:defRPr sz="1000">
                <a:solidFill>
                  <a:srgbClr val="FF0000"/>
                </a:solidFill>
                <a:latin typeface="Arial"/>
                <a:ea typeface="Arial"/>
                <a:cs typeface="Arial"/>
                <a:sym typeface="Arial"/>
              </a:defRPr>
            </a:pPr>
            <a:r>
              <a:t> distance ≥ 600mm</a:t>
            </a:r>
          </a:p>
        </p:txBody>
      </p:sp>
      <p:sp>
        <p:nvSpPr>
          <p:cNvPr id="493" name="文本框 338"/>
          <p:cNvSpPr txBox="1"/>
          <p:nvPr/>
        </p:nvSpPr>
        <p:spPr>
          <a:xfrm>
            <a:off x="15441711" y="9766445"/>
            <a:ext cx="699416"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1.</a:t>
            </a:r>
            <a:r>
              <a:rPr>
                <a:latin typeface="Helvetica Neue Medium"/>
                <a:ea typeface="Helvetica Neue Medium"/>
                <a:cs typeface="Helvetica Neue Medium"/>
                <a:sym typeface="Helvetica Neue Medium"/>
              </a:rPr>
              <a:t>按 </a:t>
            </a:r>
            <a:r>
              <a:t>Reset  </a:t>
            </a:r>
            <a:r>
              <a:rPr>
                <a:latin typeface="Helvetica Neue Medium"/>
                <a:ea typeface="Helvetica Neue Medium"/>
                <a:cs typeface="Helvetica Neue Medium"/>
                <a:sym typeface="Helvetica Neue Medium"/>
              </a:rPr>
              <a:t>按钮</a:t>
            </a:r>
          </a:p>
        </p:txBody>
      </p:sp>
      <p:sp>
        <p:nvSpPr>
          <p:cNvPr id="494" name="文本框 339"/>
          <p:cNvSpPr txBox="1"/>
          <p:nvPr/>
        </p:nvSpPr>
        <p:spPr>
          <a:xfrm>
            <a:off x="16161966" y="9790023"/>
            <a:ext cx="699416"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2.</a:t>
            </a:r>
            <a:r>
              <a:rPr>
                <a:latin typeface="Helvetica Neue Medium"/>
                <a:ea typeface="Helvetica Neue Medium"/>
                <a:cs typeface="Helvetica Neue Medium"/>
                <a:sym typeface="Helvetica Neue Medium"/>
              </a:rPr>
              <a:t>按 </a:t>
            </a:r>
            <a:r>
              <a:t>zero  </a:t>
            </a:r>
            <a:r>
              <a:rPr>
                <a:latin typeface="Helvetica Neue Medium"/>
                <a:ea typeface="Helvetica Neue Medium"/>
                <a:cs typeface="Helvetica Neue Medium"/>
                <a:sym typeface="Helvetica Neue Medium"/>
              </a:rPr>
              <a:t>按钮</a:t>
            </a:r>
          </a:p>
        </p:txBody>
      </p:sp>
      <p:sp>
        <p:nvSpPr>
          <p:cNvPr id="495" name="直接箭头连接符 340"/>
          <p:cNvSpPr/>
          <p:nvPr/>
        </p:nvSpPr>
        <p:spPr>
          <a:xfrm>
            <a:off x="16038664" y="9666730"/>
            <a:ext cx="439586" cy="1"/>
          </a:xfrm>
          <a:prstGeom prst="line">
            <a:avLst/>
          </a:prstGeom>
          <a:ln w="12700">
            <a:solidFill>
              <a:srgbClr val="FF0000"/>
            </a:solidFill>
            <a:headEnd type="triangle"/>
            <a:tailEnd type="triangle"/>
          </a:ln>
        </p:spPr>
        <p:txBody>
          <a:bodyPr lIns="45718" tIns="45718" rIns="45718" bIns="45718"/>
          <a:lstStyle/>
          <a:p>
            <a:pPr/>
          </a:p>
        </p:txBody>
      </p:sp>
      <p:sp>
        <p:nvSpPr>
          <p:cNvPr id="496" name="直接箭头连接符 341"/>
          <p:cNvSpPr/>
          <p:nvPr/>
        </p:nvSpPr>
        <p:spPr>
          <a:xfrm flipH="1">
            <a:off x="16219287" y="9398616"/>
            <a:ext cx="203187" cy="268116"/>
          </a:xfrm>
          <a:prstGeom prst="line">
            <a:avLst/>
          </a:prstGeom>
          <a:ln w="6350">
            <a:solidFill>
              <a:srgbClr val="FF0000"/>
            </a:solidFill>
            <a:tailEnd type="triangle"/>
          </a:ln>
        </p:spPr>
        <p:txBody>
          <a:bodyPr lIns="45718" tIns="45718" rIns="45718" bIns="45718"/>
          <a:lstStyle/>
          <a:p>
            <a:pPr/>
          </a:p>
        </p:txBody>
      </p:sp>
      <p:sp>
        <p:nvSpPr>
          <p:cNvPr id="497" name="文本框 342"/>
          <p:cNvSpPr txBox="1"/>
          <p:nvPr/>
        </p:nvSpPr>
        <p:spPr>
          <a:xfrm>
            <a:off x="16381427" y="9234216"/>
            <a:ext cx="699417" cy="266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rPr>
                <a:latin typeface="Helvetica Neue Medium"/>
                <a:ea typeface="Helvetica Neue Medium"/>
                <a:cs typeface="Helvetica Neue Medium"/>
                <a:sym typeface="Helvetica Neue Medium"/>
              </a:rPr>
              <a:t>中间间隔</a:t>
            </a:r>
            <a:r>
              <a:t>2s</a:t>
            </a:r>
          </a:p>
        </p:txBody>
      </p:sp>
      <p:sp>
        <p:nvSpPr>
          <p:cNvPr id="498" name="文本框 343"/>
          <p:cNvSpPr txBox="1"/>
          <p:nvPr/>
        </p:nvSpPr>
        <p:spPr>
          <a:xfrm>
            <a:off x="21671368" y="9858858"/>
            <a:ext cx="867540"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3.</a:t>
            </a:r>
            <a:r>
              <a:rPr>
                <a:latin typeface="Helvetica Neue Medium"/>
                <a:ea typeface="Helvetica Neue Medium"/>
                <a:cs typeface="Helvetica Neue Medium"/>
                <a:sym typeface="Helvetica Neue Medium"/>
              </a:rPr>
              <a:t>拉出产品后</a:t>
            </a:r>
            <a:r>
              <a:t>;</a:t>
            </a:r>
            <a:r>
              <a:rPr>
                <a:latin typeface="Helvetica Neue Medium"/>
                <a:ea typeface="Helvetica Neue Medium"/>
                <a:cs typeface="Helvetica Neue Medium"/>
                <a:sym typeface="Helvetica Neue Medium"/>
              </a:rPr>
              <a:t>按 </a:t>
            </a:r>
            <a:r>
              <a:t>Test  </a:t>
            </a:r>
            <a:r>
              <a:rPr>
                <a:latin typeface="Helvetica Neue Medium"/>
                <a:ea typeface="Helvetica Neue Medium"/>
                <a:cs typeface="Helvetica Neue Medium"/>
                <a:sym typeface="Helvetica Neue Medium"/>
              </a:rPr>
              <a:t>按钮</a:t>
            </a:r>
          </a:p>
        </p:txBody>
      </p:sp>
      <p:sp>
        <p:nvSpPr>
          <p:cNvPr id="499" name="圆角矩形"/>
          <p:cNvSpPr/>
          <p:nvPr/>
        </p:nvSpPr>
        <p:spPr>
          <a:xfrm>
            <a:off x="12220164" y="11156170"/>
            <a:ext cx="10628273" cy="2315705"/>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500" name="图片 428" descr="图片 428"/>
          <p:cNvPicPr>
            <a:picLocks noChangeAspect="1"/>
          </p:cNvPicPr>
          <p:nvPr/>
        </p:nvPicPr>
        <p:blipFill>
          <a:blip r:embed="rId5">
            <a:extLst/>
          </a:blip>
          <a:stretch>
            <a:fillRect/>
          </a:stretch>
        </p:blipFill>
        <p:spPr>
          <a:xfrm>
            <a:off x="12472792" y="11467209"/>
            <a:ext cx="9847490" cy="863176"/>
          </a:xfrm>
          <a:prstGeom prst="rect">
            <a:avLst/>
          </a:prstGeom>
          <a:ln w="12700">
            <a:miter lim="400000"/>
          </a:ln>
        </p:spPr>
      </p:pic>
      <p:pic>
        <p:nvPicPr>
          <p:cNvPr id="501" name="图片 429" descr="图片 429"/>
          <p:cNvPicPr>
            <a:picLocks noChangeAspect="1"/>
          </p:cNvPicPr>
          <p:nvPr/>
        </p:nvPicPr>
        <p:blipFill>
          <a:blip r:embed="rId6">
            <a:extLst/>
          </a:blip>
          <a:stretch>
            <a:fillRect/>
          </a:stretch>
        </p:blipFill>
        <p:spPr>
          <a:xfrm>
            <a:off x="12466919" y="11467210"/>
            <a:ext cx="928039" cy="910869"/>
          </a:xfrm>
          <a:prstGeom prst="rect">
            <a:avLst/>
          </a:prstGeom>
          <a:ln w="12700">
            <a:miter lim="400000"/>
          </a:ln>
        </p:spPr>
      </p:pic>
      <p:sp>
        <p:nvSpPr>
          <p:cNvPr id="502" name="矩形: 圆角 26"/>
          <p:cNvSpPr/>
          <p:nvPr/>
        </p:nvSpPr>
        <p:spPr>
          <a:xfrm>
            <a:off x="16912547" y="11444544"/>
            <a:ext cx="1149025" cy="860084"/>
          </a:xfrm>
          <a:prstGeom prst="roundRect">
            <a:avLst>
              <a:gd name="adj" fmla="val 16667"/>
            </a:avLst>
          </a:prstGeom>
          <a:ln w="25400">
            <a:solidFill>
              <a:srgbClr val="FF0000"/>
            </a:solidFill>
            <a:prstDash val="dash"/>
          </a:ln>
        </p:spPr>
        <p:txBody>
          <a:bodyPr lIns="71435" tIns="71435" rIns="71435" bIns="71435" anchor="ctr"/>
          <a:lstStyle/>
          <a:p>
            <a:pPr defTabSz="821055"/>
          </a:p>
        </p:txBody>
      </p:sp>
      <p:sp>
        <p:nvSpPr>
          <p:cNvPr id="503" name="文本框 431"/>
          <p:cNvSpPr txBox="1"/>
          <p:nvPr/>
        </p:nvSpPr>
        <p:spPr>
          <a:xfrm>
            <a:off x="15842617" y="12818235"/>
            <a:ext cx="3161518" cy="419101"/>
          </a:xfrm>
          <a:prstGeom prst="rect">
            <a:avLst/>
          </a:prstGeom>
          <a:solidFill>
            <a:srgbClr val="00B050"/>
          </a:solidFill>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1800">
                <a:latin typeface="Arial"/>
                <a:ea typeface="Arial"/>
                <a:cs typeface="Arial"/>
                <a:sym typeface="Arial"/>
              </a:defRPr>
            </a:pPr>
            <a:r>
              <a:rPr>
                <a:latin typeface="Helvetica Neue Medium"/>
                <a:ea typeface="Helvetica Neue Medium"/>
                <a:cs typeface="Helvetica Neue Medium"/>
                <a:sym typeface="Helvetica Neue Medium"/>
              </a:rPr>
              <a:t>记录</a:t>
            </a:r>
            <a:r>
              <a:t>MM</a:t>
            </a:r>
            <a:r>
              <a:rPr>
                <a:latin typeface="Helvetica Neue Medium"/>
                <a:ea typeface="Helvetica Neue Medium"/>
                <a:cs typeface="Helvetica Neue Medium"/>
                <a:sym typeface="Helvetica Neue Medium"/>
              </a:rPr>
              <a:t>值</a:t>
            </a:r>
          </a:p>
        </p:txBody>
      </p:sp>
      <p:sp>
        <p:nvSpPr>
          <p:cNvPr id="504" name="直接箭头连接符 433"/>
          <p:cNvSpPr/>
          <p:nvPr/>
        </p:nvSpPr>
        <p:spPr>
          <a:xfrm flipV="1">
            <a:off x="17531432" y="12283747"/>
            <a:ext cx="1" cy="554244"/>
          </a:xfrm>
          <a:prstGeom prst="line">
            <a:avLst/>
          </a:prstGeom>
          <a:ln w="25400">
            <a:solidFill>
              <a:srgbClr val="FF0000"/>
            </a:solidFill>
            <a:tailEnd type="triangle"/>
          </a:ln>
        </p:spPr>
        <p:txBody>
          <a:bodyPr lIns="45718" tIns="45718" rIns="45718" bIns="45718"/>
          <a:lstStyle/>
          <a:p>
            <a:pPr/>
          </a:p>
        </p:txBody>
      </p:sp>
      <p:grpSp>
        <p:nvGrpSpPr>
          <p:cNvPr id="507" name="Calibration"/>
          <p:cNvGrpSpPr/>
          <p:nvPr/>
        </p:nvGrpSpPr>
        <p:grpSpPr>
          <a:xfrm>
            <a:off x="12463354" y="12584068"/>
            <a:ext cx="776915" cy="424412"/>
            <a:chOff x="0" y="0"/>
            <a:chExt cx="776914" cy="424411"/>
          </a:xfrm>
        </p:grpSpPr>
        <p:sp>
          <p:nvSpPr>
            <p:cNvPr id="505"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506" name="Pic 3"/>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3</a:t>
              </a:r>
            </a:p>
          </p:txBody>
        </p:sp>
      </p:grpSp>
      <p:sp>
        <p:nvSpPr>
          <p:cNvPr id="508"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pic>
        <p:nvPicPr>
          <p:cNvPr id="509" name="图片 2" descr="图片 2"/>
          <p:cNvPicPr>
            <a:picLocks noChangeAspect="1"/>
          </p:cNvPicPr>
          <p:nvPr/>
        </p:nvPicPr>
        <p:blipFill>
          <a:blip r:embed="rId7">
            <a:extLst/>
          </a:blip>
          <a:stretch>
            <a:fillRect/>
          </a:stretch>
        </p:blipFill>
        <p:spPr>
          <a:xfrm>
            <a:off x="3216828" y="12412129"/>
            <a:ext cx="7814537" cy="685803"/>
          </a:xfrm>
          <a:prstGeom prst="rect">
            <a:avLst/>
          </a:prstGeom>
          <a:ln>
            <a:solidFill>
              <a:srgbClr val="FF0000"/>
            </a:solidFill>
          </a:ln>
        </p:spPr>
      </p:pic>
      <p:sp>
        <p:nvSpPr>
          <p:cNvPr id="510" name="圆角矩形"/>
          <p:cNvSpPr/>
          <p:nvPr/>
        </p:nvSpPr>
        <p:spPr>
          <a:xfrm>
            <a:off x="12203231" y="6374519"/>
            <a:ext cx="10628274" cy="1995051"/>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grpSp>
        <p:nvGrpSpPr>
          <p:cNvPr id="513" name="Calibration"/>
          <p:cNvGrpSpPr/>
          <p:nvPr/>
        </p:nvGrpSpPr>
        <p:grpSpPr>
          <a:xfrm>
            <a:off x="12346551" y="6441940"/>
            <a:ext cx="776915" cy="424412"/>
            <a:chOff x="0" y="0"/>
            <a:chExt cx="776914" cy="424411"/>
          </a:xfrm>
        </p:grpSpPr>
        <p:sp>
          <p:nvSpPr>
            <p:cNvPr id="511"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512" name="Pic 1"/>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1</a:t>
              </a:r>
            </a:p>
          </p:txBody>
        </p:sp>
      </p:grpSp>
      <p:sp>
        <p:nvSpPr>
          <p:cNvPr id="514" name="箭头: 右 98"/>
          <p:cNvSpPr/>
          <p:nvPr/>
        </p:nvSpPr>
        <p:spPr>
          <a:xfrm>
            <a:off x="15481157" y="7481272"/>
            <a:ext cx="331749" cy="317439"/>
          </a:xfrm>
          <a:prstGeom prst="rightArrow">
            <a:avLst>
              <a:gd name="adj1" fmla="val 50000"/>
              <a:gd name="adj2" fmla="val 50000"/>
            </a:avLst>
          </a:prstGeom>
          <a:solidFill>
            <a:srgbClr val="FFFFFF"/>
          </a:solidFill>
          <a:ln w="25400">
            <a:solidFill>
              <a:schemeClr val="accent1"/>
            </a:solidFill>
          </a:ln>
        </p:spPr>
        <p:txBody>
          <a:bodyPr lIns="71435" tIns="71435" rIns="71435" bIns="71435" anchor="ctr"/>
          <a:lstStyle/>
          <a:p>
            <a:pPr defTabSz="821055"/>
          </a:p>
        </p:txBody>
      </p:sp>
      <p:sp>
        <p:nvSpPr>
          <p:cNvPr id="515" name="加号 95"/>
          <p:cNvSpPr/>
          <p:nvPr/>
        </p:nvSpPr>
        <p:spPr>
          <a:xfrm>
            <a:off x="18552944" y="7454714"/>
            <a:ext cx="298728" cy="298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4"/>
                </a:moveTo>
                <a:lnTo>
                  <a:pt x="7344" y="7344"/>
                </a:lnTo>
                <a:lnTo>
                  <a:pt x="7344" y="0"/>
                </a:lnTo>
                <a:lnTo>
                  <a:pt x="14256" y="0"/>
                </a:lnTo>
                <a:lnTo>
                  <a:pt x="14256" y="7344"/>
                </a:lnTo>
                <a:lnTo>
                  <a:pt x="21600" y="7344"/>
                </a:lnTo>
                <a:lnTo>
                  <a:pt x="21600" y="14256"/>
                </a:lnTo>
                <a:lnTo>
                  <a:pt x="14256" y="14256"/>
                </a:lnTo>
                <a:lnTo>
                  <a:pt x="14256" y="21600"/>
                </a:lnTo>
                <a:lnTo>
                  <a:pt x="7344" y="21600"/>
                </a:lnTo>
                <a:lnTo>
                  <a:pt x="7344" y="14256"/>
                </a:lnTo>
                <a:lnTo>
                  <a:pt x="0" y="14256"/>
                </a:lnTo>
                <a:close/>
              </a:path>
            </a:pathLst>
          </a:custGeom>
          <a:solidFill>
            <a:srgbClr val="FFFFFF"/>
          </a:solidFill>
          <a:ln w="25400">
            <a:solidFill>
              <a:schemeClr val="accent1"/>
            </a:solidFill>
          </a:ln>
        </p:spPr>
        <p:txBody>
          <a:bodyPr lIns="71435" tIns="71435" rIns="71435" bIns="71435" anchor="ctr"/>
          <a:lstStyle/>
          <a:p>
            <a:pPr defTabSz="821055"/>
          </a:p>
        </p:txBody>
      </p:sp>
      <p:grpSp>
        <p:nvGrpSpPr>
          <p:cNvPr id="526" name="组合 109"/>
          <p:cNvGrpSpPr/>
          <p:nvPr/>
        </p:nvGrpSpPr>
        <p:grpSpPr>
          <a:xfrm>
            <a:off x="20043624" y="6587432"/>
            <a:ext cx="2277508" cy="1749804"/>
            <a:chOff x="0" y="0"/>
            <a:chExt cx="2277506" cy="1749802"/>
          </a:xfrm>
        </p:grpSpPr>
        <p:pic>
          <p:nvPicPr>
            <p:cNvPr id="516" name="图片 110" descr="图片 110"/>
            <p:cNvPicPr>
              <a:picLocks noChangeAspect="1"/>
            </p:cNvPicPr>
            <p:nvPr/>
          </p:nvPicPr>
          <p:blipFill>
            <a:blip r:embed="rId8">
              <a:extLst/>
            </a:blip>
            <a:stretch>
              <a:fillRect/>
            </a:stretch>
          </p:blipFill>
          <p:spPr>
            <a:xfrm>
              <a:off x="0" y="0"/>
              <a:ext cx="1915886" cy="1431101"/>
            </a:xfrm>
            <a:prstGeom prst="rect">
              <a:avLst/>
            </a:prstGeom>
            <a:ln w="12700" cap="flat">
              <a:noFill/>
              <a:miter lim="400000"/>
            </a:ln>
            <a:effectLst/>
          </p:spPr>
        </p:pic>
        <p:grpSp>
          <p:nvGrpSpPr>
            <p:cNvPr id="525" name="组合 111"/>
            <p:cNvGrpSpPr/>
            <p:nvPr/>
          </p:nvGrpSpPr>
          <p:grpSpPr>
            <a:xfrm>
              <a:off x="729336" y="839412"/>
              <a:ext cx="1548171" cy="910391"/>
              <a:chOff x="0" y="0"/>
              <a:chExt cx="1548169" cy="910390"/>
            </a:xfrm>
          </p:grpSpPr>
          <p:sp>
            <p:nvSpPr>
              <p:cNvPr id="517" name="直接箭头连接符 112"/>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18" name="文本框 113"/>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519" name="直接箭头连接符 114"/>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20" name="文本框 115"/>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521" name="文本框 116"/>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22" name="文本框 117"/>
              <p:cNvSpPr txBox="1"/>
              <p:nvPr/>
            </p:nvSpPr>
            <p:spPr>
              <a:xfrm rot="19102681">
                <a:off x="948703" y="596250"/>
                <a:ext cx="321973"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523" name="文本框 118"/>
              <p:cNvSpPr txBox="1"/>
              <p:nvPr/>
            </p:nvSpPr>
            <p:spPr>
              <a:xfrm rot="19102681">
                <a:off x="1211799"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24" name="文本框 119"/>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grpSp>
      <p:grpSp>
        <p:nvGrpSpPr>
          <p:cNvPr id="540" name="组合 88"/>
          <p:cNvGrpSpPr/>
          <p:nvPr/>
        </p:nvGrpSpPr>
        <p:grpSpPr>
          <a:xfrm>
            <a:off x="12744383" y="6618130"/>
            <a:ext cx="2571945" cy="1704581"/>
            <a:chOff x="0" y="0"/>
            <a:chExt cx="2571943" cy="1704579"/>
          </a:xfrm>
        </p:grpSpPr>
        <p:pic>
          <p:nvPicPr>
            <p:cNvPr id="527" name="图片 89" descr="图片 89"/>
            <p:cNvPicPr>
              <a:picLocks noChangeAspect="1"/>
            </p:cNvPicPr>
            <p:nvPr/>
          </p:nvPicPr>
          <p:blipFill>
            <a:blip r:embed="rId9">
              <a:extLst/>
            </a:blip>
            <a:stretch>
              <a:fillRect/>
            </a:stretch>
          </p:blipFill>
          <p:spPr>
            <a:xfrm>
              <a:off x="528079" y="0"/>
              <a:ext cx="1647308" cy="885765"/>
            </a:xfrm>
            <a:prstGeom prst="rect">
              <a:avLst/>
            </a:prstGeom>
            <a:ln w="12700" cap="flat">
              <a:noFill/>
              <a:miter lim="400000"/>
            </a:ln>
            <a:effectLst/>
          </p:spPr>
        </p:pic>
        <p:grpSp>
          <p:nvGrpSpPr>
            <p:cNvPr id="539" name="组合 90"/>
            <p:cNvGrpSpPr/>
            <p:nvPr/>
          </p:nvGrpSpPr>
          <p:grpSpPr>
            <a:xfrm>
              <a:off x="0" y="357235"/>
              <a:ext cx="2571944" cy="1347345"/>
              <a:chOff x="0" y="0"/>
              <a:chExt cx="2571943" cy="1347344"/>
            </a:xfrm>
          </p:grpSpPr>
          <p:grpSp>
            <p:nvGrpSpPr>
              <p:cNvPr id="537" name="组合 133"/>
              <p:cNvGrpSpPr/>
              <p:nvPr/>
            </p:nvGrpSpPr>
            <p:grpSpPr>
              <a:xfrm>
                <a:off x="168037" y="0"/>
                <a:ext cx="2403905" cy="681441"/>
                <a:chOff x="0" y="0"/>
                <a:chExt cx="2403903" cy="681440"/>
              </a:xfrm>
            </p:grpSpPr>
            <p:sp>
              <p:nvSpPr>
                <p:cNvPr id="528" name="文本框 135"/>
                <p:cNvSpPr txBox="1"/>
                <p:nvPr/>
              </p:nvSpPr>
              <p:spPr>
                <a:xfrm>
                  <a:off x="2076486" y="24168"/>
                  <a:ext cx="327418" cy="299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400"/>
                  </a:lvl1pPr>
                </a:lstStyle>
                <a:p>
                  <a:pPr/>
                  <a:r>
                    <a:t>X</a:t>
                  </a:r>
                </a:p>
              </p:txBody>
            </p:sp>
            <p:sp>
              <p:nvSpPr>
                <p:cNvPr id="529" name="文本框 136"/>
                <p:cNvSpPr txBox="1"/>
                <p:nvPr/>
              </p:nvSpPr>
              <p:spPr>
                <a:xfrm>
                  <a:off x="35290" y="133787"/>
                  <a:ext cx="161199" cy="2504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vl1pPr>
                </a:lstStyle>
                <a:p>
                  <a:pPr/>
                  <a:r>
                    <a:t>Y</a:t>
                  </a:r>
                </a:p>
              </p:txBody>
            </p:sp>
            <p:sp>
              <p:nvSpPr>
                <p:cNvPr id="530" name="直接箭头连接符 137"/>
                <p:cNvSpPr/>
                <p:nvPr/>
              </p:nvSpPr>
              <p:spPr>
                <a:xfrm flipV="1">
                  <a:off x="549787" y="0"/>
                  <a:ext cx="1776874" cy="516039"/>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1" name="文本框 138"/>
                <p:cNvSpPr txBox="1"/>
                <p:nvPr/>
              </p:nvSpPr>
              <p:spPr>
                <a:xfrm rot="20892986">
                  <a:off x="1067427" y="289117"/>
                  <a:ext cx="484749"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X</a:t>
                  </a:r>
                  <a:r>
                    <a:rPr>
                      <a:latin typeface="Helvetica Neue"/>
                      <a:ea typeface="Helvetica Neue"/>
                      <a:cs typeface="Helvetica Neue"/>
                      <a:sym typeface="Helvetica Neue"/>
                    </a:rPr>
                    <a:t>尺寸</a:t>
                  </a:r>
                </a:p>
              </p:txBody>
            </p:sp>
            <p:sp>
              <p:nvSpPr>
                <p:cNvPr id="532" name="文本框 139"/>
                <p:cNvSpPr txBox="1"/>
                <p:nvPr/>
              </p:nvSpPr>
              <p:spPr>
                <a:xfrm>
                  <a:off x="545394" y="44522"/>
                  <a:ext cx="166459"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Z</a:t>
                  </a:r>
                </a:p>
              </p:txBody>
            </p:sp>
            <p:sp>
              <p:nvSpPr>
                <p:cNvPr id="533" name="直接箭头连接符 140"/>
                <p:cNvSpPr/>
                <p:nvPr/>
              </p:nvSpPr>
              <p:spPr>
                <a:xfrm flipH="1" flipV="1">
                  <a:off x="134158" y="174080"/>
                  <a:ext cx="403791" cy="343518"/>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4" name="直接箭头连接符 141"/>
                <p:cNvSpPr/>
                <p:nvPr/>
              </p:nvSpPr>
              <p:spPr>
                <a:xfrm flipV="1">
                  <a:off x="539287" y="94417"/>
                  <a:ext cx="1370" cy="426495"/>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5" name="文本框 142"/>
                <p:cNvSpPr txBox="1"/>
                <p:nvPr/>
              </p:nvSpPr>
              <p:spPr>
                <a:xfrm rot="1975604">
                  <a:off x="37077" y="292987"/>
                  <a:ext cx="48381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Y</a:t>
                  </a:r>
                  <a:r>
                    <a:rPr>
                      <a:latin typeface="Helvetica Neue"/>
                      <a:ea typeface="Helvetica Neue"/>
                      <a:cs typeface="Helvetica Neue"/>
                      <a:sym typeface="Helvetica Neue"/>
                    </a:rPr>
                    <a:t>尺寸</a:t>
                  </a:r>
                </a:p>
              </p:txBody>
            </p:sp>
            <p:sp>
              <p:nvSpPr>
                <p:cNvPr id="536" name="文本框 143"/>
                <p:cNvSpPr txBox="1"/>
                <p:nvPr/>
              </p:nvSpPr>
              <p:spPr>
                <a:xfrm>
                  <a:off x="460057" y="178467"/>
                  <a:ext cx="57241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Z</a:t>
                  </a:r>
                  <a:r>
                    <a:rPr>
                      <a:latin typeface="Helvetica Neue"/>
                      <a:ea typeface="Helvetica Neue"/>
                      <a:cs typeface="Helvetica Neue"/>
                      <a:sym typeface="Helvetica Neue"/>
                    </a:rPr>
                    <a:t>尺寸</a:t>
                  </a:r>
                </a:p>
              </p:txBody>
            </p:sp>
          </p:grpSp>
          <p:sp>
            <p:nvSpPr>
              <p:cNvPr id="538" name="文本框 134"/>
              <p:cNvSpPr txBox="1"/>
              <p:nvPr/>
            </p:nvSpPr>
            <p:spPr>
              <a:xfrm>
                <a:off x="0" y="472110"/>
                <a:ext cx="2571944" cy="87523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400">
                    <a:latin typeface="Arial"/>
                    <a:ea typeface="Arial"/>
                    <a:cs typeface="Arial"/>
                    <a:sym typeface="Arial"/>
                  </a:defRPr>
                </a:pPr>
                <a:r>
                  <a:t>Z</a:t>
                </a:r>
                <a:r>
                  <a:rPr>
                    <a:latin typeface="Helvetica Neue Medium"/>
                    <a:ea typeface="Helvetica Neue Medium"/>
                    <a:cs typeface="Helvetica Neue Medium"/>
                    <a:sym typeface="Helvetica Neue Medium"/>
                  </a:rPr>
                  <a:t>方向充磁</a:t>
                </a:r>
                <a:r>
                  <a:t>Apns</a:t>
                </a:r>
                <a:r>
                  <a:rPr>
                    <a:latin typeface="Helvetica Neue Medium"/>
                    <a:ea typeface="Helvetica Neue Medium"/>
                    <a:cs typeface="Helvetica Neue Medium"/>
                    <a:sym typeface="Helvetica Neue Medium"/>
                  </a:rPr>
                  <a:t>摆放图示</a:t>
                </a:r>
              </a:p>
              <a:p>
                <a:pPr algn="l" defTabSz="821055">
                  <a:defRPr sz="1400">
                    <a:latin typeface="Arial"/>
                    <a:ea typeface="Arial"/>
                    <a:cs typeface="Arial"/>
                    <a:sym typeface="Arial"/>
                  </a:defRPr>
                </a:pPr>
                <a:r>
                  <a:t>(</a:t>
                </a:r>
                <a:r>
                  <a:rPr>
                    <a:latin typeface="Helvetica Neue Medium"/>
                    <a:ea typeface="Helvetica Neue Medium"/>
                    <a:cs typeface="Helvetica Neue Medium"/>
                    <a:sym typeface="Helvetica Neue Medium"/>
                  </a:rPr>
                  <a:t>充成单极测试</a:t>
                </a:r>
                <a:r>
                  <a:t>,X</a:t>
                </a:r>
                <a:r>
                  <a:rPr>
                    <a:latin typeface="Helvetica Neue Medium"/>
                    <a:ea typeface="Helvetica Neue Medium"/>
                    <a:cs typeface="Helvetica Neue Medium"/>
                    <a:sym typeface="Helvetica Neue Medium"/>
                  </a:rPr>
                  <a:t>尺寸对齐</a:t>
                </a:r>
                <a:r>
                  <a:t>X</a:t>
                </a:r>
                <a:r>
                  <a:rPr>
                    <a:latin typeface="Helvetica Neue Medium"/>
                    <a:ea typeface="Helvetica Neue Medium"/>
                    <a:cs typeface="Helvetica Neue Medium"/>
                    <a:sym typeface="Helvetica Neue Medium"/>
                  </a:rPr>
                  <a:t>轴</a:t>
                </a:r>
                <a:r>
                  <a:t>,Y</a:t>
                </a:r>
                <a:r>
                  <a:rPr>
                    <a:latin typeface="Helvetica Neue Medium"/>
                    <a:ea typeface="Helvetica Neue Medium"/>
                    <a:cs typeface="Helvetica Neue Medium"/>
                    <a:sym typeface="Helvetica Neue Medium"/>
                  </a:rPr>
                  <a:t>尺寸对齐</a:t>
                </a:r>
                <a:r>
                  <a:t>Y</a:t>
                </a:r>
                <a:r>
                  <a:rPr>
                    <a:latin typeface="Helvetica Neue Medium"/>
                    <a:ea typeface="Helvetica Neue Medium"/>
                    <a:cs typeface="Helvetica Neue Medium"/>
                    <a:sym typeface="Helvetica Neue Medium"/>
                  </a:rPr>
                  <a:t>轴</a:t>
                </a:r>
                <a:r>
                  <a:t>,N</a:t>
                </a:r>
                <a:r>
                  <a:rPr>
                    <a:latin typeface="Helvetica Neue Medium"/>
                    <a:ea typeface="Helvetica Neue Medium"/>
                    <a:cs typeface="Helvetica Neue Medium"/>
                    <a:sym typeface="Helvetica Neue Medium"/>
                  </a:rPr>
                  <a:t>极朝</a:t>
                </a:r>
                <a:r>
                  <a:t>Z+</a:t>
                </a:r>
                <a:r>
                  <a:rPr>
                    <a:latin typeface="Helvetica Neue Medium"/>
                    <a:ea typeface="Helvetica Neue Medium"/>
                    <a:cs typeface="Helvetica Neue Medium"/>
                    <a:sym typeface="Helvetica Neue Medium"/>
                  </a:rPr>
                  <a:t>方向</a:t>
                </a:r>
                <a:r>
                  <a:t>)</a:t>
                </a:r>
              </a:p>
            </p:txBody>
          </p:sp>
        </p:grpSp>
      </p:grpSp>
      <p:grpSp>
        <p:nvGrpSpPr>
          <p:cNvPr id="555" name="组合 144"/>
          <p:cNvGrpSpPr/>
          <p:nvPr/>
        </p:nvGrpSpPr>
        <p:grpSpPr>
          <a:xfrm>
            <a:off x="16095800" y="6405233"/>
            <a:ext cx="2322317" cy="2085851"/>
            <a:chOff x="0" y="0"/>
            <a:chExt cx="2322315" cy="2085849"/>
          </a:xfrm>
        </p:grpSpPr>
        <p:grpSp>
          <p:nvGrpSpPr>
            <p:cNvPr id="553" name="组合 145"/>
            <p:cNvGrpSpPr/>
            <p:nvPr/>
          </p:nvGrpSpPr>
          <p:grpSpPr>
            <a:xfrm>
              <a:off x="-1" y="-1"/>
              <a:ext cx="2322317" cy="2085851"/>
              <a:chOff x="0" y="0"/>
              <a:chExt cx="2322315" cy="2085849"/>
            </a:xfrm>
          </p:grpSpPr>
          <p:pic>
            <p:nvPicPr>
              <p:cNvPr id="541" name="图片 147" descr="图片 147"/>
              <p:cNvPicPr>
                <a:picLocks noChangeAspect="1"/>
              </p:cNvPicPr>
              <p:nvPr/>
            </p:nvPicPr>
            <p:blipFill>
              <a:blip r:embed="rId10">
                <a:extLst/>
              </a:blip>
              <a:srcRect l="0" t="7882" r="0" b="0"/>
              <a:stretch>
                <a:fillRect/>
              </a:stretch>
            </p:blipFill>
            <p:spPr>
              <a:xfrm>
                <a:off x="114298" y="336407"/>
                <a:ext cx="1794688" cy="1387255"/>
              </a:xfrm>
              <a:prstGeom prst="rect">
                <a:avLst/>
              </a:prstGeom>
              <a:ln w="12700" cap="flat">
                <a:noFill/>
                <a:miter lim="400000"/>
              </a:ln>
              <a:effectLst/>
            </p:spPr>
          </p:pic>
          <p:grpSp>
            <p:nvGrpSpPr>
              <p:cNvPr id="550" name="组合 148"/>
              <p:cNvGrpSpPr/>
              <p:nvPr/>
            </p:nvGrpSpPr>
            <p:grpSpPr>
              <a:xfrm>
                <a:off x="774145" y="1175459"/>
                <a:ext cx="1548171" cy="910391"/>
                <a:chOff x="0" y="0"/>
                <a:chExt cx="1548169" cy="910390"/>
              </a:xfrm>
            </p:grpSpPr>
            <p:sp>
              <p:nvSpPr>
                <p:cNvPr id="542" name="直接箭头连接符 151"/>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43" name="文本框 152"/>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544" name="直接箭头连接符 153"/>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45" name="文本框 154"/>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546" name="文本框 155"/>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47" name="文本框 156"/>
                <p:cNvSpPr txBox="1"/>
                <p:nvPr/>
              </p:nvSpPr>
              <p:spPr>
                <a:xfrm rot="19102681">
                  <a:off x="948703" y="596250"/>
                  <a:ext cx="321974"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548" name="文本框 157"/>
                <p:cNvSpPr txBox="1"/>
                <p:nvPr/>
              </p:nvSpPr>
              <p:spPr>
                <a:xfrm rot="19102681">
                  <a:off x="1211800"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49" name="文本框 158"/>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sp>
            <p:nvSpPr>
              <p:cNvPr id="551" name="文本框 149"/>
              <p:cNvSpPr txBox="1"/>
              <p:nvPr/>
            </p:nvSpPr>
            <p:spPr>
              <a:xfrm>
                <a:off x="0" y="0"/>
                <a:ext cx="1561732"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200">
                    <a:solidFill>
                      <a:srgbClr val="0432FF"/>
                    </a:solidFill>
                    <a:latin typeface="Arial"/>
                    <a:ea typeface="Arial"/>
                    <a:cs typeface="Arial"/>
                    <a:sym typeface="Arial"/>
                  </a:defRPr>
                </a:pPr>
                <a:r>
                  <a:t>N</a:t>
                </a:r>
                <a:r>
                  <a:rPr>
                    <a:latin typeface="Helvetica Neue Medium"/>
                    <a:ea typeface="Helvetica Neue Medium"/>
                    <a:cs typeface="Helvetica Neue Medium"/>
                    <a:sym typeface="Helvetica Neue Medium"/>
                  </a:rPr>
                  <a:t>极朝上：</a:t>
                </a:r>
                <a:r>
                  <a:t>N pole up </a:t>
                </a:r>
              </a:p>
            </p:txBody>
          </p:sp>
          <p:sp>
            <p:nvSpPr>
              <p:cNvPr id="552" name="直接箭头连接符 150"/>
              <p:cNvSpPr/>
              <p:nvPr/>
            </p:nvSpPr>
            <p:spPr>
              <a:xfrm flipH="1">
                <a:off x="683932" y="369563"/>
                <a:ext cx="1" cy="28800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554" name="图片 146" descr="图片 146"/>
            <p:cNvPicPr>
              <a:picLocks noChangeAspect="1"/>
            </p:cNvPicPr>
            <p:nvPr/>
          </p:nvPicPr>
          <p:blipFill>
            <a:blip r:embed="rId9">
              <a:extLst/>
            </a:blip>
            <a:stretch>
              <a:fillRect/>
            </a:stretch>
          </p:blipFill>
          <p:spPr>
            <a:xfrm>
              <a:off x="552145" y="263601"/>
              <a:ext cx="166308" cy="89425"/>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557" name="表格"/>
          <p:cNvGraphicFramePr/>
          <p:nvPr/>
        </p:nvGraphicFramePr>
        <p:xfrm>
          <a:off x="771523" y="1858442"/>
          <a:ext cx="22805653" cy="1177450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981090"/>
                <a:gridCol w="10824562"/>
              </a:tblGrid>
              <a:tr h="648201">
                <a:tc gridSpan="2">
                  <a:txBody>
                    <a:bodyPr/>
                    <a:lstStyle/>
                    <a:p>
                      <a:pPr algn="l" defTabSz="409575">
                        <a:defRPr sz="1800"/>
                      </a:pPr>
                      <a:r>
                        <a:rPr sz="2800">
                          <a:latin typeface="Arial"/>
                          <a:ea typeface="Arial"/>
                          <a:cs typeface="Arial"/>
                          <a:sym typeface="Arial"/>
                        </a:rPr>
                        <a:t>Flux Density Test: FAI 11~FAI 14/SPC K~M: See Table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8934">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87369">
                <a:tc>
                  <a:txBody>
                    <a:bodyPr/>
                    <a:lstStyle/>
                    <a:p>
                      <a:pPr algn="l" defTabSz="977900">
                        <a:defRPr sz="2000">
                          <a:latin typeface="Arial"/>
                          <a:ea typeface="Arial"/>
                          <a:cs typeface="Arial"/>
                          <a:sym typeface="Arial"/>
                        </a:defRPr>
                      </a:pPr>
                      <a:r>
                        <a:t>1 . Measurement Method </a:t>
                      </a:r>
                      <a:r>
                        <a:rPr>
                          <a:latin typeface="Helvetica Neue"/>
                          <a:ea typeface="Helvetica Neue"/>
                          <a:cs typeface="Helvetica Neue"/>
                          <a:sym typeface="Helvetica Neue"/>
                        </a:rPr>
                        <a:t>：</a:t>
                      </a:r>
                      <a:r>
                        <a:t>MagScanner</a:t>
                      </a:r>
                    </a:p>
                    <a:p>
                      <a:pPr algn="l" defTabSz="409575">
                        <a:defRPr sz="2000">
                          <a:latin typeface="Arial"/>
                          <a:ea typeface="Arial"/>
                          <a:cs typeface="Arial"/>
                          <a:sym typeface="Arial"/>
                        </a:defRPr>
                      </a:pPr>
                      <a:r>
                        <a:t>2.  </a:t>
                      </a:r>
                      <a:r>
                        <a:t>Fixture </a:t>
                      </a:r>
                      <a:r>
                        <a:rPr>
                          <a:latin typeface="Helvetica Neue"/>
                          <a:ea typeface="Helvetica Neue"/>
                          <a:cs typeface="Helvetica Neue"/>
                          <a:sym typeface="Helvetica Neue"/>
                        </a:rPr>
                        <a:t>：</a:t>
                      </a:r>
                      <a:r>
                        <a:t>/</a:t>
                      </a:r>
                    </a:p>
                    <a:p>
                      <a:pPr algn="l" defTabSz="409575">
                        <a:defRPr sz="2000">
                          <a:latin typeface="Arial"/>
                          <a:ea typeface="Arial"/>
                          <a:cs typeface="Arial"/>
                          <a:sym typeface="Arial"/>
                        </a:defRPr>
                      </a:pPr>
                      <a:r>
                        <a:t>3.  Measurement status </a:t>
                      </a:r>
                      <a:r>
                        <a:rPr>
                          <a:latin typeface="Helvetica Neue"/>
                          <a:ea typeface="Helvetica Neue"/>
                          <a:cs typeface="Helvetica Neue"/>
                          <a:sym typeface="Helvetica Neue"/>
                        </a:rPr>
                        <a:t>：</a:t>
                      </a:r>
                      <a:r>
                        <a:t>Free</a:t>
                      </a:r>
                    </a:p>
                    <a:p>
                      <a:pPr algn="l" defTabSz="409575">
                        <a:defRPr sz="2000">
                          <a:latin typeface="Arial"/>
                          <a:ea typeface="Arial"/>
                          <a:cs typeface="Arial"/>
                          <a:sym typeface="Arial"/>
                        </a:defRPr>
                      </a:pPr>
                      <a:r>
                        <a:t>4.  Measurement procedure</a:t>
                      </a:r>
                      <a:r>
                        <a:rPr>
                          <a:latin typeface="Helvetica Neue"/>
                          <a:ea typeface="Helvetica Neue"/>
                          <a:cs typeface="Helvetica Neue"/>
                          <a:sym typeface="Helvetica Neue"/>
                        </a:rPr>
                        <a:t>：</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977900">
                        <a:defRPr sz="2000">
                          <a:latin typeface="Arial"/>
                          <a:ea typeface="Arial"/>
                          <a:cs typeface="Arial"/>
                          <a:sym typeface="Arial"/>
                        </a:defRPr>
                      </a:pPr>
                      <a:r>
                        <a:t>1 . Measurement Method </a:t>
                      </a:r>
                      <a:r>
                        <a:rPr>
                          <a:latin typeface="Helvetica Neue"/>
                          <a:ea typeface="Helvetica Neue"/>
                          <a:cs typeface="Helvetica Neue"/>
                          <a:sym typeface="Helvetica Neue"/>
                        </a:rPr>
                        <a:t>：</a:t>
                      </a:r>
                      <a:r>
                        <a:t>MagScanner</a:t>
                      </a:r>
                    </a:p>
                    <a:p>
                      <a:pPr algn="l" defTabSz="409575">
                        <a:defRPr sz="2000">
                          <a:latin typeface="Arial"/>
                          <a:ea typeface="Arial"/>
                          <a:cs typeface="Arial"/>
                          <a:sym typeface="Arial"/>
                        </a:defRPr>
                      </a:pPr>
                      <a:r>
                        <a:t>2.  </a:t>
                      </a:r>
                      <a:r>
                        <a:t>Fixture </a:t>
                      </a:r>
                      <a:r>
                        <a:rPr>
                          <a:latin typeface="Helvetica Neue"/>
                          <a:ea typeface="Helvetica Neue"/>
                          <a:cs typeface="Helvetica Neue"/>
                          <a:sym typeface="Helvetica Neue"/>
                        </a:rPr>
                        <a:t>：</a:t>
                      </a:r>
                      <a:r>
                        <a:t>/</a:t>
                      </a:r>
                    </a:p>
                    <a:p>
                      <a:pPr algn="l" defTabSz="409575">
                        <a:defRPr sz="2000">
                          <a:latin typeface="Arial"/>
                          <a:ea typeface="Arial"/>
                          <a:cs typeface="Arial"/>
                          <a:sym typeface="Arial"/>
                        </a:defRPr>
                      </a:pPr>
                      <a:r>
                        <a:t>3.  Measurement status </a:t>
                      </a:r>
                      <a:r>
                        <a:rPr>
                          <a:latin typeface="Helvetica Neue"/>
                          <a:ea typeface="Helvetica Neue"/>
                          <a:cs typeface="Helvetica Neue"/>
                          <a:sym typeface="Helvetica Neue"/>
                        </a:rPr>
                        <a:t>：</a:t>
                      </a:r>
                      <a:r>
                        <a:t>Free</a:t>
                      </a:r>
                    </a:p>
                    <a:p>
                      <a:pPr algn="l" defTabSz="409575">
                        <a:defRPr sz="2000">
                          <a:latin typeface="Arial"/>
                          <a:ea typeface="Arial"/>
                          <a:cs typeface="Arial"/>
                          <a:sym typeface="Arial"/>
                        </a:defRPr>
                      </a:pPr>
                      <a:r>
                        <a:t>4.  Measurement procedure </a:t>
                      </a:r>
                      <a:r>
                        <a:rPr>
                          <a:latin typeface="Helvetica Neue"/>
                          <a:ea typeface="Helvetica Neue"/>
                          <a:cs typeface="Helvetica Neue"/>
                          <a:sym typeface="Helvetica Neue"/>
                        </a:rPr>
                        <a:t>：</a:t>
                      </a:r>
                      <a:r>
                        <a:t>Same as the </a:t>
                      </a:r>
                      <a:r>
                        <a:t>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558"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sp>
        <p:nvSpPr>
          <p:cNvPr id="559" name="灯片编号占位符 1"/>
          <p:cNvSpPr txBox="1"/>
          <p:nvPr>
            <p:ph type="sldNum" sz="quarter" idx="2"/>
          </p:nvPr>
        </p:nvSpPr>
        <p:spPr>
          <a:xfrm>
            <a:off x="12198353" y="12967578"/>
            <a:ext cx="466265"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560" name="表格 1"/>
          <p:cNvGraphicFramePr/>
          <p:nvPr/>
        </p:nvGraphicFramePr>
        <p:xfrm>
          <a:off x="928135" y="4513555"/>
          <a:ext cx="22418401" cy="8284361"/>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9425540"/>
                <a:gridCol w="2411946"/>
                <a:gridCol w="10580914"/>
              </a:tblGrid>
              <a:tr h="1953792">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600">
                          <a:latin typeface="Arial"/>
                          <a:ea typeface="Arial"/>
                          <a:cs typeface="Arial"/>
                          <a:sym typeface="Arial"/>
                        </a:defRPr>
                      </a:pPr>
                      <a:r>
                        <a:rPr>
                          <a:latin typeface="Helvetica Neue"/>
                          <a:ea typeface="Helvetica Neue"/>
                          <a:cs typeface="Helvetica Neue"/>
                          <a:sym typeface="Helvetica Neue"/>
                        </a:rPr>
                        <a:t>零件放置方法：</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t>S</a:t>
                      </a:r>
                      <a:r>
                        <a:rPr>
                          <a:latin typeface="Helvetica Neue"/>
                          <a:ea typeface="Helvetica Neue"/>
                          <a:cs typeface="Helvetica Neue"/>
                          <a:sym typeface="Helvetica Neue"/>
                        </a:rPr>
                        <a:t>极面朝左，产品直接对准</a:t>
                      </a:r>
                      <a:r>
                        <a:t>“</a:t>
                      </a:r>
                      <a:r>
                        <a:t>L”</a:t>
                      </a:r>
                      <a:r>
                        <a:rPr>
                          <a:latin typeface="Helvetica Neue"/>
                          <a:ea typeface="Helvetica Neue"/>
                          <a:cs typeface="Helvetica Neue"/>
                          <a:sym typeface="Helvetica Neue"/>
                        </a:rPr>
                        <a:t>，不需要固定装置或吸盘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latin typeface="Arial"/>
                          <a:ea typeface="Arial"/>
                          <a:cs typeface="Arial"/>
                          <a:sym typeface="Arial"/>
                        </a:defRPr>
                      </a:pPr>
                      <a:r>
                        <a:t>Part placement method:</a:t>
                      </a:r>
                      <a:endParaRPr sz="16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Arial"/>
                          <a:ea typeface="Arial"/>
                          <a:cs typeface="Arial"/>
                          <a:sym typeface="Arial"/>
                        </a:defRPr>
                      </a:pPr>
                      <a:r>
                        <a:t>S pole facing to the left , Product is directly aligned with the  </a:t>
                      </a:r>
                      <a:endParaRPr sz="16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Arial"/>
                          <a:ea typeface="Arial"/>
                          <a:cs typeface="Arial"/>
                          <a:sym typeface="Arial"/>
                        </a:defRPr>
                      </a:pPr>
                      <a:r>
                        <a:t>"L" without the need for fixtures or suction</a:t>
                      </a:r>
                    </a:p>
                  </a:txBody>
                  <a:tcPr marL="0" marR="0" marT="0" marB="0" anchor="t" anchorCtr="0" horzOverflow="overflow">
                    <a:lnL w="25400">
                      <a:solidFill>
                        <a:srgbClr val="000000"/>
                      </a:solidFill>
                      <a:miter lim="400000"/>
                    </a:lnL>
                    <a:lnR w="25400">
                      <a:solidFill>
                        <a:srgbClr val="535353"/>
                      </a:solidFill>
                      <a:miter lim="400000"/>
                    </a:lnR>
                    <a:lnT w="25400">
                      <a:solidFill>
                        <a:srgbClr val="000000"/>
                      </a:solidFill>
                      <a:miter lim="400000"/>
                    </a:lnT>
                    <a:lnB w="25400">
                      <a:solidFill>
                        <a:srgbClr val="535353"/>
                      </a:solidFill>
                      <a:miter lim="400000"/>
                    </a:lnB>
                    <a:noFill/>
                  </a:tcPr>
                </a:tc>
                <a:tc>
                  <a:txBody>
                    <a:bodyPr/>
                    <a:lstStyle/>
                    <a:p>
                      <a:pPr algn="l" defTabSz="1221738">
                        <a:defRPr b="1" sz="1200">
                          <a:latin typeface="Arial"/>
                          <a:ea typeface="Arial"/>
                          <a:cs typeface="Arial"/>
                          <a:sym typeface="Arial"/>
                        </a:defRPr>
                      </a:pPr>
                      <a:r>
                        <a:t>Key Parameter:</a:t>
                      </a:r>
                      <a:endParaRPr sz="20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1.Test distance: 4.75mm</a:t>
                      </a:r>
                      <a:endParaRPr sz="2000"/>
                    </a:p>
                  </a:txBody>
                  <a:tcPr marL="0" marR="0" marT="0" marB="0" anchor="t" anchorCtr="0" horzOverflow="overflow">
                    <a:lnL w="25400">
                      <a:solidFill>
                        <a:srgbClr val="535353"/>
                      </a:solidFill>
                      <a:miter lim="400000"/>
                    </a:lnL>
                    <a:lnR w="25400">
                      <a:solidFill>
                        <a:srgbClr val="535353"/>
                      </a:solidFill>
                      <a:miter lim="400000"/>
                    </a:lnR>
                    <a:lnT w="25400">
                      <a:solidFill>
                        <a:srgbClr val="000000"/>
                      </a:solidFill>
                      <a:miter lim="400000"/>
                    </a:lnT>
                    <a:lnB w="25400">
                      <a:solidFill>
                        <a:srgbClr val="535353"/>
                      </a:solidFill>
                      <a:miter lim="400000"/>
                    </a:lnB>
                    <a:noFill/>
                  </a:tcPr>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Arial"/>
                          <a:ea typeface="Arial"/>
                          <a:cs typeface="Arial"/>
                          <a:sym typeface="Arial"/>
                        </a:defRPr>
                      </a:pPr>
                      <a:r>
                        <a:t>Drawing</a:t>
                      </a:r>
                      <a:r>
                        <a:t>:</a:t>
                      </a:r>
                    </a:p>
                  </a:txBody>
                  <a:tcPr marL="0" marR="0" marT="0" marB="0" anchor="t" anchorCtr="0" horzOverflow="overflow">
                    <a:lnL w="25400">
                      <a:solidFill>
                        <a:srgbClr val="535353"/>
                      </a:solidFill>
                      <a:miter lim="400000"/>
                    </a:lnL>
                    <a:lnR w="25400">
                      <a:solidFill>
                        <a:srgbClr val="000000"/>
                      </a:solidFill>
                      <a:miter lim="400000"/>
                    </a:lnR>
                    <a:lnT w="25400">
                      <a:solidFill>
                        <a:srgbClr val="000000"/>
                      </a:solidFill>
                      <a:miter lim="400000"/>
                    </a:lnT>
                    <a:lnB w="25400">
                      <a:solidFill>
                        <a:srgbClr val="535353"/>
                      </a:solidFill>
                      <a:miter lim="400000"/>
                    </a:lnB>
                    <a:noFill/>
                  </a:tcPr>
                </a:tc>
              </a:tr>
              <a:tr h="4448378">
                <a:tc gridSpan="2">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rPr>
                          <a:latin typeface="Helvetica Neue"/>
                          <a:ea typeface="Helvetica Neue"/>
                          <a:cs typeface="Helvetica Neue"/>
                          <a:sym typeface="Helvetica Neue"/>
                        </a:rPr>
                        <a:t>扫描路径和编程</a:t>
                      </a:r>
                      <a:r>
                        <a:t>: </a:t>
                      </a:r>
                      <a:endParaRPr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L1</a:t>
                      </a:r>
                      <a:r>
                        <a:rPr>
                          <a:latin typeface="Helvetica Neue"/>
                          <a:ea typeface="Helvetica Neue"/>
                          <a:cs typeface="Helvetica Neue"/>
                          <a:sym typeface="Helvetica Neue"/>
                        </a:rPr>
                        <a:t>：起始点：</a:t>
                      </a:r>
                      <a:r>
                        <a:t>(3.20,6)</a:t>
                      </a:r>
                      <a:r>
                        <a:rPr>
                          <a:latin typeface="Helvetica Neue"/>
                          <a:ea typeface="Helvetica Neue"/>
                          <a:cs typeface="Helvetica Neue"/>
                          <a:sym typeface="Helvetica Neue"/>
                        </a:rPr>
                        <a:t>，结束点：</a:t>
                      </a:r>
                      <a:r>
                        <a:t>(3.20,-12)</a:t>
                      </a:r>
                      <a:r>
                        <a:rPr>
                          <a:latin typeface="Helvetica Neue"/>
                          <a:ea typeface="Helvetica Neue"/>
                          <a:cs typeface="Helvetica Neue"/>
                          <a:sym typeface="Helvetica Neue"/>
                        </a:rPr>
                        <a:t>；输出最大 </a:t>
                      </a:r>
                      <a:r>
                        <a:t>BZ_A1 </a:t>
                      </a:r>
                      <a:r>
                        <a:rPr>
                          <a:latin typeface="Helvetica Neue"/>
                          <a:ea typeface="Helvetica Neue"/>
                          <a:cs typeface="Helvetica Neue"/>
                          <a:sym typeface="Helvetica Neue"/>
                        </a:rPr>
                        <a:t>值； </a:t>
                      </a:r>
                      <a:r>
                        <a:t> </a:t>
                      </a:r>
                      <a:endParaRPr b="1"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L2</a:t>
                      </a:r>
                      <a:r>
                        <a:rPr>
                          <a:latin typeface="Helvetica Neue"/>
                          <a:ea typeface="Helvetica Neue"/>
                          <a:cs typeface="Helvetica Neue"/>
                          <a:sym typeface="Helvetica Neue"/>
                        </a:rPr>
                        <a:t>：起始点：</a:t>
                      </a:r>
                      <a:r>
                        <a:t>(10.90,6)</a:t>
                      </a:r>
                      <a:r>
                        <a:rPr>
                          <a:latin typeface="Helvetica Neue"/>
                          <a:ea typeface="Helvetica Neue"/>
                          <a:cs typeface="Helvetica Neue"/>
                          <a:sym typeface="Helvetica Neue"/>
                        </a:rPr>
                        <a:t>，结束点：</a:t>
                      </a:r>
                      <a:r>
                        <a:t>(10.90,-12)</a:t>
                      </a:r>
                      <a:r>
                        <a:rPr>
                          <a:latin typeface="Helvetica Neue"/>
                          <a:ea typeface="Helvetica Neue"/>
                          <a:cs typeface="Helvetica Neue"/>
                          <a:sym typeface="Helvetica Neue"/>
                        </a:rPr>
                        <a:t>；输出最大 </a:t>
                      </a:r>
                      <a:r>
                        <a:t>BZ_A2 </a:t>
                      </a:r>
                      <a:r>
                        <a:rPr>
                          <a:latin typeface="Helvetica Neue"/>
                          <a:ea typeface="Helvetica Neue"/>
                          <a:cs typeface="Helvetica Neue"/>
                          <a:sym typeface="Helvetica Neue"/>
                        </a:rPr>
                        <a:t>值；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L3</a:t>
                      </a:r>
                      <a:r>
                        <a:rPr>
                          <a:latin typeface="Helvetica Neue"/>
                          <a:ea typeface="Helvetica Neue"/>
                          <a:cs typeface="Helvetica Neue"/>
                          <a:sym typeface="Helvetica Neue"/>
                        </a:rPr>
                        <a:t>：起始点：</a:t>
                      </a:r>
                      <a:r>
                        <a:t>(-6,0.9)</a:t>
                      </a:r>
                      <a:r>
                        <a:rPr>
                          <a:latin typeface="Helvetica Neue"/>
                          <a:ea typeface="Helvetica Neue"/>
                          <a:cs typeface="Helvetica Neue"/>
                          <a:sym typeface="Helvetica Neue"/>
                        </a:rPr>
                        <a:t>，结束点：</a:t>
                      </a:r>
                      <a:r>
                        <a:t>(24,0.9)</a:t>
                      </a:r>
                      <a:r>
                        <a:rPr>
                          <a:latin typeface="Helvetica Neue"/>
                          <a:ea typeface="Helvetica Neue"/>
                          <a:cs typeface="Helvetica Neue"/>
                          <a:sym typeface="Helvetica Neue"/>
                        </a:rPr>
                        <a:t>；输出最大 </a:t>
                      </a:r>
                      <a:r>
                        <a:t>Bxy </a:t>
                      </a:r>
                      <a:r>
                        <a:rPr>
                          <a:latin typeface="Helvetica Neue"/>
                          <a:ea typeface="Helvetica Neue"/>
                          <a:cs typeface="Helvetica Neue"/>
                          <a:sym typeface="Helvetica Neue"/>
                        </a:rPr>
                        <a:t>值，即当 </a:t>
                      </a:r>
                      <a:r>
                        <a:t>BZ </a:t>
                      </a:r>
                      <a:r>
                        <a:rPr>
                          <a:latin typeface="Helvetica Neue"/>
                          <a:ea typeface="Helvetica Neue"/>
                          <a:cs typeface="Helvetica Neue"/>
                          <a:sym typeface="Helvetica Neue"/>
                        </a:rPr>
                        <a:t>为 </a:t>
                      </a:r>
                      <a:r>
                        <a:t>0 </a:t>
                      </a:r>
                      <a:r>
                        <a:rPr>
                          <a:latin typeface="Helvetica Neue"/>
                          <a:ea typeface="Helvetica Neue"/>
                          <a:cs typeface="Helvetica Neue"/>
                          <a:sym typeface="Helvetica Neue"/>
                        </a:rPr>
                        <a:t>时的位置，以及 </a:t>
                      </a:r>
                      <a:r>
                        <a:t>P1/P2 </a:t>
                      </a:r>
                      <a:r>
                        <a:rPr>
                          <a:latin typeface="Helvetica Neue"/>
                          <a:ea typeface="Helvetica Neue"/>
                          <a:cs typeface="Helvetica Neue"/>
                          <a:sym typeface="Helvetica Neue"/>
                        </a:rPr>
                        <a:t>的位置；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solidFill>
                            <a:srgbClr val="0432FF"/>
                          </a:solidFill>
                          <a:latin typeface="Arial"/>
                          <a:ea typeface="Arial"/>
                          <a:cs typeface="Arial"/>
                          <a:sym typeface="Arial"/>
                        </a:defRPr>
                      </a:pPr>
                      <a:r>
                        <a:rPr>
                          <a:latin typeface="Helvetica Neue"/>
                          <a:ea typeface="Helvetica Neue"/>
                          <a:cs typeface="Helvetica Neue"/>
                          <a:sym typeface="Helvetica Neue"/>
                        </a:rPr>
                        <a:t>关键信息：传感器以工件表面作为 </a:t>
                      </a:r>
                      <a:r>
                        <a:t>Z0 </a:t>
                      </a:r>
                      <a:r>
                        <a:rPr>
                          <a:latin typeface="Helvetica Neue"/>
                          <a:ea typeface="Helvetica Neue"/>
                          <a:cs typeface="Helvetica Neue"/>
                          <a:sym typeface="Helvetica Neue"/>
                        </a:rPr>
                        <a:t>点向上移动 </a:t>
                      </a:r>
                      <a:r>
                        <a:t>4.75 </a:t>
                      </a:r>
                      <a:r>
                        <a:rPr>
                          <a:latin typeface="Helvetica Neue"/>
                          <a:ea typeface="Helvetica Neue"/>
                          <a:cs typeface="Helvetica Neue"/>
                          <a:sym typeface="Helvetica Neue"/>
                        </a:rPr>
                        <a:t>毫米</a:t>
                      </a:r>
                      <a:r>
                        <a:t>.</a:t>
                      </a:r>
                      <a:r>
                        <a:t>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t>Scan path and programing:S</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L1: Start :(3.20,6), End :(3.20,-12); Output Max BZ_A1;</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L2: Start :(10.90,6), End :(10.90,-12); Output Max BZ_A2;</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L3: Start :(-6,0.9), End :(24,0.9); Output Max Bxy, the position when BZ=0, the positions of P1/P2;</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solidFill>
                            <a:srgbClr val="0432FF"/>
                          </a:solidFill>
                          <a:latin typeface="Arial"/>
                          <a:ea typeface="Arial"/>
                          <a:cs typeface="Arial"/>
                          <a:sym typeface="Arial"/>
                        </a:defRPr>
                      </a:pPr>
                      <a:r>
                        <a:t>Key information: The sensor moves upward by 4.75mm with the tooling surface as the Z0 point.</a:t>
                      </a:r>
                    </a:p>
                  </a:txBody>
                  <a:tcPr marL="0" marR="0" marT="0" marB="0" anchor="t" anchorCtr="0" horzOverflow="overflow">
                    <a:lnL w="25400">
                      <a:solidFill>
                        <a:srgbClr val="000000"/>
                      </a:solidFill>
                      <a:miter lim="400000"/>
                    </a:lnL>
                    <a:lnR w="25400">
                      <a:solidFill>
                        <a:srgbClr val="535353"/>
                      </a:solidFill>
                      <a:miter lim="400000"/>
                    </a:lnR>
                    <a:lnT w="25400">
                      <a:solidFill>
                        <a:srgbClr val="535353"/>
                      </a:solidFill>
                      <a:miter lim="400000"/>
                    </a:lnT>
                    <a:lnB w="25400">
                      <a:solidFill>
                        <a:srgbClr val="535353"/>
                      </a:solidFill>
                      <a:miter lim="400000"/>
                    </a:lnB>
                    <a:noFill/>
                  </a:tcPr>
                </a:tc>
                <a:tc hMerge="1">
                  <a:tcPr/>
                </a:tc>
                <a:tc rowSpan="2">
                  <a:txBody>
                    <a:bodyPr/>
                    <a:lstStyle/>
                    <a:p>
                      <a:pPr>
                        <a:defRPr>
                          <a:sym typeface="Helvetica Neue"/>
                        </a:defRPr>
                      </a:pPr>
                    </a:p>
                  </a:txBody>
                  <a:tcPr marL="0" marR="0" marT="0" marB="0" anchor="t" anchorCtr="0" horzOverflow="overflow">
                    <a:lnL w="25400">
                      <a:solidFill>
                        <a:srgbClr val="535353"/>
                      </a:solidFill>
                      <a:miter lim="400000"/>
                    </a:lnL>
                    <a:lnR w="25400">
                      <a:solidFill>
                        <a:srgbClr val="000000"/>
                      </a:solidFill>
                      <a:miter lim="400000"/>
                    </a:lnR>
                    <a:lnT w="25400">
                      <a:solidFill>
                        <a:srgbClr val="535353"/>
                      </a:solidFill>
                      <a:miter lim="400000"/>
                    </a:lnT>
                    <a:lnB w="25400">
                      <a:solidFill>
                        <a:srgbClr val="000000"/>
                      </a:solidFill>
                      <a:miter lim="400000"/>
                    </a:lnB>
                    <a:noFill/>
                  </a:tcPr>
                </a:tc>
              </a:tr>
              <a:tr h="1882190">
                <a:tc gridSpan="2">
                  <a:txBody>
                    <a:bodyPr/>
                    <a:lstStyle/>
                    <a:p>
                      <a:pPr algn="l">
                        <a:defRPr b="1" sz="1800">
                          <a:latin typeface="Arial"/>
                          <a:ea typeface="Arial"/>
                          <a:cs typeface="Arial"/>
                          <a:sym typeface="Arial"/>
                        </a:defRPr>
                      </a:pPr>
                      <a:r>
                        <a:rPr>
                          <a:latin typeface="Helvetica Neue"/>
                          <a:ea typeface="Helvetica Neue"/>
                          <a:cs typeface="Helvetica Neue"/>
                          <a:sym typeface="Helvetica Neue"/>
                        </a:rPr>
                        <a:t>测试结果保存：</a:t>
                      </a:r>
                      <a:endParaRPr>
                        <a:latin typeface="Helvetica Neue"/>
                        <a:ea typeface="Helvetica Neue"/>
                        <a:cs typeface="Helvetica Neue"/>
                        <a:sym typeface="Helvetica Neue"/>
                      </a:endParaRPr>
                    </a:p>
                    <a:p>
                      <a:pPr algn="l">
                        <a:defRPr sz="1800">
                          <a:latin typeface="Arial"/>
                          <a:ea typeface="Arial"/>
                          <a:cs typeface="Arial"/>
                          <a:sym typeface="Arial"/>
                        </a:defRPr>
                      </a:pPr>
                      <a:r>
                        <a:rPr sz="1400">
                          <a:latin typeface="Helvetica Neue"/>
                          <a:ea typeface="Helvetica Neue"/>
                          <a:cs typeface="Helvetica Neue"/>
                          <a:sym typeface="Helvetica Neue"/>
                        </a:rPr>
                        <a:t>数据格式：</a:t>
                      </a:r>
                      <a:r>
                        <a:rPr sz="1400"/>
                        <a:t>“</a:t>
                      </a:r>
                      <a:r>
                        <a:rPr sz="1400"/>
                        <a:t>Time+d”.csv</a:t>
                      </a:r>
                      <a:r>
                        <a:rPr sz="1400">
                          <a:latin typeface="Helvetica Neue"/>
                          <a:ea typeface="Helvetica Neue"/>
                          <a:cs typeface="Helvetica Neue"/>
                          <a:sym typeface="Helvetica Neue"/>
                        </a:rPr>
                        <a:t>，一扫描一</a:t>
                      </a:r>
                      <a:r>
                        <a:rPr sz="1400"/>
                        <a:t>csv</a:t>
                      </a:r>
                      <a:r>
                        <a:rPr sz="1400">
                          <a:latin typeface="Helvetica Neue"/>
                          <a:ea typeface="Helvetica Neue"/>
                          <a:cs typeface="Helvetica Neue"/>
                          <a:sym typeface="Helvetica Neue"/>
                        </a:rPr>
                        <a:t>数据；</a:t>
                      </a:r>
                      <a:endParaRPr sz="1400">
                        <a:latin typeface="Helvetica Neue"/>
                        <a:ea typeface="Helvetica Neue"/>
                        <a:cs typeface="Helvetica Neue"/>
                        <a:sym typeface="Helvetica Neue"/>
                      </a:endParaRPr>
                    </a:p>
                    <a:p>
                      <a:pPr algn="l">
                        <a:defRPr sz="1400">
                          <a:latin typeface="Arial"/>
                          <a:ea typeface="Arial"/>
                          <a:cs typeface="Arial"/>
                          <a:sym typeface="Arial"/>
                        </a:defRPr>
                      </a:pPr>
                      <a:r>
                        <a:rPr>
                          <a:latin typeface="Helvetica Neue"/>
                          <a:ea typeface="Helvetica Neue"/>
                          <a:cs typeface="Helvetica Neue"/>
                          <a:sym typeface="Helvetica Neue"/>
                        </a:rPr>
                        <a:t>﻿保存数据</a:t>
                      </a:r>
                      <a:endParaRPr sz="10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t>Test result saving:</a:t>
                      </a:r>
                      <a:endParaRPr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t>Data format: "Time+d".csv, one scan oath one CSV data;</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rPr>
                          <a:latin typeface="Helvetica Neue"/>
                          <a:ea typeface="Helvetica Neue"/>
                          <a:cs typeface="Helvetica Neue"/>
                          <a:sym typeface="Helvetica Neue"/>
                        </a:rPr>
                        <a:t>﻿</a:t>
                      </a:r>
                      <a:r>
                        <a:t>Save the data</a:t>
                      </a:r>
                    </a:p>
                  </a:txBody>
                  <a:tcPr marL="0" marR="0" marT="0" marB="0" anchor="t" anchorCtr="0" horzOverflow="overflow">
                    <a:lnL w="25400">
                      <a:solidFill>
                        <a:srgbClr val="000000"/>
                      </a:solidFill>
                      <a:miter lim="400000"/>
                    </a:lnL>
                    <a:lnR w="25400">
                      <a:solidFill>
                        <a:srgbClr val="535353"/>
                      </a:solidFill>
                      <a:miter lim="400000"/>
                    </a:lnR>
                    <a:lnT w="25400">
                      <a:solidFill>
                        <a:srgbClr val="535353"/>
                      </a:solidFill>
                      <a:miter lim="400000"/>
                    </a:lnT>
                    <a:lnB w="25400">
                      <a:solidFill>
                        <a:srgbClr val="000000"/>
                      </a:solidFill>
                      <a:miter lim="400000"/>
                    </a:lnB>
                    <a:noFill/>
                  </a:tcPr>
                </a:tc>
                <a:tc hMerge="1">
                  <a:tcPr/>
                </a:tc>
                <a:tc vMerge="1">
                  <a:tcPr/>
                </a:tc>
              </a:tr>
            </a:tbl>
          </a:graphicData>
        </a:graphic>
      </p:graphicFrame>
      <p:pic>
        <p:nvPicPr>
          <p:cNvPr id="561" name="图片 91" descr="图片 91"/>
          <p:cNvPicPr>
            <a:picLocks noChangeAspect="1"/>
          </p:cNvPicPr>
          <p:nvPr/>
        </p:nvPicPr>
        <p:blipFill>
          <a:blip r:embed="rId2">
            <a:extLst/>
          </a:blip>
          <a:stretch>
            <a:fillRect/>
          </a:stretch>
        </p:blipFill>
        <p:spPr>
          <a:xfrm>
            <a:off x="10630595" y="4872970"/>
            <a:ext cx="1151831" cy="711519"/>
          </a:xfrm>
          <a:prstGeom prst="rect">
            <a:avLst/>
          </a:prstGeom>
          <a:ln w="12700">
            <a:miter lim="400000"/>
          </a:ln>
        </p:spPr>
      </p:pic>
      <p:grpSp>
        <p:nvGrpSpPr>
          <p:cNvPr id="577" name="组合 7"/>
          <p:cNvGrpSpPr/>
          <p:nvPr/>
        </p:nvGrpSpPr>
        <p:grpSpPr>
          <a:xfrm>
            <a:off x="8076589" y="7071848"/>
            <a:ext cx="4296494" cy="1666809"/>
            <a:chOff x="0" y="0"/>
            <a:chExt cx="4296493" cy="1666807"/>
          </a:xfrm>
        </p:grpSpPr>
        <p:pic>
          <p:nvPicPr>
            <p:cNvPr id="562" name="图片 3" descr="图片 3"/>
            <p:cNvPicPr>
              <a:picLocks noChangeAspect="1"/>
            </p:cNvPicPr>
            <p:nvPr/>
          </p:nvPicPr>
          <p:blipFill>
            <a:blip r:embed="rId3">
              <a:extLst/>
            </a:blip>
            <a:stretch>
              <a:fillRect/>
            </a:stretch>
          </p:blipFill>
          <p:spPr>
            <a:xfrm>
              <a:off x="423784" y="539576"/>
              <a:ext cx="3551928" cy="836290"/>
            </a:xfrm>
            <a:prstGeom prst="rect">
              <a:avLst/>
            </a:prstGeom>
            <a:ln w="12700" cap="flat">
              <a:noFill/>
              <a:miter lim="400000"/>
            </a:ln>
            <a:effectLst/>
          </p:spPr>
        </p:pic>
        <p:grpSp>
          <p:nvGrpSpPr>
            <p:cNvPr id="576" name="组合 219"/>
            <p:cNvGrpSpPr/>
            <p:nvPr/>
          </p:nvGrpSpPr>
          <p:grpSpPr>
            <a:xfrm>
              <a:off x="0" y="-1"/>
              <a:ext cx="4296494" cy="1666809"/>
              <a:chOff x="0" y="0"/>
              <a:chExt cx="4296493" cy="1666807"/>
            </a:xfrm>
          </p:grpSpPr>
          <p:grpSp>
            <p:nvGrpSpPr>
              <p:cNvPr id="574" name="组合 223"/>
              <p:cNvGrpSpPr/>
              <p:nvPr/>
            </p:nvGrpSpPr>
            <p:grpSpPr>
              <a:xfrm>
                <a:off x="0" y="-1"/>
                <a:ext cx="4296494" cy="1666809"/>
                <a:chOff x="0" y="0"/>
                <a:chExt cx="4296493" cy="1666807"/>
              </a:xfrm>
            </p:grpSpPr>
            <p:sp>
              <p:nvSpPr>
                <p:cNvPr id="563" name="直接箭头连接符 224"/>
                <p:cNvSpPr/>
                <p:nvPr/>
              </p:nvSpPr>
              <p:spPr>
                <a:xfrm flipV="1">
                  <a:off x="483865" y="396493"/>
                  <a:ext cx="1" cy="1080029"/>
                </a:xfrm>
                <a:prstGeom prst="line">
                  <a:avLst/>
                </a:prstGeom>
                <a:noFill/>
                <a:ln w="19050" cap="flat">
                  <a:solidFill>
                    <a:srgbClr val="00B0F0"/>
                  </a:solidFill>
                  <a:prstDash val="sysDash"/>
                  <a:round/>
                  <a:tailEnd type="triangle" w="med" len="med"/>
                </a:ln>
                <a:effectLst/>
              </p:spPr>
              <p:txBody>
                <a:bodyPr wrap="square" lIns="45718" tIns="45718" rIns="45718" bIns="45718" numCol="1" anchor="t">
                  <a:noAutofit/>
                </a:bodyPr>
                <a:lstStyle/>
                <a:p>
                  <a:pPr/>
                </a:p>
              </p:txBody>
            </p:sp>
            <p:sp>
              <p:nvSpPr>
                <p:cNvPr id="564" name="直接箭头连接符 225"/>
                <p:cNvSpPr/>
                <p:nvPr/>
              </p:nvSpPr>
              <p:spPr>
                <a:xfrm>
                  <a:off x="289940" y="1345112"/>
                  <a:ext cx="4006554" cy="1"/>
                </a:xfrm>
                <a:prstGeom prst="line">
                  <a:avLst/>
                </a:prstGeom>
                <a:noFill/>
                <a:ln w="19050" cap="flat">
                  <a:solidFill>
                    <a:srgbClr val="00B0F0"/>
                  </a:solidFill>
                  <a:prstDash val="sysDash"/>
                  <a:round/>
                  <a:tailEnd type="triangle" w="med" len="med"/>
                </a:ln>
                <a:effectLst/>
              </p:spPr>
              <p:txBody>
                <a:bodyPr wrap="square" lIns="45718" tIns="45718" rIns="45718" bIns="45718" numCol="1" anchor="t">
                  <a:noAutofit/>
                </a:bodyPr>
                <a:lstStyle/>
                <a:p>
                  <a:pPr/>
                </a:p>
              </p:txBody>
            </p:sp>
            <p:sp>
              <p:nvSpPr>
                <p:cNvPr id="565" name="文本框 226"/>
                <p:cNvSpPr txBox="1"/>
                <p:nvPr/>
              </p:nvSpPr>
              <p:spPr>
                <a:xfrm>
                  <a:off x="0" y="1250155"/>
                  <a:ext cx="585131" cy="4166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sz="1200">
                      <a:solidFill>
                        <a:srgbClr val="FF0000"/>
                      </a:solidFill>
                      <a:latin typeface="Arial"/>
                      <a:ea typeface="Arial"/>
                      <a:cs typeface="Arial"/>
                      <a:sym typeface="Arial"/>
                    </a:defRPr>
                  </a:lvl1pPr>
                </a:lstStyle>
                <a:p>
                  <a:pPr/>
                  <a:r>
                    <a:t>0,0</a:t>
                  </a:r>
                </a:p>
              </p:txBody>
            </p:sp>
            <p:sp>
              <p:nvSpPr>
                <p:cNvPr id="566" name="文本框 227"/>
                <p:cNvSpPr txBox="1"/>
                <p:nvPr/>
              </p:nvSpPr>
              <p:spPr>
                <a:xfrm>
                  <a:off x="4060504" y="1255445"/>
                  <a:ext cx="145786" cy="243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defTabSz="2444114">
                    <a:defRPr sz="1600">
                      <a:solidFill>
                        <a:srgbClr val="FF0000"/>
                      </a:solidFill>
                      <a:latin typeface="Arial"/>
                      <a:ea typeface="Arial"/>
                      <a:cs typeface="Arial"/>
                      <a:sym typeface="Arial"/>
                    </a:defRPr>
                  </a:lvl1pPr>
                </a:lstStyle>
                <a:p>
                  <a:pPr/>
                  <a:r>
                    <a:t>X</a:t>
                  </a:r>
                </a:p>
              </p:txBody>
            </p:sp>
            <p:sp>
              <p:nvSpPr>
                <p:cNvPr id="567" name="直接箭头连接符 228"/>
                <p:cNvSpPr/>
                <p:nvPr/>
              </p:nvSpPr>
              <p:spPr>
                <a:xfrm>
                  <a:off x="4137061" y="353949"/>
                  <a:ext cx="1" cy="993814"/>
                </a:xfrm>
                <a:prstGeom prst="line">
                  <a:avLst/>
                </a:prstGeom>
                <a:noFill/>
                <a:ln w="19050" cap="flat">
                  <a:solidFill>
                    <a:srgbClr val="FF0000"/>
                  </a:solidFill>
                  <a:prstDash val="solid"/>
                  <a:round/>
                  <a:headEnd type="triangle" w="med" len="med"/>
                  <a:tailEnd type="triangle" w="med" len="med"/>
                </a:ln>
                <a:effectLst>
                  <a:outerShdw sx="100000" sy="100000" kx="0" ky="0" algn="b" rotWithShape="0" blurRad="88900" dist="38100" dir="5400000">
                    <a:srgbClr val="000000">
                      <a:alpha val="0"/>
                    </a:srgbClr>
                  </a:outerShdw>
                </a:effectLst>
              </p:spPr>
              <p:txBody>
                <a:bodyPr wrap="square" lIns="45718" tIns="45718" rIns="45718" bIns="45718" numCol="1" anchor="t">
                  <a:noAutofit/>
                </a:bodyPr>
                <a:lstStyle/>
                <a:p>
                  <a:pPr/>
                </a:p>
              </p:txBody>
            </p:sp>
            <p:sp>
              <p:nvSpPr>
                <p:cNvPr id="568" name="矩形 229"/>
                <p:cNvSpPr/>
                <p:nvPr/>
              </p:nvSpPr>
              <p:spPr>
                <a:xfrm>
                  <a:off x="2069886" y="165963"/>
                  <a:ext cx="222897" cy="216704"/>
                </a:xfrm>
                <a:prstGeom prst="rect">
                  <a:avLst/>
                </a:prstGeom>
                <a:solidFill>
                  <a:srgbClr val="FFC00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69" name="加号 230"/>
                <p:cNvSpPr/>
                <p:nvPr/>
              </p:nvSpPr>
              <p:spPr>
                <a:xfrm>
                  <a:off x="2143143" y="325643"/>
                  <a:ext cx="82554" cy="542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3"/>
                      </a:moveTo>
                      <a:lnTo>
                        <a:pt x="8527" y="7343"/>
                      </a:lnTo>
                      <a:lnTo>
                        <a:pt x="8527" y="0"/>
                      </a:lnTo>
                      <a:lnTo>
                        <a:pt x="13073" y="0"/>
                      </a:lnTo>
                      <a:lnTo>
                        <a:pt x="13073" y="7343"/>
                      </a:lnTo>
                      <a:lnTo>
                        <a:pt x="21600" y="7343"/>
                      </a:lnTo>
                      <a:lnTo>
                        <a:pt x="21600" y="14257"/>
                      </a:lnTo>
                      <a:lnTo>
                        <a:pt x="13073" y="14257"/>
                      </a:lnTo>
                      <a:lnTo>
                        <a:pt x="13073" y="21600"/>
                      </a:lnTo>
                      <a:lnTo>
                        <a:pt x="8527" y="21600"/>
                      </a:lnTo>
                      <a:lnTo>
                        <a:pt x="8527" y="14257"/>
                      </a:lnTo>
                      <a:lnTo>
                        <a:pt x="0" y="14257"/>
                      </a:lnTo>
                      <a:close/>
                    </a:path>
                  </a:pathLst>
                </a:custGeom>
                <a:solidFill>
                  <a:srgbClr val="00B0F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70" name="文本框 231"/>
                <p:cNvSpPr txBox="1"/>
                <p:nvPr/>
              </p:nvSpPr>
              <p:spPr>
                <a:xfrm>
                  <a:off x="1136241" y="599283"/>
                  <a:ext cx="2542223" cy="8109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200">
                      <a:solidFill>
                        <a:srgbClr val="FF0000"/>
                      </a:solidFill>
                      <a:latin typeface="Helvetica Neue Medium"/>
                      <a:ea typeface="Helvetica Neue Medium"/>
                      <a:cs typeface="Helvetica Neue Medium"/>
                      <a:sym typeface="Helvetica Neue Medium"/>
                    </a:defRPr>
                  </a:lvl1pPr>
                </a:lstStyle>
                <a:p>
                  <a:pPr/>
                  <a:r>
                    <a:t>Test distance of the three scanning paths L1 to L3(4.75mm)</a:t>
                  </a:r>
                </a:p>
              </p:txBody>
            </p:sp>
            <p:sp>
              <p:nvSpPr>
                <p:cNvPr id="571" name="流程图: 接点 106"/>
                <p:cNvSpPr/>
                <p:nvPr/>
              </p:nvSpPr>
              <p:spPr>
                <a:xfrm>
                  <a:off x="455534" y="1316126"/>
                  <a:ext cx="57453" cy="59367"/>
                </a:xfrm>
                <a:prstGeom prst="ellipse">
                  <a:avLst/>
                </a:prstGeom>
                <a:solidFill>
                  <a:srgbClr val="00000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72" name="直接连接符 233"/>
                <p:cNvSpPr/>
                <p:nvPr/>
              </p:nvSpPr>
              <p:spPr>
                <a:xfrm>
                  <a:off x="266036" y="355874"/>
                  <a:ext cx="4006554" cy="1"/>
                </a:xfrm>
                <a:prstGeom prst="line">
                  <a:avLst/>
                </a:prstGeom>
                <a:noFill/>
                <a:ln w="19050" cap="flat">
                  <a:solidFill>
                    <a:srgbClr val="00B0F0"/>
                  </a:solidFill>
                  <a:prstDash val="sysDash"/>
                  <a:round/>
                </a:ln>
                <a:effectLst>
                  <a:outerShdw sx="100000" sy="100000" kx="0" ky="0" algn="b" rotWithShape="0" blurRad="88900" dist="38100" dir="5400000">
                    <a:srgbClr val="000000">
                      <a:alpha val="0"/>
                    </a:srgbClr>
                  </a:outerShdw>
                </a:effectLst>
              </p:spPr>
              <p:txBody>
                <a:bodyPr wrap="square" lIns="45718" tIns="45718" rIns="45718" bIns="45718" numCol="1" anchor="t">
                  <a:noAutofit/>
                </a:bodyPr>
                <a:lstStyle/>
                <a:p>
                  <a:pPr/>
                </a:p>
              </p:txBody>
            </p:sp>
            <p:sp>
              <p:nvSpPr>
                <p:cNvPr id="573" name="文本框 234"/>
                <p:cNvSpPr txBox="1"/>
                <p:nvPr/>
              </p:nvSpPr>
              <p:spPr>
                <a:xfrm>
                  <a:off x="1136241" y="0"/>
                  <a:ext cx="1029288" cy="4792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600">
                      <a:solidFill>
                        <a:srgbClr val="FF0000"/>
                      </a:solidFill>
                      <a:latin typeface="Helvetica Neue Medium"/>
                      <a:ea typeface="Helvetica Neue Medium"/>
                      <a:cs typeface="Helvetica Neue Medium"/>
                      <a:sym typeface="Helvetica Neue Medium"/>
                    </a:defRPr>
                  </a:lvl1pPr>
                </a:lstStyle>
                <a:p>
                  <a:pPr/>
                  <a:r>
                    <a:t>Sensor</a:t>
                  </a:r>
                </a:p>
              </p:txBody>
            </p:sp>
          </p:grpSp>
          <p:sp>
            <p:nvSpPr>
              <p:cNvPr id="575" name="文本框 221"/>
              <p:cNvSpPr txBox="1"/>
              <p:nvPr/>
            </p:nvSpPr>
            <p:spPr>
              <a:xfrm>
                <a:off x="230836" y="314973"/>
                <a:ext cx="285825" cy="4657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sz="1600">
                    <a:solidFill>
                      <a:srgbClr val="FF0000"/>
                    </a:solidFill>
                    <a:latin typeface="Arial"/>
                    <a:ea typeface="Arial"/>
                    <a:cs typeface="Arial"/>
                    <a:sym typeface="Arial"/>
                  </a:defRPr>
                </a:lvl1pPr>
              </a:lstStyle>
              <a:p>
                <a:pPr/>
                <a:r>
                  <a:t>Z</a:t>
                </a:r>
              </a:p>
            </p:txBody>
          </p:sp>
        </p:grpSp>
      </p:grpSp>
      <p:grpSp>
        <p:nvGrpSpPr>
          <p:cNvPr id="581" name="组合 10"/>
          <p:cNvGrpSpPr/>
          <p:nvPr/>
        </p:nvGrpSpPr>
        <p:grpSpPr>
          <a:xfrm>
            <a:off x="10592482" y="5603464"/>
            <a:ext cx="1252543" cy="854487"/>
            <a:chOff x="0" y="0"/>
            <a:chExt cx="1252541" cy="854486"/>
          </a:xfrm>
        </p:grpSpPr>
        <p:pic>
          <p:nvPicPr>
            <p:cNvPr id="578" name="图片 90" descr="图片 90"/>
            <p:cNvPicPr>
              <a:picLocks noChangeAspect="1"/>
            </p:cNvPicPr>
            <p:nvPr/>
          </p:nvPicPr>
          <p:blipFill>
            <a:blip r:embed="rId4">
              <a:extLst/>
            </a:blip>
            <a:stretch>
              <a:fillRect/>
            </a:stretch>
          </p:blipFill>
          <p:spPr>
            <a:xfrm>
              <a:off x="0" y="0"/>
              <a:ext cx="1252542" cy="854487"/>
            </a:xfrm>
            <a:prstGeom prst="rect">
              <a:avLst/>
            </a:prstGeom>
            <a:ln w="12700" cap="flat">
              <a:noFill/>
              <a:miter lim="400000"/>
            </a:ln>
            <a:effectLst/>
          </p:spPr>
        </p:pic>
        <p:sp>
          <p:nvSpPr>
            <p:cNvPr id="579" name="矩形 9"/>
            <p:cNvSpPr/>
            <p:nvPr/>
          </p:nvSpPr>
          <p:spPr>
            <a:xfrm>
              <a:off x="593428" y="550233"/>
              <a:ext cx="355688" cy="90842"/>
            </a:xfrm>
            <a:prstGeom prst="rect">
              <a:avLst/>
            </a:prstGeom>
            <a:solidFill>
              <a:srgbClr val="FFFFFF"/>
            </a:solidFill>
            <a:ln w="25400" cap="flat">
              <a:solidFill>
                <a:srgbClr val="FFFFFF"/>
              </a:solidFill>
              <a:prstDash val="solid"/>
              <a:round/>
            </a:ln>
            <a:effectLst/>
          </p:spPr>
          <p:txBody>
            <a:bodyPr wrap="square" lIns="71435" tIns="71435" rIns="71435" bIns="71435" numCol="1" anchor="ctr">
              <a:noAutofit/>
            </a:bodyPr>
            <a:lstStyle/>
            <a:p>
              <a:pPr defTabSz="821055"/>
            </a:p>
          </p:txBody>
        </p:sp>
        <p:sp>
          <p:nvSpPr>
            <p:cNvPr id="580" name="文本框 8"/>
            <p:cNvSpPr txBox="1"/>
            <p:nvPr/>
          </p:nvSpPr>
          <p:spPr>
            <a:xfrm>
              <a:off x="557590" y="463634"/>
              <a:ext cx="410916"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821055">
                <a:defRPr sz="1200">
                  <a:latin typeface="Arial"/>
                  <a:ea typeface="Arial"/>
                  <a:cs typeface="Arial"/>
                  <a:sym typeface="Arial"/>
                </a:defRPr>
              </a:lvl1pPr>
            </a:lstStyle>
            <a:p>
              <a:pPr/>
              <a:r>
                <a:t>4.75</a:t>
              </a:r>
            </a:p>
          </p:txBody>
        </p:sp>
      </p:grpSp>
      <p:grpSp>
        <p:nvGrpSpPr>
          <p:cNvPr id="588" name="组合 14"/>
          <p:cNvGrpSpPr/>
          <p:nvPr/>
        </p:nvGrpSpPr>
        <p:grpSpPr>
          <a:xfrm>
            <a:off x="13145163" y="4724749"/>
            <a:ext cx="2920337" cy="1814308"/>
            <a:chOff x="0" y="0"/>
            <a:chExt cx="2920335" cy="1814306"/>
          </a:xfrm>
        </p:grpSpPr>
        <p:grpSp>
          <p:nvGrpSpPr>
            <p:cNvPr id="586" name="组合 346"/>
            <p:cNvGrpSpPr/>
            <p:nvPr/>
          </p:nvGrpSpPr>
          <p:grpSpPr>
            <a:xfrm>
              <a:off x="52504" y="1190545"/>
              <a:ext cx="2722599" cy="623762"/>
              <a:chOff x="0" y="0"/>
              <a:chExt cx="2722598" cy="623761"/>
            </a:xfrm>
          </p:grpSpPr>
          <p:sp>
            <p:nvSpPr>
              <p:cNvPr id="582" name="圆角矩形 348"/>
              <p:cNvSpPr/>
              <p:nvPr/>
            </p:nvSpPr>
            <p:spPr>
              <a:xfrm>
                <a:off x="632794" y="0"/>
                <a:ext cx="230048" cy="121714"/>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83" name="圆角矩形 349"/>
              <p:cNvSpPr/>
              <p:nvPr/>
            </p:nvSpPr>
            <p:spPr>
              <a:xfrm>
                <a:off x="1215890" y="100181"/>
                <a:ext cx="230048" cy="121715"/>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84" name="文本框 350"/>
              <p:cNvSpPr txBox="1"/>
              <p:nvPr/>
            </p:nvSpPr>
            <p:spPr>
              <a:xfrm>
                <a:off x="0" y="103838"/>
                <a:ext cx="1215891" cy="5199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900">
                    <a:solidFill>
                      <a:srgbClr val="FF0000"/>
                    </a:solidFill>
                    <a:latin typeface="Helvetica Neue Medium"/>
                    <a:ea typeface="Helvetica Neue Medium"/>
                    <a:cs typeface="Helvetica Neue Medium"/>
                    <a:sym typeface="Helvetica Neue Medium"/>
                  </a:defRPr>
                </a:lvl1pPr>
              </a:lstStyle>
              <a:p>
                <a:pPr/>
                <a:r>
                  <a:t>“N”-X-axis scanning position</a:t>
                </a:r>
              </a:p>
            </p:txBody>
          </p:sp>
          <p:sp>
            <p:nvSpPr>
              <p:cNvPr id="585" name="文本框 107"/>
              <p:cNvSpPr txBox="1"/>
              <p:nvPr/>
            </p:nvSpPr>
            <p:spPr>
              <a:xfrm>
                <a:off x="1432820" y="51614"/>
                <a:ext cx="1289779" cy="5199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900">
                    <a:solidFill>
                      <a:srgbClr val="FF0000"/>
                    </a:solidFill>
                    <a:latin typeface="Helvetica Neue Medium"/>
                    <a:ea typeface="Helvetica Neue Medium"/>
                    <a:cs typeface="Helvetica Neue Medium"/>
                    <a:sym typeface="Helvetica Neue Medium"/>
                  </a:defRPr>
                </a:lvl1pPr>
              </a:lstStyle>
              <a:p>
                <a:pPr/>
                <a:r>
                  <a:t>“S”-X-axis scanning position</a:t>
                </a:r>
              </a:p>
            </p:txBody>
          </p:sp>
        </p:grpSp>
        <p:pic>
          <p:nvPicPr>
            <p:cNvPr id="587" name="图片 12" descr="图片 12"/>
            <p:cNvPicPr>
              <a:picLocks noChangeAspect="1"/>
            </p:cNvPicPr>
            <p:nvPr/>
          </p:nvPicPr>
          <p:blipFill>
            <a:blip r:embed="rId5">
              <a:extLst/>
            </a:blip>
            <a:stretch>
              <a:fillRect/>
            </a:stretch>
          </p:blipFill>
          <p:spPr>
            <a:xfrm>
              <a:off x="0" y="0"/>
              <a:ext cx="2920336" cy="1427611"/>
            </a:xfrm>
            <a:prstGeom prst="rect">
              <a:avLst/>
            </a:prstGeom>
            <a:ln w="12700" cap="flat">
              <a:noFill/>
              <a:miter lim="400000"/>
            </a:ln>
            <a:effectLst/>
          </p:spPr>
        </p:pic>
      </p:grpSp>
      <p:grpSp>
        <p:nvGrpSpPr>
          <p:cNvPr id="591" name="组合 16"/>
          <p:cNvGrpSpPr/>
          <p:nvPr/>
        </p:nvGrpSpPr>
        <p:grpSpPr>
          <a:xfrm>
            <a:off x="19172767" y="5157246"/>
            <a:ext cx="3963005" cy="508853"/>
            <a:chOff x="0" y="0"/>
            <a:chExt cx="3963003" cy="508851"/>
          </a:xfrm>
        </p:grpSpPr>
        <p:pic>
          <p:nvPicPr>
            <p:cNvPr id="589" name="图片 11" descr="图片 11"/>
            <p:cNvPicPr>
              <a:picLocks noChangeAspect="1"/>
            </p:cNvPicPr>
            <p:nvPr/>
          </p:nvPicPr>
          <p:blipFill>
            <a:blip r:embed="rId6">
              <a:extLst/>
            </a:blip>
            <a:stretch>
              <a:fillRect/>
            </a:stretch>
          </p:blipFill>
          <p:spPr>
            <a:xfrm>
              <a:off x="0" y="0"/>
              <a:ext cx="3963004" cy="508852"/>
            </a:xfrm>
            <a:prstGeom prst="rect">
              <a:avLst/>
            </a:prstGeom>
            <a:ln w="12700" cap="flat">
              <a:noFill/>
              <a:miter lim="400000"/>
            </a:ln>
            <a:effectLst/>
          </p:spPr>
        </p:pic>
        <p:sp>
          <p:nvSpPr>
            <p:cNvPr id="590" name="圆角矩形 109"/>
            <p:cNvSpPr/>
            <p:nvPr/>
          </p:nvSpPr>
          <p:spPr>
            <a:xfrm>
              <a:off x="3261017" y="195155"/>
              <a:ext cx="359301" cy="143415"/>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grpSp>
      <p:grpSp>
        <p:nvGrpSpPr>
          <p:cNvPr id="597" name="组合 15"/>
          <p:cNvGrpSpPr/>
          <p:nvPr/>
        </p:nvGrpSpPr>
        <p:grpSpPr>
          <a:xfrm>
            <a:off x="16224631" y="4832086"/>
            <a:ext cx="3095373" cy="1251215"/>
            <a:chOff x="0" y="0"/>
            <a:chExt cx="3095371" cy="1251214"/>
          </a:xfrm>
        </p:grpSpPr>
        <p:sp>
          <p:nvSpPr>
            <p:cNvPr id="592" name="圆角矩形 352"/>
            <p:cNvSpPr/>
            <p:nvPr/>
          </p:nvSpPr>
          <p:spPr>
            <a:xfrm>
              <a:off x="2102517" y="94590"/>
              <a:ext cx="303273" cy="121052"/>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pic>
          <p:nvPicPr>
            <p:cNvPr id="593" name="图片 13" descr="图片 13"/>
            <p:cNvPicPr>
              <a:picLocks noChangeAspect="1"/>
            </p:cNvPicPr>
            <p:nvPr/>
          </p:nvPicPr>
          <p:blipFill>
            <a:blip r:embed="rId7">
              <a:extLst/>
            </a:blip>
            <a:stretch>
              <a:fillRect/>
            </a:stretch>
          </p:blipFill>
          <p:spPr>
            <a:xfrm>
              <a:off x="-1" y="0"/>
              <a:ext cx="3095373" cy="1251215"/>
            </a:xfrm>
            <a:prstGeom prst="rect">
              <a:avLst/>
            </a:prstGeom>
            <a:ln w="12700" cap="flat">
              <a:noFill/>
              <a:miter lim="400000"/>
            </a:ln>
            <a:effectLst/>
          </p:spPr>
        </p:pic>
        <p:sp>
          <p:nvSpPr>
            <p:cNvPr id="594" name="圆角矩形 110"/>
            <p:cNvSpPr/>
            <p:nvPr/>
          </p:nvSpPr>
          <p:spPr>
            <a:xfrm>
              <a:off x="117394" y="897219"/>
              <a:ext cx="330808" cy="138699"/>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95" name="圆角矩形 111"/>
            <p:cNvSpPr/>
            <p:nvPr/>
          </p:nvSpPr>
          <p:spPr>
            <a:xfrm>
              <a:off x="1384690" y="888969"/>
              <a:ext cx="303273" cy="121052"/>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96" name="圆角矩形 112"/>
            <p:cNvSpPr/>
            <p:nvPr/>
          </p:nvSpPr>
          <p:spPr>
            <a:xfrm>
              <a:off x="1035098" y="1061434"/>
              <a:ext cx="584760" cy="189780"/>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grpSp>
      <p:pic>
        <p:nvPicPr>
          <p:cNvPr id="598" name="图片 18" descr="图片 18"/>
          <p:cNvPicPr>
            <a:picLocks noChangeAspect="1"/>
          </p:cNvPicPr>
          <p:nvPr/>
        </p:nvPicPr>
        <p:blipFill>
          <a:blip r:embed="rId8">
            <a:extLst/>
          </a:blip>
          <a:stretch>
            <a:fillRect/>
          </a:stretch>
        </p:blipFill>
        <p:spPr>
          <a:xfrm>
            <a:off x="19157035" y="5854074"/>
            <a:ext cx="3782777" cy="349669"/>
          </a:xfrm>
          <a:prstGeom prst="rect">
            <a:avLst/>
          </a:prstGeom>
          <a:ln w="12700">
            <a:miter lim="400000"/>
          </a:ln>
        </p:spPr>
      </p:pic>
      <p:sp>
        <p:nvSpPr>
          <p:cNvPr id="599" name="文本框 92"/>
          <p:cNvSpPr txBox="1"/>
          <p:nvPr/>
        </p:nvSpPr>
        <p:spPr>
          <a:xfrm>
            <a:off x="3245734" y="10620388"/>
            <a:ext cx="601690"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atin typeface="Arial"/>
                <a:ea typeface="Arial"/>
                <a:cs typeface="Arial"/>
                <a:sym typeface="Arial"/>
              </a:defRPr>
            </a:lvl1pPr>
          </a:lstStyle>
          <a:p>
            <a:pPr/>
            <a:r>
              <a:t>X=3.20</a:t>
            </a:r>
          </a:p>
        </p:txBody>
      </p:sp>
      <p:sp>
        <p:nvSpPr>
          <p:cNvPr id="600" name="文本框 92"/>
          <p:cNvSpPr txBox="1"/>
          <p:nvPr/>
        </p:nvSpPr>
        <p:spPr>
          <a:xfrm>
            <a:off x="7162235" y="10650442"/>
            <a:ext cx="945853"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atin typeface="Arial"/>
                <a:ea typeface="Arial"/>
                <a:cs typeface="Arial"/>
                <a:sym typeface="Arial"/>
              </a:defRPr>
            </a:lvl1pPr>
          </a:lstStyle>
          <a:p>
            <a:pPr/>
            <a:r>
              <a:t>X=10.90</a:t>
            </a:r>
          </a:p>
        </p:txBody>
      </p:sp>
      <p:grpSp>
        <p:nvGrpSpPr>
          <p:cNvPr id="628" name="组合 4"/>
          <p:cNvGrpSpPr/>
          <p:nvPr/>
        </p:nvGrpSpPr>
        <p:grpSpPr>
          <a:xfrm>
            <a:off x="939161" y="8781826"/>
            <a:ext cx="9595755" cy="2119876"/>
            <a:chOff x="0" y="0"/>
            <a:chExt cx="9595753" cy="2119875"/>
          </a:xfrm>
        </p:grpSpPr>
        <p:pic>
          <p:nvPicPr>
            <p:cNvPr id="601" name="图片 1" descr="图片 1"/>
            <p:cNvPicPr>
              <a:picLocks noChangeAspect="1"/>
            </p:cNvPicPr>
            <p:nvPr/>
          </p:nvPicPr>
          <p:blipFill>
            <a:blip r:embed="rId9">
              <a:extLst/>
            </a:blip>
            <a:stretch>
              <a:fillRect/>
            </a:stretch>
          </p:blipFill>
          <p:spPr>
            <a:xfrm>
              <a:off x="900068" y="556262"/>
              <a:ext cx="7170968" cy="1145761"/>
            </a:xfrm>
            <a:prstGeom prst="rect">
              <a:avLst/>
            </a:prstGeom>
            <a:ln w="12700" cap="flat">
              <a:noFill/>
              <a:miter lim="400000"/>
            </a:ln>
            <a:effectLst/>
          </p:spPr>
        </p:pic>
        <p:grpSp>
          <p:nvGrpSpPr>
            <p:cNvPr id="627" name="组合 293"/>
            <p:cNvGrpSpPr/>
            <p:nvPr/>
          </p:nvGrpSpPr>
          <p:grpSpPr>
            <a:xfrm>
              <a:off x="0" y="-1"/>
              <a:ext cx="9595754" cy="2119877"/>
              <a:chOff x="0" y="0"/>
              <a:chExt cx="9595753" cy="2119875"/>
            </a:xfrm>
          </p:grpSpPr>
          <p:grpSp>
            <p:nvGrpSpPr>
              <p:cNvPr id="625" name="组合 294"/>
              <p:cNvGrpSpPr/>
              <p:nvPr/>
            </p:nvGrpSpPr>
            <p:grpSpPr>
              <a:xfrm>
                <a:off x="551243" y="-1"/>
                <a:ext cx="9044511" cy="2119877"/>
                <a:chOff x="0" y="0"/>
                <a:chExt cx="9044509" cy="2119875"/>
              </a:xfrm>
            </p:grpSpPr>
            <p:sp>
              <p:nvSpPr>
                <p:cNvPr id="602" name="矩形 296"/>
                <p:cNvSpPr txBox="1"/>
                <p:nvPr/>
              </p:nvSpPr>
              <p:spPr>
                <a:xfrm>
                  <a:off x="7957394" y="1166970"/>
                  <a:ext cx="448095"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X</a:t>
                  </a:r>
                </a:p>
              </p:txBody>
            </p:sp>
            <p:grpSp>
              <p:nvGrpSpPr>
                <p:cNvPr id="624" name="组合 297"/>
                <p:cNvGrpSpPr/>
                <p:nvPr/>
              </p:nvGrpSpPr>
              <p:grpSpPr>
                <a:xfrm>
                  <a:off x="-1" y="-1"/>
                  <a:ext cx="9044511" cy="2119877"/>
                  <a:chOff x="0" y="0"/>
                  <a:chExt cx="9044509" cy="2119875"/>
                </a:xfrm>
              </p:grpSpPr>
              <p:grpSp>
                <p:nvGrpSpPr>
                  <p:cNvPr id="619" name="组合 298"/>
                  <p:cNvGrpSpPr/>
                  <p:nvPr/>
                </p:nvGrpSpPr>
                <p:grpSpPr>
                  <a:xfrm>
                    <a:off x="-1" y="-1"/>
                    <a:ext cx="9044511" cy="2119877"/>
                    <a:chOff x="0" y="0"/>
                    <a:chExt cx="9044510" cy="2119875"/>
                  </a:xfrm>
                </p:grpSpPr>
                <p:sp>
                  <p:nvSpPr>
                    <p:cNvPr id="603" name="直接连接符 303"/>
                    <p:cNvSpPr/>
                    <p:nvPr/>
                  </p:nvSpPr>
                  <p:spPr>
                    <a:xfrm flipH="1" flipV="1">
                      <a:off x="0" y="1647302"/>
                      <a:ext cx="8231958" cy="1"/>
                    </a:xfrm>
                    <a:prstGeom prst="line">
                      <a:avLst/>
                    </a:prstGeom>
                    <a:noFill/>
                    <a:ln w="19050" cap="flat">
                      <a:solidFill>
                        <a:srgbClr val="00B0F0"/>
                      </a:solidFill>
                      <a:prstDash val="sysDash"/>
                      <a:round/>
                      <a:headEnd type="triangle" w="med" len="med"/>
                    </a:ln>
                    <a:effectLst/>
                  </p:spPr>
                  <p:txBody>
                    <a:bodyPr wrap="square" lIns="45718" tIns="45718" rIns="45718" bIns="45718" numCol="1" anchor="t">
                      <a:noAutofit/>
                    </a:bodyPr>
                    <a:lstStyle/>
                    <a:p>
                      <a:pPr/>
                    </a:p>
                  </p:txBody>
                </p:sp>
                <p:sp>
                  <p:nvSpPr>
                    <p:cNvPr id="604" name="矩形 304"/>
                    <p:cNvSpPr txBox="1"/>
                    <p:nvPr/>
                  </p:nvSpPr>
                  <p:spPr>
                    <a:xfrm>
                      <a:off x="6227" y="1602417"/>
                      <a:ext cx="448094"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0.0</a:t>
                      </a:r>
                    </a:p>
                  </p:txBody>
                </p:sp>
                <p:sp>
                  <p:nvSpPr>
                    <p:cNvPr id="605" name="直接连接符 305"/>
                    <p:cNvSpPr/>
                    <p:nvPr/>
                  </p:nvSpPr>
                  <p:spPr>
                    <a:xfrm flipH="1">
                      <a:off x="400052" y="47013"/>
                      <a:ext cx="1" cy="1939260"/>
                    </a:xfrm>
                    <a:prstGeom prst="line">
                      <a:avLst/>
                    </a:prstGeom>
                    <a:noFill/>
                    <a:ln w="19050" cap="flat">
                      <a:solidFill>
                        <a:srgbClr val="00B0F0"/>
                      </a:solidFill>
                      <a:prstDash val="sysDash"/>
                      <a:round/>
                      <a:headEnd type="triangle" w="med" len="med"/>
                    </a:ln>
                    <a:effectLst/>
                  </p:spPr>
                  <p:txBody>
                    <a:bodyPr wrap="square" lIns="45718" tIns="45718" rIns="45718" bIns="45718" numCol="1" anchor="t">
                      <a:noAutofit/>
                    </a:bodyPr>
                    <a:lstStyle/>
                    <a:p>
                      <a:pPr/>
                    </a:p>
                  </p:txBody>
                </p:sp>
                <p:sp>
                  <p:nvSpPr>
                    <p:cNvPr id="606" name="文本框 92"/>
                    <p:cNvSpPr txBox="1"/>
                    <p:nvPr/>
                  </p:nvSpPr>
                  <p:spPr>
                    <a:xfrm>
                      <a:off x="944537" y="0"/>
                      <a:ext cx="1325397" cy="3133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L1</a:t>
                      </a:r>
                    </a:p>
                  </p:txBody>
                </p:sp>
                <p:sp>
                  <p:nvSpPr>
                    <p:cNvPr id="607" name="直接连接符 307"/>
                    <p:cNvSpPr/>
                    <p:nvPr/>
                  </p:nvSpPr>
                  <p:spPr>
                    <a:xfrm flipV="1">
                      <a:off x="2016814" y="292954"/>
                      <a:ext cx="1" cy="162000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08" name="文本框 92"/>
                    <p:cNvSpPr txBox="1"/>
                    <p:nvPr/>
                  </p:nvSpPr>
                  <p:spPr>
                    <a:xfrm>
                      <a:off x="7719113" y="861881"/>
                      <a:ext cx="1325397" cy="3133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L3</a:t>
                      </a:r>
                    </a:p>
                  </p:txBody>
                </p:sp>
                <p:sp>
                  <p:nvSpPr>
                    <p:cNvPr id="609" name="直接连接符 309"/>
                    <p:cNvSpPr/>
                    <p:nvPr/>
                  </p:nvSpPr>
                  <p:spPr>
                    <a:xfrm flipH="1" flipV="1">
                      <a:off x="96563" y="1171440"/>
                      <a:ext cx="8231958" cy="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10" name="文本框 92"/>
                    <p:cNvSpPr txBox="1"/>
                    <p:nvPr/>
                  </p:nvSpPr>
                  <p:spPr>
                    <a:xfrm>
                      <a:off x="5426092" y="1223"/>
                      <a:ext cx="1325397" cy="3133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L2</a:t>
                      </a:r>
                    </a:p>
                  </p:txBody>
                </p:sp>
                <p:sp>
                  <p:nvSpPr>
                    <p:cNvPr id="611" name="直接连接符 311"/>
                    <p:cNvSpPr/>
                    <p:nvPr/>
                  </p:nvSpPr>
                  <p:spPr>
                    <a:xfrm flipV="1">
                      <a:off x="6088154" y="292939"/>
                      <a:ext cx="1" cy="162000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12" name="矩形 312"/>
                    <p:cNvSpPr txBox="1"/>
                    <p:nvPr/>
                  </p:nvSpPr>
                  <p:spPr>
                    <a:xfrm>
                      <a:off x="54945" y="13853"/>
                      <a:ext cx="448094"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Y</a:t>
                      </a:r>
                    </a:p>
                  </p:txBody>
                </p:sp>
                <p:sp>
                  <p:nvSpPr>
                    <p:cNvPr id="613" name="直接连接符 313"/>
                    <p:cNvSpPr/>
                    <p:nvPr/>
                  </p:nvSpPr>
                  <p:spPr>
                    <a:xfrm flipV="1">
                      <a:off x="2650815"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4" name="直接连接符 314"/>
                    <p:cNvSpPr/>
                    <p:nvPr/>
                  </p:nvSpPr>
                  <p:spPr>
                    <a:xfrm flipV="1">
                      <a:off x="3239692"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5" name="文本框 92"/>
                    <p:cNvSpPr txBox="1"/>
                    <p:nvPr/>
                  </p:nvSpPr>
                  <p:spPr>
                    <a:xfrm>
                      <a:off x="2286595" y="30982"/>
                      <a:ext cx="720634" cy="3666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latin typeface="Arial"/>
                          <a:ea typeface="Arial"/>
                          <a:cs typeface="Arial"/>
                          <a:sym typeface="Arial"/>
                        </a:defRPr>
                      </a:pPr>
                      <a:r>
                        <a:t>Threshold</a:t>
                      </a:r>
                      <a:endParaRPr sz="1100"/>
                    </a:p>
                    <a:p>
                      <a:pPr>
                        <a:defRPr sz="1000">
                          <a:latin typeface="Arial"/>
                          <a:ea typeface="Arial"/>
                          <a:cs typeface="Arial"/>
                          <a:sym typeface="Arial"/>
                        </a:defRPr>
                      </a:pPr>
                      <a:r>
                        <a:t>-TBD</a:t>
                      </a:r>
                    </a:p>
                  </p:txBody>
                </p:sp>
                <p:sp>
                  <p:nvSpPr>
                    <p:cNvPr id="616" name="文本框 92"/>
                    <p:cNvSpPr txBox="1"/>
                    <p:nvPr/>
                  </p:nvSpPr>
                  <p:spPr>
                    <a:xfrm>
                      <a:off x="2997917" y="7767"/>
                      <a:ext cx="662073" cy="3666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latin typeface="Arial"/>
                          <a:ea typeface="Arial"/>
                          <a:cs typeface="Arial"/>
                          <a:sym typeface="Arial"/>
                        </a:defRPr>
                      </a:pPr>
                      <a:r>
                        <a:t>Threshold</a:t>
                      </a:r>
                      <a:endParaRPr sz="1100"/>
                    </a:p>
                    <a:p>
                      <a:pPr>
                        <a:defRPr sz="1000">
                          <a:latin typeface="Arial"/>
                          <a:ea typeface="Arial"/>
                          <a:cs typeface="Arial"/>
                          <a:sym typeface="Arial"/>
                        </a:defRPr>
                      </a:pPr>
                      <a:r>
                        <a:t>TBD</a:t>
                      </a:r>
                    </a:p>
                  </p:txBody>
                </p:sp>
                <p:sp>
                  <p:nvSpPr>
                    <p:cNvPr id="617" name="直接连接符 317"/>
                    <p:cNvSpPr/>
                    <p:nvPr/>
                  </p:nvSpPr>
                  <p:spPr>
                    <a:xfrm flipV="1">
                      <a:off x="2954395"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8" name="文本框 92"/>
                    <p:cNvSpPr txBox="1"/>
                    <p:nvPr/>
                  </p:nvSpPr>
                  <p:spPr>
                    <a:xfrm>
                      <a:off x="2574822" y="1855620"/>
                      <a:ext cx="735798" cy="2642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200">
                          <a:latin typeface="Arial"/>
                          <a:ea typeface="Arial"/>
                          <a:cs typeface="Arial"/>
                          <a:sym typeface="Arial"/>
                        </a:defRPr>
                      </a:lvl1pPr>
                    </a:lstStyle>
                    <a:p>
                      <a:pPr/>
                      <a:r>
                        <a:t>BZ=0</a:t>
                      </a:r>
                    </a:p>
                  </p:txBody>
                </p:sp>
              </p:grpSp>
              <p:sp>
                <p:nvSpPr>
                  <p:cNvPr id="620" name="文本框 299"/>
                  <p:cNvSpPr txBox="1"/>
                  <p:nvPr/>
                </p:nvSpPr>
                <p:spPr>
                  <a:xfrm>
                    <a:off x="1722638" y="860544"/>
                    <a:ext cx="1017202"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A1</a:t>
                    </a:r>
                  </a:p>
                </p:txBody>
              </p:sp>
              <p:sp>
                <p:nvSpPr>
                  <p:cNvPr id="621" name="文本框 300"/>
                  <p:cNvSpPr txBox="1"/>
                  <p:nvPr/>
                </p:nvSpPr>
                <p:spPr>
                  <a:xfrm>
                    <a:off x="5762314" y="864255"/>
                    <a:ext cx="1017202" cy="5276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A2</a:t>
                    </a:r>
                  </a:p>
                </p:txBody>
              </p:sp>
              <p:sp>
                <p:nvSpPr>
                  <p:cNvPr id="622" name="文本框 301"/>
                  <p:cNvSpPr txBox="1"/>
                  <p:nvPr/>
                </p:nvSpPr>
                <p:spPr>
                  <a:xfrm>
                    <a:off x="2204927" y="882452"/>
                    <a:ext cx="600897"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P1</a:t>
                    </a:r>
                  </a:p>
                </p:txBody>
              </p:sp>
              <p:sp>
                <p:nvSpPr>
                  <p:cNvPr id="623" name="文本框 302"/>
                  <p:cNvSpPr txBox="1"/>
                  <p:nvPr/>
                </p:nvSpPr>
                <p:spPr>
                  <a:xfrm>
                    <a:off x="3142685" y="896967"/>
                    <a:ext cx="563024"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P2</a:t>
                    </a:r>
                  </a:p>
                </p:txBody>
              </p:sp>
            </p:grpSp>
          </p:grpSp>
          <p:sp>
            <p:nvSpPr>
              <p:cNvPr id="626" name="文本框 92"/>
              <p:cNvSpPr txBox="1"/>
              <p:nvPr/>
            </p:nvSpPr>
            <p:spPr>
              <a:xfrm>
                <a:off x="0" y="1074653"/>
                <a:ext cx="735798" cy="2642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200">
                    <a:latin typeface="Arial"/>
                    <a:ea typeface="Arial"/>
                    <a:cs typeface="Arial"/>
                    <a:sym typeface="Arial"/>
                  </a:defRPr>
                </a:lvl1pPr>
              </a:lstStyle>
              <a:p>
                <a:pPr/>
                <a:r>
                  <a:t>Y=0.9</a:t>
                </a:r>
              </a:p>
            </p:txBody>
          </p:sp>
        </p:grpSp>
      </p:grpSp>
      <p:grpSp>
        <p:nvGrpSpPr>
          <p:cNvPr id="637" name="组合 5"/>
          <p:cNvGrpSpPr/>
          <p:nvPr/>
        </p:nvGrpSpPr>
        <p:grpSpPr>
          <a:xfrm>
            <a:off x="7327797" y="4515021"/>
            <a:ext cx="2766921" cy="1746706"/>
            <a:chOff x="0" y="0"/>
            <a:chExt cx="2766919" cy="1746704"/>
          </a:xfrm>
        </p:grpSpPr>
        <p:grpSp>
          <p:nvGrpSpPr>
            <p:cNvPr id="635" name="组合 204"/>
            <p:cNvGrpSpPr/>
            <p:nvPr/>
          </p:nvGrpSpPr>
          <p:grpSpPr>
            <a:xfrm>
              <a:off x="0" y="0"/>
              <a:ext cx="2766920" cy="1746705"/>
              <a:chOff x="0" y="0"/>
              <a:chExt cx="2766919" cy="1746704"/>
            </a:xfrm>
          </p:grpSpPr>
          <p:pic>
            <p:nvPicPr>
              <p:cNvPr id="629" name="图片 211" descr="图片 211"/>
              <p:cNvPicPr>
                <a:picLocks noChangeAspect="1"/>
              </p:cNvPicPr>
              <p:nvPr/>
            </p:nvPicPr>
            <p:blipFill>
              <a:blip r:embed="rId10">
                <a:extLst/>
              </a:blip>
              <a:stretch>
                <a:fillRect/>
              </a:stretch>
            </p:blipFill>
            <p:spPr>
              <a:xfrm>
                <a:off x="0" y="237515"/>
                <a:ext cx="2687461" cy="1509190"/>
              </a:xfrm>
              <a:prstGeom prst="rect">
                <a:avLst/>
              </a:prstGeom>
              <a:ln w="12700" cap="flat">
                <a:noFill/>
                <a:miter lim="400000"/>
              </a:ln>
              <a:effectLst/>
            </p:spPr>
          </p:pic>
          <p:sp>
            <p:nvSpPr>
              <p:cNvPr id="630" name="直接连接符 206"/>
              <p:cNvSpPr/>
              <p:nvPr/>
            </p:nvSpPr>
            <p:spPr>
              <a:xfrm flipH="1" flipV="1">
                <a:off x="25229" y="490552"/>
                <a:ext cx="2596617" cy="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31" name="直接连接符 207"/>
              <p:cNvSpPr/>
              <p:nvPr/>
            </p:nvSpPr>
            <p:spPr>
              <a:xfrm flipH="1">
                <a:off x="280093" y="119762"/>
                <a:ext cx="1" cy="155797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32" name="矩形 208"/>
              <p:cNvSpPr txBox="1"/>
              <p:nvPr/>
            </p:nvSpPr>
            <p:spPr>
              <a:xfrm>
                <a:off x="2443717" y="205929"/>
                <a:ext cx="323203" cy="32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latin typeface="Arial"/>
                    <a:ea typeface="Arial"/>
                    <a:cs typeface="Arial"/>
                    <a:sym typeface="Arial"/>
                  </a:defRPr>
                </a:lvl1pPr>
              </a:lstStyle>
              <a:p>
                <a:pPr/>
                <a:r>
                  <a:t>X</a:t>
                </a:r>
              </a:p>
            </p:txBody>
          </p:sp>
          <p:sp>
            <p:nvSpPr>
              <p:cNvPr id="633" name="矩形 209"/>
              <p:cNvSpPr txBox="1"/>
              <p:nvPr/>
            </p:nvSpPr>
            <p:spPr>
              <a:xfrm>
                <a:off x="0" y="0"/>
                <a:ext cx="323203"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latin typeface="Arial"/>
                    <a:ea typeface="Arial"/>
                    <a:cs typeface="Arial"/>
                    <a:sym typeface="Arial"/>
                  </a:defRPr>
                </a:lvl1pPr>
              </a:lstStyle>
              <a:p>
                <a:pPr/>
                <a:r>
                  <a:t>Y</a:t>
                </a:r>
              </a:p>
            </p:txBody>
          </p:sp>
          <p:sp>
            <p:nvSpPr>
              <p:cNvPr id="634" name="文本框 210"/>
              <p:cNvSpPr txBox="1"/>
              <p:nvPr/>
            </p:nvSpPr>
            <p:spPr>
              <a:xfrm>
                <a:off x="642489" y="1241690"/>
                <a:ext cx="1634575" cy="4792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600">
                    <a:solidFill>
                      <a:srgbClr val="FF0000"/>
                    </a:solidFill>
                    <a:latin typeface="Helvetica Neue Medium"/>
                    <a:ea typeface="Helvetica Neue Medium"/>
                    <a:cs typeface="Helvetica Neue Medium"/>
                    <a:sym typeface="Helvetica Neue Medium"/>
                  </a:defRPr>
                </a:lvl1pPr>
              </a:lstStyle>
              <a:p>
                <a:pPr/>
                <a:r>
                  <a:t>“L”-Fixture</a:t>
                </a:r>
              </a:p>
            </p:txBody>
          </p:sp>
        </p:grpSp>
        <p:pic>
          <p:nvPicPr>
            <p:cNvPr id="636" name="图片 84" descr="图片 84"/>
            <p:cNvPicPr>
              <a:picLocks noChangeAspect="1"/>
            </p:cNvPicPr>
            <p:nvPr/>
          </p:nvPicPr>
          <p:blipFill>
            <a:blip r:embed="rId9">
              <a:extLst/>
            </a:blip>
            <a:stretch>
              <a:fillRect/>
            </a:stretch>
          </p:blipFill>
          <p:spPr>
            <a:xfrm>
              <a:off x="281313" y="489119"/>
              <a:ext cx="1113976" cy="177989"/>
            </a:xfrm>
            <a:prstGeom prst="rect">
              <a:avLst/>
            </a:prstGeom>
            <a:ln w="12700" cap="flat">
              <a:noFill/>
              <a:miter lim="400000"/>
            </a:ln>
            <a:effectLst/>
          </p:spPr>
        </p:pic>
      </p:grpSp>
      <p:grpSp>
        <p:nvGrpSpPr>
          <p:cNvPr id="651" name="组合 102"/>
          <p:cNvGrpSpPr/>
          <p:nvPr/>
        </p:nvGrpSpPr>
        <p:grpSpPr>
          <a:xfrm>
            <a:off x="17590794" y="7122239"/>
            <a:ext cx="5606435" cy="3458781"/>
            <a:chOff x="-433451" y="0"/>
            <a:chExt cx="5606433" cy="3458780"/>
          </a:xfrm>
        </p:grpSpPr>
        <p:graphicFrame>
          <p:nvGraphicFramePr>
            <p:cNvPr id="638" name="图表 103"/>
            <p:cNvGraphicFramePr/>
            <p:nvPr/>
          </p:nvGraphicFramePr>
          <p:xfrm>
            <a:off x="-433452" y="269586"/>
            <a:ext cx="5606435" cy="3189195"/>
          </p:xfrm>
          <a:graphic xmlns:a="http://schemas.openxmlformats.org/drawingml/2006/main">
            <a:graphicData uri="http://schemas.openxmlformats.org/drawingml/2006/chart">
              <c:chart xmlns:c="http://schemas.openxmlformats.org/drawingml/2006/chart" r:id="rId11"/>
            </a:graphicData>
          </a:graphic>
        </p:graphicFrame>
        <p:grpSp>
          <p:nvGrpSpPr>
            <p:cNvPr id="649" name="组合 66"/>
            <p:cNvGrpSpPr/>
            <p:nvPr/>
          </p:nvGrpSpPr>
          <p:grpSpPr>
            <a:xfrm>
              <a:off x="-1" y="525932"/>
              <a:ext cx="3419704" cy="2179042"/>
              <a:chOff x="0" y="0"/>
              <a:chExt cx="3419702" cy="2179041"/>
            </a:xfrm>
          </p:grpSpPr>
          <p:sp>
            <p:nvSpPr>
              <p:cNvPr id="639" name="椭圆 67"/>
              <p:cNvSpPr/>
              <p:nvPr/>
            </p:nvSpPr>
            <p:spPr>
              <a:xfrm>
                <a:off x="1037434" y="1429766"/>
                <a:ext cx="22111" cy="21261"/>
              </a:xfrm>
              <a:prstGeom prst="ellipse">
                <a:avLst/>
              </a:prstGeom>
              <a:solidFill>
                <a:srgbClr val="FF0000"/>
              </a:solidFill>
              <a:ln w="63500" cap="flat">
                <a:solidFill>
                  <a:srgbClr val="00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0" name="椭圆 69"/>
              <p:cNvSpPr/>
              <p:nvPr/>
            </p:nvSpPr>
            <p:spPr>
              <a:xfrm>
                <a:off x="2011219" y="1489664"/>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1" name="椭圆 71"/>
              <p:cNvSpPr/>
              <p:nvPr/>
            </p:nvSpPr>
            <p:spPr>
              <a:xfrm>
                <a:off x="2140751" y="416265"/>
                <a:ext cx="22111" cy="21261"/>
              </a:xfrm>
              <a:prstGeom prst="ellipse">
                <a:avLst/>
              </a:prstGeom>
              <a:solidFill>
                <a:srgbClr val="00B0F0"/>
              </a:solidFill>
              <a:ln w="63500" cap="flat">
                <a:solidFill>
                  <a:srgbClr val="00B0F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2" name="椭圆 73"/>
              <p:cNvSpPr/>
              <p:nvPr/>
            </p:nvSpPr>
            <p:spPr>
              <a:xfrm>
                <a:off x="2153214" y="1152026"/>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3" name="椭圆 77"/>
              <p:cNvSpPr/>
              <p:nvPr/>
            </p:nvSpPr>
            <p:spPr>
              <a:xfrm>
                <a:off x="2277313" y="850189"/>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4" name="文本框 79"/>
              <p:cNvSpPr txBox="1"/>
              <p:nvPr/>
            </p:nvSpPr>
            <p:spPr>
              <a:xfrm>
                <a:off x="0" y="1534624"/>
                <a:ext cx="1622653" cy="6444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Dead zone Position Datum </a:t>
                </a:r>
              </a:p>
            </p:txBody>
          </p:sp>
          <p:sp>
            <p:nvSpPr>
              <p:cNvPr id="645" name="文本框 82"/>
              <p:cNvSpPr txBox="1"/>
              <p:nvPr/>
            </p:nvSpPr>
            <p:spPr>
              <a:xfrm>
                <a:off x="1411289" y="934734"/>
                <a:ext cx="897386" cy="4412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BZ=0</a:t>
                </a:r>
              </a:p>
            </p:txBody>
          </p:sp>
          <p:sp>
            <p:nvSpPr>
              <p:cNvPr id="646" name="文本框 88"/>
              <p:cNvSpPr txBox="1"/>
              <p:nvPr/>
            </p:nvSpPr>
            <p:spPr>
              <a:xfrm>
                <a:off x="1774935" y="1336558"/>
                <a:ext cx="1378069" cy="6444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p>
                <a:pPr>
                  <a:defRPr sz="1400">
                    <a:solidFill>
                      <a:srgbClr val="FF0000"/>
                    </a:solidFill>
                    <a:latin typeface="Arial"/>
                    <a:ea typeface="Arial"/>
                    <a:cs typeface="Arial"/>
                    <a:sym typeface="Arial"/>
                  </a:defRPr>
                </a:pPr>
                <a:r>
                  <a:t>Threshold</a:t>
                </a:r>
              </a:p>
              <a:p>
                <a:pPr>
                  <a:defRPr sz="1400">
                    <a:solidFill>
                      <a:srgbClr val="FF0000"/>
                    </a:solidFill>
                    <a:latin typeface="Arial"/>
                    <a:ea typeface="Arial"/>
                    <a:cs typeface="Arial"/>
                    <a:sym typeface="Arial"/>
                  </a:defRPr>
                </a:pPr>
                <a:r>
                  <a:t>P1_</a:t>
                </a:r>
                <a:r>
                  <a:t>TBD</a:t>
                </a:r>
              </a:p>
            </p:txBody>
          </p:sp>
          <p:sp>
            <p:nvSpPr>
              <p:cNvPr id="647" name="文本框 90"/>
              <p:cNvSpPr txBox="1"/>
              <p:nvPr/>
            </p:nvSpPr>
            <p:spPr>
              <a:xfrm>
                <a:off x="1778817" y="0"/>
                <a:ext cx="1137423"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Max Bxy </a:t>
                </a:r>
              </a:p>
            </p:txBody>
          </p:sp>
          <p:sp>
            <p:nvSpPr>
              <p:cNvPr id="648" name="文本框 138"/>
              <p:cNvSpPr txBox="1"/>
              <p:nvPr/>
            </p:nvSpPr>
            <p:spPr>
              <a:xfrm>
                <a:off x="2062105" y="515485"/>
                <a:ext cx="1357598" cy="6444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p>
                <a:pPr>
                  <a:defRPr sz="1400">
                    <a:solidFill>
                      <a:srgbClr val="FF0000"/>
                    </a:solidFill>
                    <a:latin typeface="Arial"/>
                    <a:ea typeface="Arial"/>
                    <a:cs typeface="Arial"/>
                    <a:sym typeface="Arial"/>
                  </a:defRPr>
                </a:pPr>
                <a:r>
                  <a:t>Threshold</a:t>
                </a:r>
              </a:p>
              <a:p>
                <a:pPr>
                  <a:defRPr sz="1400">
                    <a:solidFill>
                      <a:srgbClr val="FF0000"/>
                    </a:solidFill>
                    <a:latin typeface="Arial"/>
                    <a:ea typeface="Arial"/>
                    <a:cs typeface="Arial"/>
                    <a:sym typeface="Arial"/>
                  </a:defRPr>
                </a:pPr>
                <a:r>
                  <a:t>P2_</a:t>
                </a:r>
                <a:r>
                  <a:t>TBD</a:t>
                </a:r>
              </a:p>
            </p:txBody>
          </p:sp>
        </p:grpSp>
        <p:sp>
          <p:nvSpPr>
            <p:cNvPr id="650" name="文本框 156"/>
            <p:cNvSpPr txBox="1"/>
            <p:nvPr/>
          </p:nvSpPr>
          <p:spPr>
            <a:xfrm>
              <a:off x="2090526" y="0"/>
              <a:ext cx="693967" cy="441218"/>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L3</a:t>
              </a:r>
            </a:p>
          </p:txBody>
        </p:sp>
      </p:grpSp>
      <p:grpSp>
        <p:nvGrpSpPr>
          <p:cNvPr id="657" name="组合 123"/>
          <p:cNvGrpSpPr/>
          <p:nvPr/>
        </p:nvGrpSpPr>
        <p:grpSpPr>
          <a:xfrm>
            <a:off x="13814329" y="6559529"/>
            <a:ext cx="2909176" cy="2304533"/>
            <a:chOff x="-441445" y="0"/>
            <a:chExt cx="2909175" cy="2304531"/>
          </a:xfrm>
        </p:grpSpPr>
        <p:graphicFrame>
          <p:nvGraphicFramePr>
            <p:cNvPr id="652" name="图表 124"/>
            <p:cNvGraphicFramePr/>
            <p:nvPr/>
          </p:nvGraphicFramePr>
          <p:xfrm>
            <a:off x="-441446" y="248657"/>
            <a:ext cx="2909176" cy="1723602"/>
          </p:xfrm>
          <a:graphic xmlns:a="http://schemas.openxmlformats.org/drawingml/2006/main">
            <a:graphicData uri="http://schemas.openxmlformats.org/drawingml/2006/chart">
              <c:chart xmlns:c="http://schemas.openxmlformats.org/drawingml/2006/chart" r:id="rId12"/>
            </a:graphicData>
          </a:graphic>
        </p:graphicFrame>
        <p:grpSp>
          <p:nvGrpSpPr>
            <p:cNvPr id="656" name="组合 162"/>
            <p:cNvGrpSpPr/>
            <p:nvPr/>
          </p:nvGrpSpPr>
          <p:grpSpPr>
            <a:xfrm>
              <a:off x="715126" y="-1"/>
              <a:ext cx="1145399" cy="2304533"/>
              <a:chOff x="0" y="0"/>
              <a:chExt cx="1145398" cy="2304531"/>
            </a:xfrm>
          </p:grpSpPr>
          <p:sp>
            <p:nvSpPr>
              <p:cNvPr id="653" name="文本框 164"/>
              <p:cNvSpPr txBox="1"/>
              <p:nvPr/>
            </p:nvSpPr>
            <p:spPr>
              <a:xfrm>
                <a:off x="45056" y="0"/>
                <a:ext cx="575063"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L1</a:t>
                </a:r>
              </a:p>
            </p:txBody>
          </p:sp>
          <p:sp>
            <p:nvSpPr>
              <p:cNvPr id="654" name="文本框 165"/>
              <p:cNvSpPr txBox="1"/>
              <p:nvPr/>
            </p:nvSpPr>
            <p:spPr>
              <a:xfrm>
                <a:off x="0" y="1863314"/>
                <a:ext cx="1145399"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A1_Peak</a:t>
                </a:r>
              </a:p>
            </p:txBody>
          </p:sp>
          <p:sp>
            <p:nvSpPr>
              <p:cNvPr id="655" name="椭圆 166"/>
              <p:cNvSpPr/>
              <p:nvPr/>
            </p:nvSpPr>
            <p:spPr>
              <a:xfrm>
                <a:off x="365439" y="1312079"/>
                <a:ext cx="28683" cy="24683"/>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grpSp>
      </p:grpSp>
      <p:grpSp>
        <p:nvGrpSpPr>
          <p:cNvPr id="663" name="组合 129"/>
          <p:cNvGrpSpPr/>
          <p:nvPr/>
        </p:nvGrpSpPr>
        <p:grpSpPr>
          <a:xfrm>
            <a:off x="13813446" y="8873531"/>
            <a:ext cx="3025496" cy="1974116"/>
            <a:chOff x="-396982" y="0"/>
            <a:chExt cx="3025495" cy="1974114"/>
          </a:xfrm>
        </p:grpSpPr>
        <p:graphicFrame>
          <p:nvGraphicFramePr>
            <p:cNvPr id="658" name="图表 130"/>
            <p:cNvGraphicFramePr/>
            <p:nvPr/>
          </p:nvGraphicFramePr>
          <p:xfrm>
            <a:off x="-396983" y="198422"/>
            <a:ext cx="3025496" cy="1775693"/>
          </p:xfrm>
          <a:graphic xmlns:a="http://schemas.openxmlformats.org/drawingml/2006/main">
            <a:graphicData uri="http://schemas.openxmlformats.org/drawingml/2006/chart">
              <c:chart xmlns:c="http://schemas.openxmlformats.org/drawingml/2006/chart" r:id="rId13"/>
            </a:graphicData>
          </a:graphic>
        </p:graphicFrame>
        <p:grpSp>
          <p:nvGrpSpPr>
            <p:cNvPr id="662" name="组合 157"/>
            <p:cNvGrpSpPr/>
            <p:nvPr/>
          </p:nvGrpSpPr>
          <p:grpSpPr>
            <a:xfrm>
              <a:off x="829343" y="-1"/>
              <a:ext cx="1330529" cy="629517"/>
              <a:chOff x="0" y="0"/>
              <a:chExt cx="1330528" cy="629515"/>
            </a:xfrm>
          </p:grpSpPr>
          <p:sp>
            <p:nvSpPr>
              <p:cNvPr id="659" name="文本框 159"/>
              <p:cNvSpPr txBox="1"/>
              <p:nvPr/>
            </p:nvSpPr>
            <p:spPr>
              <a:xfrm>
                <a:off x="0" y="0"/>
                <a:ext cx="622737"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L2</a:t>
                </a:r>
              </a:p>
            </p:txBody>
          </p:sp>
          <p:sp>
            <p:nvSpPr>
              <p:cNvPr id="660" name="文本框 160"/>
              <p:cNvSpPr txBox="1"/>
              <p:nvPr/>
            </p:nvSpPr>
            <p:spPr>
              <a:xfrm>
                <a:off x="214014" y="188297"/>
                <a:ext cx="1116515" cy="4412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A2_Peak</a:t>
                </a:r>
              </a:p>
            </p:txBody>
          </p:sp>
          <p:sp>
            <p:nvSpPr>
              <p:cNvPr id="661" name="椭圆 161"/>
              <p:cNvSpPr/>
              <p:nvPr/>
            </p:nvSpPr>
            <p:spPr>
              <a:xfrm>
                <a:off x="280446" y="415819"/>
                <a:ext cx="31059" cy="34157"/>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grpSp>
      </p:grpSp>
      <p:graphicFrame>
        <p:nvGraphicFramePr>
          <p:cNvPr id="664" name="表格 63"/>
          <p:cNvGraphicFramePr/>
          <p:nvPr/>
        </p:nvGraphicFramePr>
        <p:xfrm>
          <a:off x="13407251" y="10938616"/>
          <a:ext cx="9173352" cy="17501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12246"/>
                <a:gridCol w="2573497"/>
                <a:gridCol w="2243804"/>
                <a:gridCol w="2243804"/>
              </a:tblGrid>
              <a:tr h="286960">
                <a:tc>
                  <a:txBody>
                    <a:bodyPr/>
                    <a:lstStyle/>
                    <a:p>
                      <a:pPr>
                        <a:defRPr>
                          <a:sym typeface="Helvetica Neue"/>
                        </a:defRPr>
                      </a:pP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Output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Threshold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B added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r>
              <a:tr h="243865">
                <a:tc>
                  <a:txBody>
                    <a:bodyPr/>
                    <a:lstStyle/>
                    <a:p>
                      <a:pPr defTabSz="1221738">
                        <a:defRPr sz="1800"/>
                      </a:pPr>
                      <a:r>
                        <a:rPr sz="1500">
                          <a:latin typeface="Arial"/>
                          <a:ea typeface="Arial"/>
                          <a:cs typeface="Arial"/>
                          <a:sym typeface="Arial"/>
                        </a:rPr>
                        <a:t>L1</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A1</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a:txBody>
                    <a:bodyPr/>
                    <a:lstStyle/>
                    <a:p>
                      <a:pPr defTabSz="1221738">
                        <a:defRPr sz="1800"/>
                      </a:pPr>
                      <a:r>
                        <a:rPr sz="1500">
                          <a:latin typeface="Arial"/>
                          <a:ea typeface="Arial"/>
                          <a:cs typeface="Arial"/>
                          <a:sym typeface="Arial"/>
                        </a:rPr>
                        <a:t>L2</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A2</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rowSpan="4">
                  <a:txBody>
                    <a:bodyPr/>
                    <a:lstStyle/>
                    <a:p>
                      <a:pPr defTabSz="1221738">
                        <a:defRPr sz="1800"/>
                      </a:pPr>
                      <a:r>
                        <a:rPr sz="1500">
                          <a:latin typeface="Arial"/>
                          <a:ea typeface="Arial"/>
                          <a:cs typeface="Arial"/>
                          <a:sym typeface="Arial"/>
                        </a:rPr>
                        <a:t>L3</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P1 Position</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-320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Bz=0 position </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P2 Position</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320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Max Bxy</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bl>
          </a:graphicData>
        </a:graphic>
      </p:graphicFrame>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666"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a:t>
                      </a:r>
                      <a:r>
                        <a:rPr sz="3200"/>
                        <a:t>Distance</a:t>
                      </a:r>
                      <a:r>
                        <a:t>: FAI 15 /SPC O :2*0.77±0.10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1800">
                          <a:latin typeface="Arial"/>
                          <a:ea typeface="Arial"/>
                          <a:cs typeface="Arial"/>
                          <a:sym typeface="Arial"/>
                        </a:defRPr>
                      </a:pPr>
                      <a:r>
                        <a:t>1.  </a:t>
                      </a:r>
                      <a:r>
                        <a:rPr>
                          <a:latin typeface="Microsoft YaHei"/>
                          <a:ea typeface="Microsoft YaHei"/>
                          <a:cs typeface="Microsoft YaHei"/>
                          <a:sym typeface="Microsoft YaHei"/>
                        </a:rPr>
                        <a:t>将磁钢立面摆放在测试平台上，如下图</a:t>
                      </a:r>
                      <a:r>
                        <a:t>;</a:t>
                      </a:r>
                    </a:p>
                    <a:p>
                      <a:pPr algn="l" defTabSz="409575">
                        <a:defRPr sz="18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L5/L6/L9</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交点</a:t>
                      </a:r>
                      <a:r>
                        <a:t>”</a:t>
                      </a:r>
                      <a:r>
                        <a:rPr>
                          <a:latin typeface="微软雅黑"/>
                          <a:ea typeface="微软雅黑"/>
                          <a:cs typeface="微软雅黑"/>
                          <a:sym typeface="微软雅黑"/>
                        </a:rPr>
                        <a:t>功能，构造</a:t>
                      </a:r>
                      <a:r>
                        <a:t>L5/L9</a:t>
                      </a:r>
                      <a:r>
                        <a:rPr>
                          <a:latin typeface="微软雅黑"/>
                          <a:ea typeface="微软雅黑"/>
                          <a:cs typeface="微软雅黑"/>
                          <a:sym typeface="微软雅黑"/>
                        </a:rPr>
                        <a:t>的交点</a:t>
                      </a:r>
                      <a:r>
                        <a:t>P1,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4.  </a:t>
                      </a:r>
                      <a:r>
                        <a:rPr>
                          <a:latin typeface="微软雅黑"/>
                          <a:ea typeface="微软雅黑"/>
                          <a:cs typeface="微软雅黑"/>
                          <a:sym typeface="微软雅黑"/>
                        </a:rPr>
                        <a:t>选择</a:t>
                      </a:r>
                      <a:r>
                        <a:t>“</a:t>
                      </a:r>
                      <a:r>
                        <a:rPr>
                          <a:latin typeface="微软雅黑"/>
                          <a:ea typeface="微软雅黑"/>
                          <a:cs typeface="微软雅黑"/>
                          <a:sym typeface="微软雅黑"/>
                        </a:rPr>
                        <a:t>点线距离</a:t>
                      </a:r>
                      <a:r>
                        <a:t>”</a:t>
                      </a:r>
                      <a:r>
                        <a:rPr>
                          <a:latin typeface="微软雅黑"/>
                          <a:ea typeface="微软雅黑"/>
                          <a:cs typeface="微软雅黑"/>
                          <a:sym typeface="微软雅黑"/>
                        </a:rPr>
                        <a:t>功能，输出点</a:t>
                      </a:r>
                      <a:r>
                        <a:t>P1</a:t>
                      </a:r>
                      <a:r>
                        <a:rPr>
                          <a:latin typeface="微软雅黑"/>
                          <a:ea typeface="微软雅黑"/>
                          <a:cs typeface="微软雅黑"/>
                          <a:sym typeface="微软雅黑"/>
                        </a:rPr>
                        <a:t>与线</a:t>
                      </a:r>
                      <a:r>
                        <a:t>L6</a:t>
                      </a:r>
                      <a:r>
                        <a:rPr>
                          <a:latin typeface="微软雅黑"/>
                          <a:ea typeface="微软雅黑"/>
                          <a:cs typeface="微软雅黑"/>
                          <a:sym typeface="微软雅黑"/>
                        </a:rPr>
                        <a:t>的</a:t>
                      </a:r>
                      <a:r>
                        <a:t>XY</a:t>
                      </a:r>
                      <a:r>
                        <a:rPr>
                          <a:latin typeface="微软雅黑"/>
                          <a:ea typeface="微软雅黑"/>
                          <a:cs typeface="微软雅黑"/>
                          <a:sym typeface="微软雅黑"/>
                        </a:rPr>
                        <a:t>距离即为</a:t>
                      </a:r>
                      <a:r>
                        <a:t>FAI15-1,</a:t>
                      </a:r>
                      <a:r>
                        <a:rPr>
                          <a:latin typeface="Helvetica Neue Light"/>
                          <a:ea typeface="Helvetica Neue Light"/>
                          <a:cs typeface="Helvetica Neue Light"/>
                          <a:sym typeface="Helvetica Neue Light"/>
                        </a:rPr>
                        <a:t>使用同样的测量方式测量</a:t>
                      </a:r>
                      <a:r>
                        <a:t>Bottom</a:t>
                      </a:r>
                      <a:r>
                        <a:rPr>
                          <a:latin typeface="Helvetica Neue Light"/>
                          <a:ea typeface="Helvetica Neue Light"/>
                          <a:cs typeface="Helvetica Neue Light"/>
                          <a:sym typeface="Helvetica Neue Light"/>
                        </a:rPr>
                        <a:t>面得到</a:t>
                      </a:r>
                      <a:r>
                        <a:t>FAI15-2.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1. Place the magnetic steel surface on the test platform as shown in the figure below;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2. Select the "line" function to automatically select the line L5/L6/L9; (Edge avoid 0.5*0.5mm);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3. Select the "intersection point" function to construct the intersection point P1 of L5/L9,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4. Select the "point-line distance" function, and the output XY distance between point P1 and line L6 is FAI15-1. Use the same measurement method to measure the Bottom surface to get FAI15-2.</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667" name="灯片编号占位符 3"/>
          <p:cNvSpPr txBox="1"/>
          <p:nvPr>
            <p:ph type="sldNum" sz="quarter" idx="2"/>
          </p:nvPr>
        </p:nvSpPr>
        <p:spPr>
          <a:xfrm>
            <a:off x="11482254" y="13235305"/>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68"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714" name="组合 8"/>
          <p:cNvGrpSpPr/>
          <p:nvPr/>
        </p:nvGrpSpPr>
        <p:grpSpPr>
          <a:xfrm>
            <a:off x="4898229" y="7781127"/>
            <a:ext cx="4115855" cy="5664960"/>
            <a:chOff x="0" y="0"/>
            <a:chExt cx="4115853" cy="5664959"/>
          </a:xfrm>
        </p:grpSpPr>
        <p:grpSp>
          <p:nvGrpSpPr>
            <p:cNvPr id="696" name="组合 11"/>
            <p:cNvGrpSpPr/>
            <p:nvPr/>
          </p:nvGrpSpPr>
          <p:grpSpPr>
            <a:xfrm>
              <a:off x="-1" y="112413"/>
              <a:ext cx="4115855" cy="5552547"/>
              <a:chOff x="0" y="0"/>
              <a:chExt cx="4115853" cy="5552545"/>
            </a:xfrm>
          </p:grpSpPr>
          <p:pic>
            <p:nvPicPr>
              <p:cNvPr id="669" name="图片 61" descr="图片 61"/>
              <p:cNvPicPr>
                <a:picLocks noChangeAspect="1"/>
              </p:cNvPicPr>
              <p:nvPr/>
            </p:nvPicPr>
            <p:blipFill>
              <a:blip r:embed="rId2">
                <a:extLst/>
              </a:blip>
              <a:stretch>
                <a:fillRect/>
              </a:stretch>
            </p:blipFill>
            <p:spPr>
              <a:xfrm>
                <a:off x="318761" y="0"/>
                <a:ext cx="3797093" cy="5552546"/>
              </a:xfrm>
              <a:prstGeom prst="rect">
                <a:avLst/>
              </a:prstGeom>
              <a:ln w="12700" cap="flat">
                <a:noFill/>
                <a:miter lim="400000"/>
              </a:ln>
              <a:effectLst/>
            </p:spPr>
          </p:pic>
          <p:sp>
            <p:nvSpPr>
              <p:cNvPr id="670" name="直接连接符 73"/>
              <p:cNvSpPr/>
              <p:nvPr/>
            </p:nvSpPr>
            <p:spPr>
              <a:xfrm flipH="1">
                <a:off x="694115" y="3201685"/>
                <a:ext cx="977" cy="1656001"/>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675" name="组合 75"/>
              <p:cNvGrpSpPr/>
              <p:nvPr/>
            </p:nvGrpSpPr>
            <p:grpSpPr>
              <a:xfrm>
                <a:off x="0" y="2865914"/>
                <a:ext cx="983347" cy="324005"/>
                <a:chOff x="0" y="0"/>
                <a:chExt cx="983346" cy="324004"/>
              </a:xfrm>
            </p:grpSpPr>
            <p:sp>
              <p:nvSpPr>
                <p:cNvPr id="671" name="线条"/>
                <p:cNvSpPr/>
                <p:nvPr/>
              </p:nvSpPr>
              <p:spPr>
                <a:xfrm flipV="1">
                  <a:off x="362502" y="5892"/>
                  <a:ext cx="62084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2" name="线条"/>
                <p:cNvSpPr/>
                <p:nvPr/>
              </p:nvSpPr>
              <p:spPr>
                <a:xfrm flipV="1">
                  <a:off x="397402" y="316577"/>
                  <a:ext cx="310423"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3" name="线条"/>
                <p:cNvSpPr/>
                <p:nvPr/>
              </p:nvSpPr>
              <p:spPr>
                <a:xfrm flipH="1">
                  <a:off x="590466"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674"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680" name="组合 81"/>
              <p:cNvGrpSpPr/>
              <p:nvPr/>
            </p:nvGrpSpPr>
            <p:grpSpPr>
              <a:xfrm>
                <a:off x="34963" y="4885499"/>
                <a:ext cx="1040840" cy="324006"/>
                <a:chOff x="0" y="0"/>
                <a:chExt cx="1040839" cy="324004"/>
              </a:xfrm>
            </p:grpSpPr>
            <p:sp>
              <p:nvSpPr>
                <p:cNvPr id="676" name="线条"/>
                <p:cNvSpPr/>
                <p:nvPr/>
              </p:nvSpPr>
              <p:spPr>
                <a:xfrm flipV="1">
                  <a:off x="419995" y="310687"/>
                  <a:ext cx="62084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7" name="线条"/>
                <p:cNvSpPr/>
                <p:nvPr/>
              </p:nvSpPr>
              <p:spPr>
                <a:xfrm flipV="1">
                  <a:off x="446682" y="2247"/>
                  <a:ext cx="310423"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8" name="线条"/>
                <p:cNvSpPr/>
                <p:nvPr/>
              </p:nvSpPr>
              <p:spPr>
                <a:xfrm flipH="1">
                  <a:off x="647958"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679"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681" name="直接连接符 86"/>
              <p:cNvSpPr/>
              <p:nvPr/>
            </p:nvSpPr>
            <p:spPr>
              <a:xfrm flipH="1">
                <a:off x="863904" y="817494"/>
                <a:ext cx="1026477" cy="1768863"/>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685" name="组合 7"/>
              <p:cNvGrpSpPr/>
              <p:nvPr/>
            </p:nvGrpSpPr>
            <p:grpSpPr>
              <a:xfrm>
                <a:off x="428014" y="2503491"/>
                <a:ext cx="425606" cy="346600"/>
                <a:chOff x="0" y="0"/>
                <a:chExt cx="425604" cy="346599"/>
              </a:xfrm>
            </p:grpSpPr>
            <p:sp>
              <p:nvSpPr>
                <p:cNvPr id="682" name="线条"/>
                <p:cNvSpPr/>
                <p:nvPr/>
              </p:nvSpPr>
              <p:spPr>
                <a:xfrm>
                  <a:off x="96708" y="-1"/>
                  <a:ext cx="328897" cy="77481"/>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3" name="线条"/>
                <p:cNvSpPr/>
                <p:nvPr/>
              </p:nvSpPr>
              <p:spPr>
                <a:xfrm>
                  <a:off x="0" y="282060"/>
                  <a:ext cx="303639" cy="6454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4" name="线条"/>
                <p:cNvSpPr/>
                <p:nvPr/>
              </p:nvSpPr>
              <p:spPr>
                <a:xfrm flipH="1">
                  <a:off x="175160" y="27692"/>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686" name="0.5mm"/>
              <p:cNvSpPr txBox="1"/>
              <p:nvPr/>
            </p:nvSpPr>
            <p:spPr>
              <a:xfrm rot="706241">
                <a:off x="86356" y="24424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nvGrpSpPr>
              <p:cNvPr id="690" name="组合 98"/>
              <p:cNvGrpSpPr/>
              <p:nvPr/>
            </p:nvGrpSpPr>
            <p:grpSpPr>
              <a:xfrm>
                <a:off x="1630435" y="484191"/>
                <a:ext cx="425606" cy="346600"/>
                <a:chOff x="0" y="0"/>
                <a:chExt cx="425604" cy="346599"/>
              </a:xfrm>
            </p:grpSpPr>
            <p:sp>
              <p:nvSpPr>
                <p:cNvPr id="687" name="线条"/>
                <p:cNvSpPr/>
                <p:nvPr/>
              </p:nvSpPr>
              <p:spPr>
                <a:xfrm>
                  <a:off x="96708" y="-1"/>
                  <a:ext cx="328897" cy="77481"/>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8" name="线条"/>
                <p:cNvSpPr/>
                <p:nvPr/>
              </p:nvSpPr>
              <p:spPr>
                <a:xfrm>
                  <a:off x="0" y="282060"/>
                  <a:ext cx="303639" cy="6454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9" name="线条"/>
                <p:cNvSpPr/>
                <p:nvPr/>
              </p:nvSpPr>
              <p:spPr>
                <a:xfrm flipH="1">
                  <a:off x="175160" y="27692"/>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691" name="0.5mm"/>
              <p:cNvSpPr txBox="1"/>
              <p:nvPr/>
            </p:nvSpPr>
            <p:spPr>
              <a:xfrm rot="706241">
                <a:off x="1255925" y="4231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692" name="0.5mm"/>
              <p:cNvSpPr txBox="1"/>
              <p:nvPr/>
            </p:nvSpPr>
            <p:spPr>
              <a:xfrm>
                <a:off x="274132" y="3793837"/>
                <a:ext cx="396827"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L5</a:t>
                </a:r>
              </a:p>
            </p:txBody>
          </p:sp>
          <p:sp>
            <p:nvSpPr>
              <p:cNvPr id="693" name="0.5mm"/>
              <p:cNvSpPr txBox="1"/>
              <p:nvPr/>
            </p:nvSpPr>
            <p:spPr>
              <a:xfrm>
                <a:off x="1343785" y="1503361"/>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L6</a:t>
                </a:r>
              </a:p>
            </p:txBody>
          </p:sp>
          <p:sp>
            <p:nvSpPr>
              <p:cNvPr id="694" name="直接连接符 108"/>
              <p:cNvSpPr/>
              <p:nvPr/>
            </p:nvSpPr>
            <p:spPr>
              <a:xfrm flipH="1">
                <a:off x="694115" y="224805"/>
                <a:ext cx="977" cy="2880002"/>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695" name="0.5mm"/>
              <p:cNvSpPr txBox="1"/>
              <p:nvPr/>
            </p:nvSpPr>
            <p:spPr>
              <a:xfrm>
                <a:off x="2789319" y="97894"/>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L9</a:t>
                </a:r>
              </a:p>
            </p:txBody>
          </p:sp>
        </p:grpSp>
        <p:sp>
          <p:nvSpPr>
            <p:cNvPr id="697" name="直接连接符 42"/>
            <p:cNvSpPr/>
            <p:nvPr/>
          </p:nvSpPr>
          <p:spPr>
            <a:xfrm flipH="1" flipV="1">
              <a:off x="2381800" y="576009"/>
              <a:ext cx="1086479" cy="1133"/>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702" name="组合 53"/>
            <p:cNvGrpSpPr/>
            <p:nvPr/>
          </p:nvGrpSpPr>
          <p:grpSpPr>
            <a:xfrm>
              <a:off x="3247964" y="114208"/>
              <a:ext cx="657685" cy="889473"/>
              <a:chOff x="0" y="0"/>
              <a:chExt cx="657683" cy="889471"/>
            </a:xfrm>
          </p:grpSpPr>
          <p:sp>
            <p:nvSpPr>
              <p:cNvPr id="698" name="线条"/>
              <p:cNvSpPr/>
              <p:nvPr/>
            </p:nvSpPr>
            <p:spPr>
              <a:xfrm>
                <a:off x="577753" y="169472"/>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99" name="线条"/>
              <p:cNvSpPr/>
              <p:nvPr/>
            </p:nvSpPr>
            <p:spPr>
              <a:xfrm>
                <a:off x="235939" y="219480"/>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0" name="线条"/>
              <p:cNvSpPr/>
              <p:nvPr/>
            </p:nvSpPr>
            <p:spPr>
              <a:xfrm flipH="1" flipV="1">
                <a:off x="229533" y="433833"/>
                <a:ext cx="341466"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701" name="0.5mm"/>
              <p:cNvSpPr txBox="1"/>
              <p:nvPr/>
            </p:nvSpPr>
            <p:spPr>
              <a:xfrm>
                <a:off x="0" y="-1"/>
                <a:ext cx="657684" cy="298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707" name="组合 58"/>
            <p:cNvGrpSpPr/>
            <p:nvPr/>
          </p:nvGrpSpPr>
          <p:grpSpPr>
            <a:xfrm>
              <a:off x="1958489" y="-1"/>
              <a:ext cx="657685" cy="685094"/>
              <a:chOff x="0" y="0"/>
              <a:chExt cx="657683" cy="685092"/>
            </a:xfrm>
          </p:grpSpPr>
          <p:sp>
            <p:nvSpPr>
              <p:cNvPr id="703" name="线条"/>
              <p:cNvSpPr/>
              <p:nvPr/>
            </p:nvSpPr>
            <p:spPr>
              <a:xfrm>
                <a:off x="109596" y="217094"/>
                <a:ext cx="2" cy="467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4" name="线条"/>
              <p:cNvSpPr/>
              <p:nvPr/>
            </p:nvSpPr>
            <p:spPr>
              <a:xfrm>
                <a:off x="433057" y="219477"/>
                <a:ext cx="2" cy="359998"/>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5" name="线条"/>
              <p:cNvSpPr/>
              <p:nvPr/>
            </p:nvSpPr>
            <p:spPr>
              <a:xfrm flipH="1" flipV="1">
                <a:off x="98120" y="433829"/>
                <a:ext cx="341466"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706" name="0.5mm"/>
              <p:cNvSpPr txBox="1"/>
              <p:nvPr/>
            </p:nvSpPr>
            <p:spPr>
              <a:xfrm>
                <a:off x="0" y="0"/>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708" name="直接连接符 66"/>
            <p:cNvSpPr/>
            <p:nvPr/>
          </p:nvSpPr>
          <p:spPr>
            <a:xfrm flipH="1" flipV="1">
              <a:off x="426863" y="579653"/>
              <a:ext cx="1955662" cy="1133"/>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709" name="加号 1"/>
            <p:cNvSpPr/>
            <p:nvPr/>
          </p:nvSpPr>
          <p:spPr>
            <a:xfrm>
              <a:off x="614637" y="494841"/>
              <a:ext cx="160959" cy="1866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820"/>
                  </a:moveTo>
                  <a:lnTo>
                    <a:pt x="7344" y="7820"/>
                  </a:lnTo>
                  <a:lnTo>
                    <a:pt x="7344" y="0"/>
                  </a:lnTo>
                  <a:lnTo>
                    <a:pt x="14256" y="0"/>
                  </a:lnTo>
                  <a:lnTo>
                    <a:pt x="14256" y="7820"/>
                  </a:lnTo>
                  <a:lnTo>
                    <a:pt x="21600" y="7820"/>
                  </a:lnTo>
                  <a:lnTo>
                    <a:pt x="21600" y="13780"/>
                  </a:lnTo>
                  <a:lnTo>
                    <a:pt x="14256" y="13780"/>
                  </a:lnTo>
                  <a:lnTo>
                    <a:pt x="14256" y="21600"/>
                  </a:lnTo>
                  <a:lnTo>
                    <a:pt x="7344" y="21600"/>
                  </a:lnTo>
                  <a:lnTo>
                    <a:pt x="7344" y="13780"/>
                  </a:lnTo>
                  <a:lnTo>
                    <a:pt x="0" y="13780"/>
                  </a:lnTo>
                  <a:close/>
                </a:path>
              </a:pathLst>
            </a:custGeom>
            <a:solidFill>
              <a:srgbClr val="92D050"/>
            </a:solidFill>
            <a:ln w="25400" cap="flat">
              <a:solidFill>
                <a:srgbClr val="00B050"/>
              </a:solidFill>
              <a:prstDash val="solid"/>
              <a:round/>
            </a:ln>
            <a:effectLst/>
          </p:spPr>
          <p:txBody>
            <a:bodyPr wrap="square" lIns="71435" tIns="71435" rIns="71435" bIns="71435" numCol="1" anchor="ctr">
              <a:noAutofit/>
            </a:bodyPr>
            <a:lstStyle/>
            <a:p>
              <a:pPr>
                <a:defRPr>
                  <a:latin typeface="Helvetica Neue Medium"/>
                  <a:ea typeface="Helvetica Neue Medium"/>
                  <a:cs typeface="Helvetica Neue Medium"/>
                  <a:sym typeface="Helvetica Neue Medium"/>
                </a:defRPr>
              </a:pPr>
            </a:p>
          </p:txBody>
        </p:sp>
        <p:sp>
          <p:nvSpPr>
            <p:cNvPr id="710" name="0.5mm"/>
            <p:cNvSpPr txBox="1"/>
            <p:nvPr/>
          </p:nvSpPr>
          <p:spPr>
            <a:xfrm>
              <a:off x="289363" y="231474"/>
              <a:ext cx="42498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P1</a:t>
              </a:r>
            </a:p>
          </p:txBody>
        </p:sp>
        <p:sp>
          <p:nvSpPr>
            <p:cNvPr id="711" name="直接箭头连接符 68"/>
            <p:cNvSpPr/>
            <p:nvPr/>
          </p:nvSpPr>
          <p:spPr>
            <a:xfrm>
              <a:off x="387729" y="1080991"/>
              <a:ext cx="904218" cy="847033"/>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712" name="直接连接符 74"/>
            <p:cNvSpPr/>
            <p:nvPr/>
          </p:nvSpPr>
          <p:spPr>
            <a:xfrm flipH="1">
              <a:off x="65793" y="626273"/>
              <a:ext cx="590996" cy="983329"/>
            </a:xfrm>
            <a:prstGeom prst="line">
              <a:avLst/>
            </a:prstGeom>
            <a:noFill/>
            <a:ln w="25400" cap="flat">
              <a:solidFill>
                <a:srgbClr val="000000"/>
              </a:solidFill>
              <a:prstDash val="solid"/>
              <a:round/>
            </a:ln>
            <a:effectLst/>
          </p:spPr>
          <p:txBody>
            <a:bodyPr wrap="square" lIns="45718" tIns="45718" rIns="45718" bIns="45718" numCol="1" anchor="t">
              <a:noAutofit/>
            </a:bodyPr>
            <a:lstStyle/>
            <a:p>
              <a:pPr/>
            </a:p>
          </p:txBody>
        </p:sp>
        <p:sp>
          <p:nvSpPr>
            <p:cNvPr id="713" name="L1"/>
            <p:cNvSpPr txBox="1"/>
            <p:nvPr/>
          </p:nvSpPr>
          <p:spPr>
            <a:xfrm rot="2261634">
              <a:off x="585903" y="1154628"/>
              <a:ext cx="943863"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FAI15</a:t>
              </a:r>
            </a:p>
          </p:txBody>
        </p:sp>
      </p:grpSp>
      <p:grpSp>
        <p:nvGrpSpPr>
          <p:cNvPr id="717" name="组合 87"/>
          <p:cNvGrpSpPr/>
          <p:nvPr/>
        </p:nvGrpSpPr>
        <p:grpSpPr>
          <a:xfrm>
            <a:off x="14327292" y="8405421"/>
            <a:ext cx="6147023" cy="4703015"/>
            <a:chOff x="0" y="0"/>
            <a:chExt cx="6147022" cy="4703014"/>
          </a:xfrm>
        </p:grpSpPr>
        <p:pic>
          <p:nvPicPr>
            <p:cNvPr id="715" name="图片 88" descr="图片 88"/>
            <p:cNvPicPr>
              <a:picLocks noChangeAspect="1"/>
            </p:cNvPicPr>
            <p:nvPr/>
          </p:nvPicPr>
          <p:blipFill>
            <a:blip r:embed="rId3">
              <a:extLst/>
            </a:blip>
            <a:stretch>
              <a:fillRect/>
            </a:stretch>
          </p:blipFill>
          <p:spPr>
            <a:xfrm>
              <a:off x="0" y="0"/>
              <a:ext cx="6147023" cy="4703015"/>
            </a:xfrm>
            <a:prstGeom prst="rect">
              <a:avLst/>
            </a:prstGeom>
            <a:ln w="12700" cap="flat">
              <a:noFill/>
              <a:miter lim="400000"/>
            </a:ln>
            <a:effectLst/>
          </p:spPr>
        </p:pic>
        <p:sp>
          <p:nvSpPr>
            <p:cNvPr id="716" name="矩形 89"/>
            <p:cNvSpPr/>
            <p:nvPr/>
          </p:nvSpPr>
          <p:spPr>
            <a:xfrm>
              <a:off x="254100" y="1643556"/>
              <a:ext cx="1432198"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724" name="组合 94"/>
          <p:cNvGrpSpPr/>
          <p:nvPr/>
        </p:nvGrpSpPr>
        <p:grpSpPr>
          <a:xfrm>
            <a:off x="1251521" y="8645292"/>
            <a:ext cx="2026539" cy="4622882"/>
            <a:chOff x="0" y="0"/>
            <a:chExt cx="2026537" cy="4622881"/>
          </a:xfrm>
        </p:grpSpPr>
        <p:pic>
          <p:nvPicPr>
            <p:cNvPr id="718" name="图片 95" descr="图片 95"/>
            <p:cNvPicPr>
              <a:picLocks noChangeAspect="1"/>
            </p:cNvPicPr>
            <p:nvPr/>
          </p:nvPicPr>
          <p:blipFill>
            <a:blip r:embed="rId4">
              <a:extLst/>
            </a:blip>
            <a:stretch>
              <a:fillRect/>
            </a:stretch>
          </p:blipFill>
          <p:spPr>
            <a:xfrm>
              <a:off x="492937" y="348481"/>
              <a:ext cx="905114" cy="3838444"/>
            </a:xfrm>
            <a:prstGeom prst="rect">
              <a:avLst/>
            </a:prstGeom>
            <a:ln w="12700" cap="flat">
              <a:noFill/>
              <a:miter lim="400000"/>
            </a:ln>
            <a:effectLst/>
          </p:spPr>
        </p:pic>
        <p:grpSp>
          <p:nvGrpSpPr>
            <p:cNvPr id="723" name="组合 96"/>
            <p:cNvGrpSpPr/>
            <p:nvPr/>
          </p:nvGrpSpPr>
          <p:grpSpPr>
            <a:xfrm>
              <a:off x="-1" y="0"/>
              <a:ext cx="2026539" cy="4622882"/>
              <a:chOff x="0" y="0"/>
              <a:chExt cx="2026537" cy="4622881"/>
            </a:xfrm>
          </p:grpSpPr>
          <p:sp>
            <p:nvSpPr>
              <p:cNvPr id="719" name="文本框 40"/>
              <p:cNvSpPr txBox="1"/>
              <p:nvPr/>
            </p:nvSpPr>
            <p:spPr>
              <a:xfrm>
                <a:off x="535473" y="0"/>
                <a:ext cx="1491065"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TOP surface </a:t>
                </a:r>
              </a:p>
            </p:txBody>
          </p:sp>
          <p:sp>
            <p:nvSpPr>
              <p:cNvPr id="720" name="文本框 42"/>
              <p:cNvSpPr txBox="1"/>
              <p:nvPr/>
            </p:nvSpPr>
            <p:spPr>
              <a:xfrm>
                <a:off x="0" y="4262059"/>
                <a:ext cx="1836648"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Bottom surface </a:t>
                </a:r>
              </a:p>
            </p:txBody>
          </p:sp>
          <p:sp>
            <p:nvSpPr>
              <p:cNvPr id="721" name="直接箭头连接符 104"/>
              <p:cNvSpPr/>
              <p:nvPr/>
            </p:nvSpPr>
            <p:spPr>
              <a:xfrm flipH="1">
                <a:off x="881299" y="251756"/>
                <a:ext cx="261047" cy="293275"/>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722" name="直接箭头连接符 105"/>
              <p:cNvSpPr/>
              <p:nvPr/>
            </p:nvSpPr>
            <p:spPr>
              <a:xfrm flipV="1">
                <a:off x="684213" y="4122818"/>
                <a:ext cx="212294" cy="215933"/>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grpSp>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726" name="表格 33"/>
          <p:cNvGraphicFramePr/>
          <p:nvPr/>
        </p:nvGraphicFramePr>
        <p:xfrm>
          <a:off x="771523" y="1888000"/>
          <a:ext cx="22886894" cy="11828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690594"/>
                <a:gridCol w="10196299"/>
              </a:tblGrid>
              <a:tr h="665415">
                <a:tc gridSpan="2">
                  <a:txBody>
                    <a:bodyPr/>
                    <a:lstStyle/>
                    <a:p>
                      <a:pPr algn="l" defTabSz="409575">
                        <a:defRPr sz="2800">
                          <a:latin typeface="Arial"/>
                          <a:ea typeface="Arial"/>
                          <a:cs typeface="Arial"/>
                          <a:sym typeface="Arial"/>
                        </a:defRPr>
                      </a:pPr>
                      <a:r>
                        <a:t>MATERIAL PROPERTIES:*:(Br): 13.2-13.8 kGs;  (Hcj):20 KOe Min</a:t>
                      </a:r>
                      <a:r>
                        <a:rPr>
                          <a:latin typeface="Helvetica Neue Light"/>
                          <a:ea typeface="Helvetica Neue Light"/>
                          <a:cs typeface="Helvetica Neue Light"/>
                          <a:sym typeface="Helvetica Neue Light"/>
                        </a:rPr>
                        <a:t>；</a:t>
                      </a:r>
                      <a:r>
                        <a:t>(BH) Max: 342-366 KJ/M^3</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55902">
                <a:tc>
                  <a:txBody>
                    <a:bodyPr/>
                    <a:lstStyle/>
                    <a:p>
                      <a:pPr defTabSz="409575">
                        <a:defRPr sz="1800"/>
                      </a:pPr>
                      <a:r>
                        <a:rPr sz="3000">
                          <a:latin typeface="Arial"/>
                          <a:ea typeface="Arial"/>
                          <a:cs typeface="Arial"/>
                          <a:sym typeface="Arial"/>
                        </a:rPr>
                        <a:t>/</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6683">
                <a:tc>
                  <a:txBody>
                    <a:bodyPr/>
                    <a:lstStyle/>
                    <a:p>
                      <a:pPr algn="l" defTabSz="821055">
                        <a:defRPr sz="2400">
                          <a:latin typeface="Arial"/>
                          <a:ea typeface="Arial"/>
                          <a:cs typeface="Arial"/>
                          <a:sym typeface="Arial"/>
                        </a:defRPr>
                      </a:pPr>
                      <a:r>
                        <a:t>1.  Measurement Method </a:t>
                      </a:r>
                      <a:r>
                        <a:rPr>
                          <a:latin typeface="Helvetica Neue Light"/>
                          <a:ea typeface="Helvetica Neue Light"/>
                          <a:cs typeface="Helvetica Neue Light"/>
                          <a:sym typeface="Helvetica Neue Light"/>
                        </a:rPr>
                        <a:t>：</a:t>
                      </a:r>
                      <a:r>
                        <a:t>Magnetic permanent tester</a:t>
                      </a:r>
                      <a:endParaRPr sz="2600"/>
                    </a:p>
                    <a:p>
                      <a:pPr algn="l" defTabSz="821055">
                        <a:defRPr sz="2400">
                          <a:latin typeface="Arial"/>
                          <a:ea typeface="Arial"/>
                          <a:cs typeface="Arial"/>
                          <a:sym typeface="Arial"/>
                        </a:defRPr>
                      </a:pPr>
                      <a:r>
                        <a:t>2.  Fixture </a:t>
                      </a:r>
                      <a:r>
                        <a:rPr>
                          <a:latin typeface="Helvetica Neue Light"/>
                          <a:ea typeface="Helvetica Neue Light"/>
                          <a:cs typeface="Helvetica Neue Light"/>
                          <a:sym typeface="Helvetica Neue Light"/>
                        </a:rPr>
                        <a:t>：</a:t>
                      </a:r>
                      <a:r>
                        <a:t>/</a:t>
                      </a:r>
                    </a:p>
                    <a:p>
                      <a:pPr algn="l" defTabSz="821055">
                        <a:defRPr sz="2400">
                          <a:latin typeface="Arial"/>
                          <a:ea typeface="Arial"/>
                          <a:cs typeface="Arial"/>
                          <a:sym typeface="Arial"/>
                        </a:defRPr>
                      </a:pPr>
                      <a:r>
                        <a:t>3.  Measurement status </a:t>
                      </a:r>
                      <a:r>
                        <a:rPr>
                          <a:latin typeface="Helvetica Neue Light"/>
                          <a:ea typeface="Helvetica Neue Light"/>
                          <a:cs typeface="Helvetica Neue Light"/>
                          <a:sym typeface="Helvetica Neue Light"/>
                        </a:rPr>
                        <a:t>：</a:t>
                      </a:r>
                      <a:r>
                        <a:t>Free</a:t>
                      </a:r>
                      <a:endParaRPr sz="2600"/>
                    </a:p>
                    <a:p>
                      <a:pPr algn="l" defTabSz="821055">
                        <a:defRPr sz="2400">
                          <a:latin typeface="Arial"/>
                          <a:ea typeface="Arial"/>
                          <a:cs typeface="Arial"/>
                          <a:sym typeface="Arial"/>
                        </a:defRPr>
                      </a:pPr>
                      <a:r>
                        <a:t>4.  Measurement procedure </a:t>
                      </a:r>
                      <a:r>
                        <a:rPr>
                          <a:latin typeface="Helvetica Neue Light"/>
                          <a:ea typeface="Helvetica Neue Light"/>
                          <a:cs typeface="Helvetica Neue Light"/>
                          <a:sym typeface="Helvetica Neue Light"/>
                        </a:rPr>
                        <a:t>： </a:t>
                      </a:r>
                      <a:endParaRPr sz="2600"/>
                    </a:p>
                    <a:p>
                      <a:pPr algn="l" defTabSz="821055">
                        <a:defRPr sz="2000">
                          <a:latin typeface="Arial"/>
                          <a:ea typeface="Arial"/>
                          <a:cs typeface="Arial"/>
                          <a:sym typeface="Arial"/>
                        </a:defRPr>
                      </a:pPr>
                      <a:r>
                        <a:t>1.</a:t>
                      </a:r>
                      <a:r>
                        <a:rPr>
                          <a:latin typeface="Helvetica Neue Light"/>
                          <a:ea typeface="Helvetica Neue Light"/>
                          <a:cs typeface="Helvetica Neue Light"/>
                          <a:sym typeface="Helvetica Neue Light"/>
                        </a:rPr>
                        <a:t>使用模具</a:t>
                      </a:r>
                      <a:r>
                        <a:rPr>
                          <a:latin typeface="Helvetica Neue Light"/>
                          <a:ea typeface="Helvetica Neue Light"/>
                          <a:cs typeface="Helvetica Neue Light"/>
                          <a:sym typeface="Helvetica Neue Light"/>
                        </a:rPr>
                        <a:t>准备规格为</a:t>
                      </a:r>
                      <a:r>
                        <a:t>Φ10mm*7mm</a:t>
                      </a:r>
                      <a:r>
                        <a:rPr>
                          <a:latin typeface="Helvetica Neue Light"/>
                          <a:ea typeface="Helvetica Neue Light"/>
                          <a:cs typeface="Helvetica Neue Light"/>
                          <a:sym typeface="Helvetica Neue Light"/>
                        </a:rPr>
                        <a:t>的样柱</a:t>
                      </a:r>
                      <a:r>
                        <a:t>(Pic1&amp;Pic2);</a:t>
                      </a:r>
                      <a:endParaRPr sz="2600"/>
                    </a:p>
                    <a:p>
                      <a:pPr algn="l" defTabSz="821055">
                        <a:defRPr sz="2000">
                          <a:latin typeface="Arial"/>
                          <a:ea typeface="Arial"/>
                          <a:cs typeface="Arial"/>
                          <a:sym typeface="Arial"/>
                        </a:defRPr>
                      </a:pPr>
                      <a:r>
                        <a:t>2.</a:t>
                      </a:r>
                      <a:r>
                        <a:rPr>
                          <a:latin typeface="Helvetica Neue Light"/>
                          <a:ea typeface="Helvetica Neue Light"/>
                          <a:cs typeface="Helvetica Neue Light"/>
                          <a:sym typeface="Helvetica Neue Light"/>
                        </a:rPr>
                        <a:t>根据测试样柱的规格在程式中输入测试面直径</a:t>
                      </a:r>
                      <a:r>
                        <a:t>10mm</a:t>
                      </a:r>
                      <a:r>
                        <a:rPr>
                          <a:latin typeface="Helvetica Neue Light"/>
                          <a:ea typeface="Helvetica Neue Light"/>
                          <a:cs typeface="Helvetica Neue Light"/>
                          <a:sym typeface="Helvetica Neue Light"/>
                        </a:rPr>
                        <a:t>（</a:t>
                      </a:r>
                      <a:r>
                        <a:t>Pic3</a:t>
                      </a:r>
                      <a:r>
                        <a:rPr>
                          <a:latin typeface="Helvetica Neue Light"/>
                          <a:ea typeface="Helvetica Neue Light"/>
                          <a:cs typeface="Helvetica Neue Light"/>
                          <a:sym typeface="Helvetica Neue Light"/>
                        </a:rPr>
                        <a:t>） </a:t>
                      </a:r>
                      <a:endParaRPr sz="2600"/>
                    </a:p>
                    <a:p>
                      <a:pPr algn="l" defTabSz="821055">
                        <a:defRPr sz="2000">
                          <a:latin typeface="Arial"/>
                          <a:ea typeface="Arial"/>
                          <a:cs typeface="Arial"/>
                          <a:sym typeface="Arial"/>
                        </a:defRPr>
                      </a:pPr>
                      <a:r>
                        <a:t>3.</a:t>
                      </a:r>
                      <a:r>
                        <a:rPr>
                          <a:latin typeface="Helvetica Neue Light"/>
                          <a:ea typeface="Helvetica Neue Light"/>
                          <a:cs typeface="Helvetica Neue Light"/>
                          <a:sym typeface="Helvetica Neue Light"/>
                        </a:rPr>
                        <a:t>将样柱放平在线圈上，再放置电磁铁的正中间，线圈两角调至平行后，压紧样柱（</a:t>
                      </a:r>
                      <a:r>
                        <a:t>Pic4</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4.</a:t>
                      </a:r>
                      <a:r>
                        <a:rPr>
                          <a:latin typeface="Helvetica Neue Light"/>
                          <a:ea typeface="Helvetica Neue Light"/>
                          <a:cs typeface="Helvetica Neue Light"/>
                          <a:sym typeface="Helvetica Neue Light"/>
                        </a:rPr>
                        <a:t>点击操作界面</a:t>
                      </a:r>
                      <a:r>
                        <a:t>“</a:t>
                      </a:r>
                      <a:r>
                        <a:rPr>
                          <a:latin typeface="Helvetica Neue Light"/>
                          <a:ea typeface="Helvetica Neue Light"/>
                          <a:cs typeface="Helvetica Neue Light"/>
                          <a:sym typeface="Helvetica Neue Light"/>
                        </a:rPr>
                        <a:t>启动</a:t>
                      </a:r>
                      <a:r>
                        <a:t>”</a:t>
                      </a:r>
                      <a:r>
                        <a:rPr>
                          <a:latin typeface="Helvetica Neue Light"/>
                          <a:ea typeface="Helvetica Neue Light"/>
                          <a:cs typeface="Helvetica Neue Light"/>
                          <a:sym typeface="Helvetica Neue Light"/>
                        </a:rPr>
                        <a:t>键，设备自动开始测试（</a:t>
                      </a:r>
                      <a:r>
                        <a:t>Pic5</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5.</a:t>
                      </a:r>
                      <a:r>
                        <a:rPr>
                          <a:latin typeface="Helvetica Neue Light"/>
                          <a:ea typeface="Helvetica Neue Light"/>
                          <a:cs typeface="Helvetica Neue Light"/>
                          <a:sym typeface="Helvetica Neue Light"/>
                        </a:rPr>
                        <a:t>输出磁性曲线，记录</a:t>
                      </a:r>
                      <a:r>
                        <a:t>Br</a:t>
                      </a:r>
                      <a:r>
                        <a:rPr>
                          <a:latin typeface="Helvetica Neue Light"/>
                          <a:ea typeface="Helvetica Neue Light"/>
                          <a:cs typeface="Helvetica Neue Light"/>
                          <a:sym typeface="Helvetica Neue Light"/>
                        </a:rPr>
                        <a:t>，</a:t>
                      </a:r>
                      <a:r>
                        <a:t>Hcj , Hcb, BH max</a:t>
                      </a:r>
                      <a:r>
                        <a:rPr>
                          <a:latin typeface="Helvetica Neue Light"/>
                          <a:ea typeface="Helvetica Neue Light"/>
                          <a:cs typeface="Helvetica Neue Light"/>
                          <a:sym typeface="Helvetica Neue Light"/>
                        </a:rPr>
                        <a:t>值（</a:t>
                      </a:r>
                      <a:r>
                        <a:t>Pic6</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1. Prepare sample columns (Pic1&amp;Pic2) with specifications Φ10mm*7mm using the mold; </a:t>
                      </a:r>
                      <a:endParaRPr sz="2600"/>
                    </a:p>
                    <a:p>
                      <a:pPr algn="l" defTabSz="821055">
                        <a:defRPr sz="2000">
                          <a:latin typeface="Arial"/>
                          <a:ea typeface="Arial"/>
                          <a:cs typeface="Arial"/>
                          <a:sym typeface="Arial"/>
                        </a:defRPr>
                      </a:pPr>
                      <a:r>
                        <a:t>2. According to the specifications of the test sample column, enter the test surface diameter 10mm (Pic3) in the program. </a:t>
                      </a:r>
                      <a:endParaRPr sz="2600"/>
                    </a:p>
                    <a:p>
                      <a:pPr algn="l" defTabSz="821055">
                        <a:defRPr sz="2000">
                          <a:latin typeface="Arial"/>
                          <a:ea typeface="Arial"/>
                          <a:cs typeface="Arial"/>
                          <a:sym typeface="Arial"/>
                        </a:defRPr>
                      </a:pPr>
                      <a:r>
                        <a:t>3. Place the sample column flat on the coil, and then place the electromagnet in the middle. After the two angles of the coil are adjusted to parallel, press the sample column (Pic4) firmly. </a:t>
                      </a:r>
                      <a:endParaRPr sz="2600"/>
                    </a:p>
                    <a:p>
                      <a:pPr algn="l" defTabSz="821055">
                        <a:defRPr sz="2000">
                          <a:latin typeface="Arial"/>
                          <a:ea typeface="Arial"/>
                          <a:cs typeface="Arial"/>
                          <a:sym typeface="Arial"/>
                        </a:defRPr>
                      </a:pPr>
                      <a:r>
                        <a:t>4. Click the "Start" button on the operation interface, and the device will automatically start the test (Pic5) </a:t>
                      </a:r>
                      <a:endParaRPr sz="2600"/>
                    </a:p>
                    <a:p>
                      <a:pPr algn="l" defTabSz="821055">
                        <a:defRPr sz="2000">
                          <a:latin typeface="Arial"/>
                          <a:ea typeface="Arial"/>
                          <a:cs typeface="Arial"/>
                          <a:sym typeface="Arial"/>
                        </a:defRPr>
                      </a:pPr>
                      <a:r>
                        <a:t>5. Output magnetic curve, record Br, Hcj, Hcb, BH max value (Pic6)</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821055">
                        <a:defRPr sz="2400">
                          <a:latin typeface="Arial"/>
                          <a:ea typeface="Arial"/>
                          <a:cs typeface="Arial"/>
                          <a:sym typeface="Arial"/>
                        </a:defRPr>
                      </a:pPr>
                      <a:r>
                        <a:t>1. Measurement Method </a:t>
                      </a:r>
                      <a:r>
                        <a:rPr>
                          <a:latin typeface="Helvetica Neue Light"/>
                          <a:ea typeface="Helvetica Neue Light"/>
                          <a:cs typeface="Helvetica Neue Light"/>
                          <a:sym typeface="Helvetica Neue Light"/>
                        </a:rPr>
                        <a:t>：</a:t>
                      </a:r>
                      <a:r>
                        <a:t>Magnetic permanent tester</a:t>
                      </a:r>
                      <a:endParaRPr sz="2600"/>
                    </a:p>
                    <a:p>
                      <a:pPr algn="l" defTabSz="821055">
                        <a:defRPr sz="2400">
                          <a:latin typeface="Arial"/>
                          <a:ea typeface="Arial"/>
                          <a:cs typeface="Arial"/>
                          <a:sym typeface="Arial"/>
                        </a:defRPr>
                      </a:pPr>
                      <a:r>
                        <a:t>2.  Fixture </a:t>
                      </a:r>
                      <a:r>
                        <a:rPr>
                          <a:latin typeface="Helvetica Neue Light"/>
                          <a:ea typeface="Helvetica Neue Light"/>
                          <a:cs typeface="Helvetica Neue Light"/>
                          <a:sym typeface="Helvetica Neue Light"/>
                        </a:rPr>
                        <a:t>：</a:t>
                      </a:r>
                      <a:r>
                        <a:t>/</a:t>
                      </a:r>
                    </a:p>
                    <a:p>
                      <a:pPr algn="l" defTabSz="821055">
                        <a:defRPr sz="2400">
                          <a:latin typeface="Arial"/>
                          <a:ea typeface="Arial"/>
                          <a:cs typeface="Arial"/>
                          <a:sym typeface="Arial"/>
                        </a:defRPr>
                      </a:pPr>
                      <a:r>
                        <a:t>3.  Measurement status </a:t>
                      </a:r>
                      <a:r>
                        <a:rPr>
                          <a:latin typeface="Helvetica Neue Light"/>
                          <a:ea typeface="Helvetica Neue Light"/>
                          <a:cs typeface="Helvetica Neue Light"/>
                          <a:sym typeface="Helvetica Neue Light"/>
                        </a:rPr>
                        <a:t>：</a:t>
                      </a:r>
                      <a:r>
                        <a:t>Free</a:t>
                      </a:r>
                      <a:endParaRPr sz="2600"/>
                    </a:p>
                    <a:p>
                      <a:pPr algn="l" defTabSz="821055">
                        <a:defRPr sz="2400">
                          <a:latin typeface="Arial"/>
                          <a:ea typeface="Arial"/>
                          <a:cs typeface="Arial"/>
                          <a:sym typeface="Arial"/>
                        </a:defRPr>
                      </a:pPr>
                      <a:r>
                        <a:t>4.  Measurement procedure </a:t>
                      </a:r>
                      <a:r>
                        <a:rPr>
                          <a:latin typeface="Helvetica Neue"/>
                          <a:ea typeface="Helvetica Neue"/>
                          <a:cs typeface="Helvetica Neue"/>
                          <a:sym typeface="Helvetica Neue"/>
                        </a:rPr>
                        <a:t>：</a:t>
                      </a:r>
                      <a:r>
                        <a:t>Same as the </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r>
            </a:tbl>
          </a:graphicData>
        </a:graphic>
      </p:graphicFrame>
      <p:pic>
        <p:nvPicPr>
          <p:cNvPr id="727" name="成组" descr="成组"/>
          <p:cNvPicPr>
            <a:picLocks noChangeAspect="1"/>
          </p:cNvPicPr>
          <p:nvPr/>
        </p:nvPicPr>
        <p:blipFill>
          <a:blip r:embed="rId2">
            <a:extLst/>
          </a:blip>
          <a:stretch>
            <a:fillRect/>
          </a:stretch>
        </p:blipFill>
        <p:spPr>
          <a:xfrm>
            <a:off x="8430372" y="9959927"/>
            <a:ext cx="2514606" cy="2548134"/>
          </a:xfrm>
          <a:prstGeom prst="rect">
            <a:avLst/>
          </a:prstGeom>
          <a:ln w="12700">
            <a:miter lim="400000"/>
          </a:ln>
        </p:spPr>
      </p:pic>
      <p:sp>
        <p:nvSpPr>
          <p:cNvPr id="728" name="线条"/>
          <p:cNvSpPr/>
          <p:nvPr/>
        </p:nvSpPr>
        <p:spPr>
          <a:xfrm>
            <a:off x="14120685" y="11546593"/>
            <a:ext cx="701115" cy="2"/>
          </a:xfrm>
          <a:prstGeom prst="line">
            <a:avLst/>
          </a:prstGeom>
          <a:ln w="38100">
            <a:solidFill>
              <a:srgbClr val="0365C0"/>
            </a:solidFill>
            <a:miter lim="400000"/>
            <a:tailEnd type="triangle"/>
          </a:ln>
        </p:spPr>
        <p:txBody>
          <a:bodyPr lIns="45718" tIns="45718" rIns="45718" bIns="45718"/>
          <a:lstStyle/>
          <a:p>
            <a:pPr/>
          </a:p>
        </p:txBody>
      </p:sp>
      <p:sp>
        <p:nvSpPr>
          <p:cNvPr id="729" name="PIC 5  Start test"/>
          <p:cNvSpPr txBox="1"/>
          <p:nvPr/>
        </p:nvSpPr>
        <p:spPr>
          <a:xfrm>
            <a:off x="16219535" y="12672311"/>
            <a:ext cx="2200230" cy="3620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5</a:t>
            </a:r>
            <a:r>
              <a:t>  Start test</a:t>
            </a:r>
          </a:p>
        </p:txBody>
      </p:sp>
      <p:sp>
        <p:nvSpPr>
          <p:cNvPr id="730" name="线条"/>
          <p:cNvSpPr/>
          <p:nvPr/>
        </p:nvSpPr>
        <p:spPr>
          <a:xfrm>
            <a:off x="19061918" y="11546595"/>
            <a:ext cx="701114" cy="2"/>
          </a:xfrm>
          <a:prstGeom prst="line">
            <a:avLst/>
          </a:prstGeom>
          <a:ln w="38100">
            <a:solidFill>
              <a:srgbClr val="0365C0"/>
            </a:solidFill>
            <a:miter lim="400000"/>
            <a:tailEnd type="triangle"/>
          </a:ln>
        </p:spPr>
        <p:txBody>
          <a:bodyPr lIns="45718" tIns="45718" rIns="45718" bIns="45718"/>
          <a:lstStyle/>
          <a:p>
            <a:pPr/>
          </a:p>
        </p:txBody>
      </p:sp>
      <p:sp>
        <p:nvSpPr>
          <p:cNvPr id="731" name="PIC 6  Record the value of Br, Hcb, Hcj, BH max."/>
          <p:cNvSpPr txBox="1"/>
          <p:nvPr/>
        </p:nvSpPr>
        <p:spPr>
          <a:xfrm>
            <a:off x="20116801" y="12547783"/>
            <a:ext cx="3338122" cy="5779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defTabSz="819150">
              <a:defRPr sz="1500">
                <a:latin typeface="Arial"/>
                <a:ea typeface="Arial"/>
                <a:cs typeface="Arial"/>
                <a:sym typeface="Arial"/>
              </a:defRPr>
            </a:pPr>
            <a:r>
              <a:t>PIC </a:t>
            </a:r>
            <a:r>
              <a:t>6</a:t>
            </a:r>
            <a:r>
              <a:t>  Record the value of Br, Hcb, Hcj, BH max.</a:t>
            </a:r>
          </a:p>
        </p:txBody>
      </p:sp>
      <p:pic>
        <p:nvPicPr>
          <p:cNvPr id="732" name="Picture 2" descr="Picture 2"/>
          <p:cNvPicPr>
            <a:picLocks noChangeAspect="1"/>
          </p:cNvPicPr>
          <p:nvPr/>
        </p:nvPicPr>
        <p:blipFill>
          <a:blip r:embed="rId3">
            <a:extLst/>
          </a:blip>
          <a:stretch>
            <a:fillRect/>
          </a:stretch>
        </p:blipFill>
        <p:spPr>
          <a:xfrm>
            <a:off x="1067195" y="9352464"/>
            <a:ext cx="2562226" cy="3152776"/>
          </a:xfrm>
          <a:prstGeom prst="rect">
            <a:avLst/>
          </a:prstGeom>
          <a:ln w="12700">
            <a:miter lim="400000"/>
          </a:ln>
        </p:spPr>
      </p:pic>
      <p:pic>
        <p:nvPicPr>
          <p:cNvPr id="733" name="Picture 3" descr="Picture 3"/>
          <p:cNvPicPr>
            <a:picLocks noChangeAspect="1"/>
          </p:cNvPicPr>
          <p:nvPr/>
        </p:nvPicPr>
        <p:blipFill>
          <a:blip r:embed="rId4">
            <a:extLst/>
          </a:blip>
          <a:stretch>
            <a:fillRect/>
          </a:stretch>
        </p:blipFill>
        <p:spPr>
          <a:xfrm>
            <a:off x="11781317" y="9849009"/>
            <a:ext cx="2270789" cy="2781079"/>
          </a:xfrm>
          <a:prstGeom prst="rect">
            <a:avLst/>
          </a:prstGeom>
          <a:ln w="12700">
            <a:miter lim="400000"/>
          </a:ln>
        </p:spPr>
      </p:pic>
      <p:pic>
        <p:nvPicPr>
          <p:cNvPr id="734" name="Picture 4" descr="Picture 4"/>
          <p:cNvPicPr>
            <a:picLocks noChangeAspect="1"/>
          </p:cNvPicPr>
          <p:nvPr/>
        </p:nvPicPr>
        <p:blipFill>
          <a:blip r:embed="rId5">
            <a:extLst/>
          </a:blip>
          <a:stretch>
            <a:fillRect/>
          </a:stretch>
        </p:blipFill>
        <p:spPr>
          <a:xfrm>
            <a:off x="19717312" y="9863328"/>
            <a:ext cx="3829051" cy="2714626"/>
          </a:xfrm>
          <a:prstGeom prst="rect">
            <a:avLst/>
          </a:prstGeom>
          <a:ln w="12700">
            <a:miter lim="400000"/>
          </a:ln>
        </p:spPr>
      </p:pic>
      <p:grpSp>
        <p:nvGrpSpPr>
          <p:cNvPr id="737" name="组合 60"/>
          <p:cNvGrpSpPr/>
          <p:nvPr/>
        </p:nvGrpSpPr>
        <p:grpSpPr>
          <a:xfrm>
            <a:off x="14776079" y="9989136"/>
            <a:ext cx="4307905" cy="2506586"/>
            <a:chOff x="0" y="0"/>
            <a:chExt cx="4307904" cy="2506585"/>
          </a:xfrm>
        </p:grpSpPr>
        <p:pic>
          <p:nvPicPr>
            <p:cNvPr id="735" name="Picture 3398" descr="Picture 3398"/>
            <p:cNvPicPr>
              <a:picLocks noChangeAspect="1"/>
            </p:cNvPicPr>
            <p:nvPr/>
          </p:nvPicPr>
          <p:blipFill>
            <a:blip r:embed="rId6">
              <a:extLst/>
            </a:blip>
            <a:stretch>
              <a:fillRect/>
            </a:stretch>
          </p:blipFill>
          <p:spPr>
            <a:xfrm>
              <a:off x="-1" y="0"/>
              <a:ext cx="1587392" cy="2506586"/>
            </a:xfrm>
            <a:prstGeom prst="rect">
              <a:avLst/>
            </a:prstGeom>
            <a:ln w="12700" cap="flat">
              <a:noFill/>
              <a:miter lim="400000"/>
            </a:ln>
            <a:effectLst/>
          </p:spPr>
        </p:pic>
        <p:pic>
          <p:nvPicPr>
            <p:cNvPr id="736" name="Picture 2" descr="Picture 2"/>
            <p:cNvPicPr>
              <a:picLocks noChangeAspect="1"/>
            </p:cNvPicPr>
            <p:nvPr/>
          </p:nvPicPr>
          <p:blipFill>
            <a:blip r:embed="rId7">
              <a:extLst/>
            </a:blip>
            <a:stretch>
              <a:fillRect/>
            </a:stretch>
          </p:blipFill>
          <p:spPr>
            <a:xfrm>
              <a:off x="1649795" y="760920"/>
              <a:ext cx="2658110" cy="1380696"/>
            </a:xfrm>
            <a:prstGeom prst="rect">
              <a:avLst/>
            </a:prstGeom>
            <a:ln w="12700" cap="flat">
              <a:noFill/>
              <a:miter lim="400000"/>
            </a:ln>
            <a:effectLst/>
          </p:spPr>
        </p:pic>
      </p:grpSp>
      <p:pic>
        <p:nvPicPr>
          <p:cNvPr id="738" name="Picture 3" descr="Picture 3"/>
          <p:cNvPicPr>
            <a:picLocks noChangeAspect="1"/>
          </p:cNvPicPr>
          <p:nvPr/>
        </p:nvPicPr>
        <p:blipFill>
          <a:blip r:embed="rId8">
            <a:extLst/>
          </a:blip>
          <a:stretch>
            <a:fillRect/>
          </a:stretch>
        </p:blipFill>
        <p:spPr>
          <a:xfrm>
            <a:off x="4500622" y="10263455"/>
            <a:ext cx="3105151" cy="2200276"/>
          </a:xfrm>
          <a:prstGeom prst="rect">
            <a:avLst/>
          </a:prstGeom>
          <a:ln w="12700">
            <a:miter lim="400000"/>
          </a:ln>
        </p:spPr>
      </p:pic>
      <p:sp>
        <p:nvSpPr>
          <p:cNvPr id="739"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sp>
        <p:nvSpPr>
          <p:cNvPr id="740"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41" name="PIC 3  Set column sample size into program"/>
          <p:cNvSpPr txBox="1"/>
          <p:nvPr/>
        </p:nvSpPr>
        <p:spPr>
          <a:xfrm>
            <a:off x="8376949" y="12551107"/>
            <a:ext cx="3330874" cy="5779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3</a:t>
            </a:r>
            <a:r>
              <a:t>  Set column sample size into program</a:t>
            </a:r>
          </a:p>
        </p:txBody>
      </p:sp>
      <p:sp>
        <p:nvSpPr>
          <p:cNvPr id="742" name="线条"/>
          <p:cNvSpPr/>
          <p:nvPr/>
        </p:nvSpPr>
        <p:spPr>
          <a:xfrm>
            <a:off x="11082136" y="11417397"/>
            <a:ext cx="701114" cy="2"/>
          </a:xfrm>
          <a:prstGeom prst="line">
            <a:avLst/>
          </a:prstGeom>
          <a:ln w="38100">
            <a:solidFill>
              <a:srgbClr val="0365C0"/>
            </a:solidFill>
            <a:miter lim="400000"/>
            <a:tailEnd type="triangle"/>
          </a:ln>
        </p:spPr>
        <p:txBody>
          <a:bodyPr lIns="45718" tIns="45718" rIns="45718" bIns="45718"/>
          <a:lstStyle/>
          <a:p>
            <a:pPr/>
          </a:p>
        </p:txBody>
      </p:sp>
      <p:sp>
        <p:nvSpPr>
          <p:cNvPr id="743" name="PIC 3  Set column sample size into program"/>
          <p:cNvSpPr txBox="1"/>
          <p:nvPr/>
        </p:nvSpPr>
        <p:spPr>
          <a:xfrm>
            <a:off x="4557624" y="12596389"/>
            <a:ext cx="3330874" cy="3620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2</a:t>
            </a:r>
            <a:r>
              <a:t> </a:t>
            </a:r>
            <a:r>
              <a:t> </a:t>
            </a:r>
            <a:r>
              <a:t>Φ10</a:t>
            </a:r>
            <a:r>
              <a:t>mm*7mm samples</a:t>
            </a:r>
          </a:p>
        </p:txBody>
      </p:sp>
      <p:sp>
        <p:nvSpPr>
          <p:cNvPr id="744" name="PIC 1  Block/column sample and measuring Coil"/>
          <p:cNvSpPr txBox="1"/>
          <p:nvPr/>
        </p:nvSpPr>
        <p:spPr>
          <a:xfrm>
            <a:off x="951589" y="12606181"/>
            <a:ext cx="2928677" cy="374354"/>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defTabSz="819150">
              <a:defRPr sz="1600">
                <a:latin typeface="Arial"/>
                <a:ea typeface="Arial"/>
                <a:cs typeface="Arial"/>
                <a:sym typeface="Arial"/>
              </a:defRPr>
            </a:pPr>
            <a:r>
              <a:t>PIC 1 </a:t>
            </a:r>
            <a:r>
              <a:t>column mold </a:t>
            </a:r>
          </a:p>
        </p:txBody>
      </p:sp>
      <p:sp>
        <p:nvSpPr>
          <p:cNvPr id="745" name="线条"/>
          <p:cNvSpPr/>
          <p:nvPr/>
        </p:nvSpPr>
        <p:spPr>
          <a:xfrm>
            <a:off x="7669465" y="11417397"/>
            <a:ext cx="701114" cy="2"/>
          </a:xfrm>
          <a:prstGeom prst="line">
            <a:avLst/>
          </a:prstGeom>
          <a:ln w="38100">
            <a:solidFill>
              <a:srgbClr val="0365C0"/>
            </a:solidFill>
            <a:miter lim="400000"/>
            <a:tailEnd type="triangle"/>
          </a:ln>
        </p:spPr>
        <p:txBody>
          <a:bodyPr lIns="45718" tIns="45718" rIns="45718" bIns="45718"/>
          <a:lstStyle/>
          <a:p>
            <a:pPr/>
          </a:p>
        </p:txBody>
      </p:sp>
      <p:pic>
        <p:nvPicPr>
          <p:cNvPr id="746" name="图片 2" descr="图片 2"/>
          <p:cNvPicPr>
            <a:picLocks noChangeAspect="1"/>
          </p:cNvPicPr>
          <p:nvPr/>
        </p:nvPicPr>
        <p:blipFill>
          <a:blip r:embed="rId9">
            <a:extLst/>
          </a:blip>
          <a:stretch>
            <a:fillRect/>
          </a:stretch>
        </p:blipFill>
        <p:spPr>
          <a:xfrm>
            <a:off x="13621886" y="4892254"/>
            <a:ext cx="9595759" cy="1188291"/>
          </a:xfrm>
          <a:prstGeom prst="rect">
            <a:avLst/>
          </a:prstGeom>
          <a:ln>
            <a:solidFill>
              <a:srgbClr val="FF0000"/>
            </a:solidFill>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48" name="图像" descr="图像"/>
          <p:cNvPicPr>
            <a:picLocks noChangeAspect="1"/>
          </p:cNvPicPr>
          <p:nvPr/>
        </p:nvPicPr>
        <p:blipFill>
          <a:blip r:embed="rId2">
            <a:extLst/>
          </a:blip>
          <a:stretch>
            <a:fillRect/>
          </a:stretch>
        </p:blipFill>
        <p:spPr>
          <a:xfrm>
            <a:off x="12639188" y="7757861"/>
            <a:ext cx="10808100" cy="3090142"/>
          </a:xfrm>
          <a:prstGeom prst="rect">
            <a:avLst/>
          </a:prstGeom>
          <a:ln w="12700">
            <a:miter lim="400000"/>
          </a:ln>
        </p:spPr>
      </p:pic>
      <p:graphicFrame>
        <p:nvGraphicFramePr>
          <p:cNvPr id="749" name="表格"/>
          <p:cNvGraphicFramePr/>
          <p:nvPr/>
        </p:nvGraphicFramePr>
        <p:xfrm>
          <a:off x="768808" y="1848739"/>
          <a:ext cx="22807910" cy="117679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731799"/>
                <a:gridCol w="11076109"/>
              </a:tblGrid>
              <a:tr h="634138">
                <a:tc gridSpan="2">
                  <a:txBody>
                    <a:bodyPr/>
                    <a:lstStyle/>
                    <a:p>
                      <a:pPr algn="l" defTabSz="409575">
                        <a:defRPr sz="1800"/>
                      </a:pPr>
                      <a:r>
                        <a:rPr sz="2400">
                          <a:latin typeface="Arial"/>
                          <a:ea typeface="Arial"/>
                          <a:cs typeface="Arial"/>
                          <a:sym typeface="Arial"/>
                        </a:rPr>
                        <a:t>Plating Thickness :layer1: 2~5μm  layer2: 2~5μm layer3&amp;4: 3~9μm Total thickness : 7~19μm</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5072">
                <a:tc>
                  <a:txBody>
                    <a:bodyPr/>
                    <a:lstStyle/>
                    <a:p>
                      <a:pPr defTabSz="409575">
                        <a:defRPr sz="1800"/>
                      </a:pPr>
                      <a:r>
                        <a:rPr sz="3000">
                          <a:latin typeface="Arial"/>
                          <a:ea typeface="Arial"/>
                          <a:cs typeface="Arial"/>
                          <a:sym typeface="Arial"/>
                        </a:rPr>
                        <a:t>FAI</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8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Metallographic Microscope </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t>:  </a:t>
                      </a:r>
                    </a:p>
                    <a:p>
                      <a:pPr algn="l" defTabSz="409575">
                        <a:defRPr sz="2000">
                          <a:latin typeface="Arial"/>
                          <a:ea typeface="Arial"/>
                          <a:cs typeface="Arial"/>
                          <a:sym typeface="Arial"/>
                        </a:defRPr>
                      </a:pPr>
                      <a:r>
                        <a:t>1.</a:t>
                      </a:r>
                      <a:r>
                        <a:rPr>
                          <a:latin typeface="Helvetica Neue"/>
                          <a:ea typeface="Helvetica Neue"/>
                          <a:cs typeface="Helvetica Neue"/>
                          <a:sym typeface="Helvetica Neue"/>
                        </a:rPr>
                        <a:t>制作镶样块：按</a:t>
                      </a:r>
                      <a:r>
                        <a:t>Step1~Step4</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Pic1</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2.</a:t>
                      </a:r>
                      <a:r>
                        <a:rPr>
                          <a:latin typeface="Helvetica Neue"/>
                          <a:ea typeface="Helvetica Neue"/>
                          <a:cs typeface="Helvetica Neue"/>
                          <a:sym typeface="Helvetica Neue"/>
                        </a:rPr>
                        <a:t>磨抛：按</a:t>
                      </a:r>
                      <a:r>
                        <a:t>Step5~Step7</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Pic2</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3.</a:t>
                      </a:r>
                      <a:r>
                        <a:rPr>
                          <a:latin typeface="Helvetica Neue"/>
                          <a:ea typeface="Helvetica Neue"/>
                          <a:cs typeface="Helvetica Neue"/>
                          <a:sym typeface="Helvetica Neue"/>
                        </a:rPr>
                        <a:t>测量：按</a:t>
                      </a:r>
                      <a:r>
                        <a:t>Step8~Step10</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Pic3</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4.</a:t>
                      </a:r>
                      <a:r>
                        <a:rPr>
                          <a:latin typeface="Helvetica Neue"/>
                          <a:ea typeface="Helvetica Neue"/>
                          <a:cs typeface="Helvetica Neue"/>
                          <a:sym typeface="Helvetica Neue"/>
                        </a:rPr>
                        <a:t>根据磨拋将样件从</a:t>
                      </a:r>
                      <a:r>
                        <a:t>Y0</a:t>
                      </a:r>
                      <a:r>
                        <a:rPr>
                          <a:latin typeface="Helvetica Neue"/>
                          <a:ea typeface="Helvetica Neue"/>
                          <a:cs typeface="Helvetica Neue"/>
                          <a:sym typeface="Helvetica Neue"/>
                        </a:rPr>
                        <a:t>开始向上磨拋产品</a:t>
                      </a:r>
                      <a:r>
                        <a:t>1/2</a:t>
                      </a:r>
                      <a:r>
                        <a:rPr>
                          <a:latin typeface="Helvetica Neue"/>
                          <a:ea typeface="Helvetica Neue"/>
                          <a:cs typeface="Helvetica Neue"/>
                          <a:sym typeface="Helvetica Neue"/>
                        </a:rPr>
                        <a:t>处</a:t>
                      </a:r>
                      <a:r>
                        <a:t>1.425mm</a:t>
                      </a:r>
                      <a:r>
                        <a:rPr>
                          <a:latin typeface="Helvetica Neue"/>
                          <a:ea typeface="Helvetica Neue"/>
                          <a:cs typeface="Helvetica Neue"/>
                          <a:sym typeface="Helvetica Neue"/>
                        </a:rPr>
                        <a:t>位置测量</a:t>
                      </a:r>
                      <a:r>
                        <a:t>P1~P3</a:t>
                      </a:r>
                      <a:r>
                        <a:rPr>
                          <a:latin typeface="Helvetica Neue"/>
                          <a:ea typeface="Helvetica Neue"/>
                          <a:cs typeface="Helvetica Neue"/>
                          <a:sym typeface="Helvetica Neue"/>
                        </a:rPr>
                        <a:t>，先调试金相显微镜</a:t>
                      </a:r>
                      <a:r>
                        <a:t>100X</a:t>
                      </a:r>
                      <a:r>
                        <a:rPr>
                          <a:latin typeface="Helvetica Neue"/>
                          <a:ea typeface="Helvetica Neue"/>
                          <a:cs typeface="Helvetica Neue"/>
                          <a:sym typeface="Helvetica Neue"/>
                        </a:rPr>
                        <a:t>，查找</a:t>
                      </a:r>
                      <a:r>
                        <a:t>P1</a:t>
                      </a:r>
                      <a:r>
                        <a:rPr>
                          <a:latin typeface="Helvetica Neue"/>
                          <a:ea typeface="Helvetica Neue"/>
                          <a:cs typeface="Helvetica Neue"/>
                          <a:sym typeface="Helvetica Neue"/>
                        </a:rPr>
                        <a:t>凹坑区域，再将显微镜放大至</a:t>
                      </a:r>
                      <a:r>
                        <a:t>500x,</a:t>
                      </a:r>
                      <a:r>
                        <a:rPr>
                          <a:latin typeface="Helvetica Neue"/>
                          <a:ea typeface="Helvetica Neue"/>
                          <a:cs typeface="Helvetica Neue"/>
                          <a:sym typeface="Helvetica Neue"/>
                        </a:rPr>
                        <a:t>分别每层每个位置测试</a:t>
                      </a:r>
                      <a:r>
                        <a:t>3</a:t>
                      </a:r>
                      <a:r>
                        <a:rPr>
                          <a:latin typeface="Helvetica Neue"/>
                          <a:ea typeface="Helvetica Neue"/>
                          <a:cs typeface="Helvetica Neue"/>
                          <a:sym typeface="Helvetica Neue"/>
                        </a:rPr>
                        <a:t>个数据，记录</a:t>
                      </a:r>
                      <a:r>
                        <a:t>3</a:t>
                      </a:r>
                      <a:r>
                        <a:rPr>
                          <a:latin typeface="Helvetica Neue"/>
                          <a:ea typeface="Helvetica Neue"/>
                          <a:cs typeface="Helvetica Neue"/>
                          <a:sym typeface="Helvetica Neue"/>
                        </a:rPr>
                        <a:t>个数据的平均值</a:t>
                      </a:r>
                      <a:r>
                        <a:t>;</a:t>
                      </a:r>
                      <a:r>
                        <a:rPr>
                          <a:latin typeface="Helvetica Neue"/>
                          <a:ea typeface="Helvetica Neue"/>
                          <a:cs typeface="Helvetica Neue"/>
                          <a:sym typeface="Helvetica Neue"/>
                        </a:rPr>
                        <a:t>总厚度</a:t>
                      </a:r>
                      <a:r>
                        <a:t>=layer1+layer2+layer3+layer4(</a:t>
                      </a:r>
                      <a:r>
                        <a:rPr>
                          <a:latin typeface="Helvetica Neue"/>
                          <a:ea typeface="Helvetica Neue"/>
                          <a:cs typeface="Helvetica Neue"/>
                          <a:sym typeface="Helvetica Neue"/>
                        </a:rPr>
                        <a:t>同样的方式测量</a:t>
                      </a:r>
                      <a:r>
                        <a:t>P2</a:t>
                      </a:r>
                      <a:r>
                        <a:rPr>
                          <a:latin typeface="Helvetica Neue"/>
                          <a:ea typeface="Helvetica Neue"/>
                          <a:cs typeface="Helvetica Neue"/>
                          <a:sym typeface="Helvetica Neue"/>
                        </a:rPr>
                        <a:t>与</a:t>
                      </a:r>
                      <a:r>
                        <a:t>P3</a:t>
                      </a:r>
                      <a:r>
                        <a:rPr>
                          <a:latin typeface="Helvetica Neue"/>
                          <a:ea typeface="Helvetica Neue"/>
                          <a:cs typeface="Helvetica Neue"/>
                          <a:sym typeface="Helvetica Neue"/>
                        </a:rPr>
                        <a:t>位置的镀层厚度</a:t>
                      </a:r>
                      <a:r>
                        <a:t>).</a:t>
                      </a:r>
                      <a:endParaRPr sz="1900"/>
                    </a:p>
                    <a:p>
                      <a:pPr algn="l" defTabSz="409575">
                        <a:defRPr sz="2000">
                          <a:latin typeface="Arial"/>
                          <a:ea typeface="Arial"/>
                          <a:cs typeface="Arial"/>
                          <a:sym typeface="Arial"/>
                        </a:defRPr>
                      </a:pPr>
                      <a:r>
                        <a:t>1. Make the insert block: work according to Step1~Step4; (Pic1) </a:t>
                      </a:r>
                      <a:endParaRPr sz="2600"/>
                    </a:p>
                    <a:p>
                      <a:pPr algn="l" defTabSz="409575">
                        <a:defRPr sz="2000">
                          <a:latin typeface="Arial"/>
                          <a:ea typeface="Arial"/>
                          <a:cs typeface="Arial"/>
                          <a:sym typeface="Arial"/>
                        </a:defRPr>
                      </a:pPr>
                      <a:r>
                        <a:t>2. Grinding and polishing: work according to Step5~Step7; (Pic2); </a:t>
                      </a:r>
                      <a:endParaRPr sz="2600"/>
                    </a:p>
                    <a:p>
                      <a:pPr algn="l" defTabSz="409575">
                        <a:defRPr sz="2000">
                          <a:latin typeface="Arial"/>
                          <a:ea typeface="Arial"/>
                          <a:cs typeface="Arial"/>
                          <a:sym typeface="Arial"/>
                        </a:defRPr>
                      </a:pPr>
                      <a:r>
                        <a:t>3. Measurement: Work according to Step8~Step10; (Pic3) </a:t>
                      </a:r>
                      <a:endParaRPr sz="2600"/>
                    </a:p>
                    <a:p>
                      <a:pPr algn="l" defTabSz="409575">
                        <a:defRPr sz="2000">
                          <a:latin typeface="Arial"/>
                          <a:ea typeface="Arial"/>
                          <a:cs typeface="Arial"/>
                          <a:sym typeface="Arial"/>
                        </a:defRPr>
                      </a:pPr>
                      <a:r>
                        <a:t>4. According to grinding and polishing, measure P1-P3 at the 1.425mm position of 1/2 of the product from Y0. Firstly, adjust the metallographic microscope 100X, find the P1 pit area, and then enlarge the microscope to 500x, test 3 data at each position of each layer, and record the average of 3 data; Total thickness =layer1+layer2+layer3+layer4(same way to measure the coating thickness at P2 and P3).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Metallographic Microscope </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750" name="灯片编号占位符 1"/>
          <p:cNvSpPr txBox="1"/>
          <p:nvPr>
            <p:ph type="sldNum" sz="quarter" idx="2"/>
          </p:nvPr>
        </p:nvSpPr>
        <p:spPr>
          <a:xfrm>
            <a:off x="11954105" y="13073062"/>
            <a:ext cx="466264" cy="477666"/>
          </a:xfrm>
          <a:prstGeom prst="rect">
            <a:avLst/>
          </a:prstGeom>
          <a:extLst>
            <a:ext uri="{C572A759-6A51-4108-AA02-DFA0A04FC94B}">
              <ma14:wrappingTextBoxFlag xmlns:ma14="http://schemas.microsoft.com/office/mac/drawingml/2011/main" val="1"/>
            </a:ext>
          </a:extLst>
        </p:spPr>
        <p:txBody>
          <a:bodyPr lIns="71434" tIns="71434" rIns="71434" bIns="71434"/>
          <a:lstStyle>
            <a:lvl1pPr defTabSz="821055"/>
          </a:lstStyle>
          <a:p>
            <a:pPr/>
            <a:fld id="{86CB4B4D-7CA3-9044-876B-883B54F8677D}" type="slidenum"/>
          </a:p>
        </p:txBody>
      </p:sp>
      <p:pic>
        <p:nvPicPr>
          <p:cNvPr id="751" name="图像" descr="图像"/>
          <p:cNvPicPr>
            <a:picLocks noChangeAspect="1"/>
          </p:cNvPicPr>
          <p:nvPr/>
        </p:nvPicPr>
        <p:blipFill>
          <a:blip r:embed="rId3">
            <a:extLst/>
          </a:blip>
          <a:stretch>
            <a:fillRect/>
          </a:stretch>
        </p:blipFill>
        <p:spPr>
          <a:xfrm>
            <a:off x="12703075" y="8516659"/>
            <a:ext cx="1477386" cy="1579380"/>
          </a:xfrm>
          <a:prstGeom prst="rect">
            <a:avLst/>
          </a:prstGeom>
          <a:ln w="12700">
            <a:miter lim="400000"/>
          </a:ln>
        </p:spPr>
      </p:pic>
      <p:sp>
        <p:nvSpPr>
          <p:cNvPr id="752" name="Polishing machine"/>
          <p:cNvSpPr txBox="1"/>
          <p:nvPr/>
        </p:nvSpPr>
        <p:spPr>
          <a:xfrm>
            <a:off x="13256629" y="10356940"/>
            <a:ext cx="460375" cy="2825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lgn="l">
              <a:defRPr sz="800">
                <a:latin typeface="Helvetica Neue Medium"/>
                <a:ea typeface="Helvetica Neue Medium"/>
                <a:cs typeface="Helvetica Neue Medium"/>
                <a:sym typeface="Helvetica Neue Medium"/>
              </a:defRPr>
            </a:lvl1pPr>
          </a:lstStyle>
          <a:p>
            <a:pPr>
              <a:defRPr>
                <a:latin typeface="Arial"/>
                <a:ea typeface="Arial"/>
                <a:cs typeface="Arial"/>
                <a:sym typeface="Arial"/>
              </a:defRPr>
            </a:pPr>
            <a:r>
              <a:rPr>
                <a:latin typeface="Helvetica Neue Medium"/>
                <a:ea typeface="Helvetica Neue Medium"/>
                <a:cs typeface="Helvetica Neue Medium"/>
                <a:sym typeface="Helvetica Neue Medium"/>
              </a:rPr>
              <a:t>抛光机</a:t>
            </a:r>
          </a:p>
        </p:txBody>
      </p:sp>
      <p:sp>
        <p:nvSpPr>
          <p:cNvPr id="753" name="Grinding motion: Grinding upward from Y0, grinding to flat"/>
          <p:cNvSpPr txBox="1"/>
          <p:nvPr/>
        </p:nvSpPr>
        <p:spPr>
          <a:xfrm>
            <a:off x="14339742" y="10407374"/>
            <a:ext cx="4499348" cy="282575"/>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p>
            <a:pPr algn="l">
              <a:defRPr sz="800">
                <a:latin typeface="Arial"/>
                <a:ea typeface="Arial"/>
                <a:cs typeface="Arial"/>
                <a:sym typeface="Arial"/>
              </a:defRPr>
            </a:pPr>
            <a:r>
              <a:t>Step 5.</a:t>
            </a:r>
            <a:r>
              <a:rPr>
                <a:latin typeface="Helvetica Neue Medium"/>
                <a:ea typeface="Helvetica Neue Medium"/>
                <a:cs typeface="Helvetica Neue Medium"/>
                <a:sym typeface="Helvetica Neue Medium"/>
              </a:rPr>
              <a:t>磨拋方向，从</a:t>
            </a:r>
            <a:r>
              <a:t>Y0</a:t>
            </a:r>
            <a:r>
              <a:rPr>
                <a:latin typeface="Helvetica Neue Medium"/>
                <a:ea typeface="Helvetica Neue Medium"/>
                <a:cs typeface="Helvetica Neue Medium"/>
                <a:sym typeface="Helvetica Neue Medium"/>
              </a:rPr>
              <a:t>方向向上磨，磨拋掉产品的</a:t>
            </a:r>
            <a:r>
              <a:t>1/2</a:t>
            </a:r>
            <a:r>
              <a:rPr>
                <a:latin typeface="Helvetica Neue Medium"/>
                <a:ea typeface="Helvetica Neue Medium"/>
                <a:cs typeface="Helvetica Neue Medium"/>
                <a:sym typeface="Helvetica Neue Medium"/>
              </a:rPr>
              <a:t>处</a:t>
            </a:r>
            <a:r>
              <a:t>1.425mm</a:t>
            </a:r>
            <a:r>
              <a:rPr>
                <a:latin typeface="Helvetica Neue Medium"/>
                <a:ea typeface="Helvetica Neue Medium"/>
                <a:cs typeface="Helvetica Neue Medium"/>
                <a:sym typeface="Helvetica Neue Medium"/>
              </a:rPr>
              <a:t>位置测量</a:t>
            </a:r>
            <a:r>
              <a:t>P1~P3</a:t>
            </a:r>
          </a:p>
        </p:txBody>
      </p:sp>
      <p:pic>
        <p:nvPicPr>
          <p:cNvPr id="754" name="图像" descr="图像"/>
          <p:cNvPicPr>
            <a:picLocks noChangeAspect="1"/>
          </p:cNvPicPr>
          <p:nvPr/>
        </p:nvPicPr>
        <p:blipFill>
          <a:blip r:embed="rId4">
            <a:extLst/>
          </a:blip>
          <a:stretch>
            <a:fillRect/>
          </a:stretch>
        </p:blipFill>
        <p:spPr>
          <a:xfrm>
            <a:off x="19291526" y="8271339"/>
            <a:ext cx="1674550" cy="1946665"/>
          </a:xfrm>
          <a:prstGeom prst="rect">
            <a:avLst/>
          </a:prstGeom>
          <a:ln w="12700">
            <a:miter lim="400000"/>
          </a:ln>
        </p:spPr>
      </p:pic>
      <p:pic>
        <p:nvPicPr>
          <p:cNvPr id="755" name="图像" descr="图像"/>
          <p:cNvPicPr>
            <a:picLocks noChangeAspect="1"/>
          </p:cNvPicPr>
          <p:nvPr/>
        </p:nvPicPr>
        <p:blipFill>
          <a:blip r:embed="rId5">
            <a:extLst/>
          </a:blip>
          <a:stretch>
            <a:fillRect/>
          </a:stretch>
        </p:blipFill>
        <p:spPr>
          <a:xfrm>
            <a:off x="21446825" y="8259722"/>
            <a:ext cx="1710655" cy="1871659"/>
          </a:xfrm>
          <a:prstGeom prst="rect">
            <a:avLst/>
          </a:prstGeom>
          <a:ln w="12700">
            <a:miter lim="400000"/>
          </a:ln>
        </p:spPr>
      </p:pic>
      <p:pic>
        <p:nvPicPr>
          <p:cNvPr id="756" name="图片 334" descr="图片 334"/>
          <p:cNvPicPr>
            <a:picLocks noChangeAspect="1"/>
          </p:cNvPicPr>
          <p:nvPr/>
        </p:nvPicPr>
        <p:blipFill>
          <a:blip r:embed="rId6">
            <a:extLst/>
          </a:blip>
          <a:srcRect l="13232" t="5597" r="9526" b="6560"/>
          <a:stretch>
            <a:fillRect/>
          </a:stretch>
        </p:blipFill>
        <p:spPr>
          <a:xfrm>
            <a:off x="12897511" y="5230869"/>
            <a:ext cx="1567293" cy="1909576"/>
          </a:xfrm>
          <a:prstGeom prst="rect">
            <a:avLst/>
          </a:prstGeom>
          <a:ln w="12700">
            <a:miter lim="400000"/>
          </a:ln>
        </p:spPr>
      </p:pic>
      <p:pic>
        <p:nvPicPr>
          <p:cNvPr id="757" name="图片 335" descr="图片 335"/>
          <p:cNvPicPr>
            <a:picLocks noChangeAspect="1"/>
          </p:cNvPicPr>
          <p:nvPr/>
        </p:nvPicPr>
        <p:blipFill>
          <a:blip r:embed="rId7">
            <a:extLst/>
          </a:blip>
          <a:stretch>
            <a:fillRect/>
          </a:stretch>
        </p:blipFill>
        <p:spPr>
          <a:xfrm>
            <a:off x="18100208" y="5252182"/>
            <a:ext cx="1581518" cy="1890260"/>
          </a:xfrm>
          <a:prstGeom prst="rect">
            <a:avLst/>
          </a:prstGeom>
          <a:ln w="12700">
            <a:miter lim="400000"/>
          </a:ln>
        </p:spPr>
      </p:pic>
      <p:sp>
        <p:nvSpPr>
          <p:cNvPr id="758" name="Equipment"/>
          <p:cNvSpPr txBox="1"/>
          <p:nvPr/>
        </p:nvSpPr>
        <p:spPr>
          <a:xfrm>
            <a:off x="13293942" y="7259523"/>
            <a:ext cx="419101"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defRPr sz="800">
                <a:latin typeface="Helvetica Neue Medium"/>
                <a:ea typeface="Helvetica Neue Medium"/>
                <a:cs typeface="Helvetica Neue Medium"/>
                <a:sym typeface="Helvetica Neue Medium"/>
              </a:defRPr>
            </a:lvl1pPr>
          </a:lstStyle>
          <a:p>
            <a:pPr>
              <a:defRPr>
                <a:latin typeface="Arial"/>
                <a:ea typeface="Arial"/>
                <a:cs typeface="Arial"/>
                <a:sym typeface="Arial"/>
              </a:defRPr>
            </a:pPr>
            <a:r>
              <a:rPr>
                <a:latin typeface="Helvetica Neue Medium"/>
                <a:ea typeface="Helvetica Neue Medium"/>
                <a:cs typeface="Helvetica Neue Medium"/>
                <a:sym typeface="Helvetica Neue Medium"/>
              </a:rPr>
              <a:t>镶嵌机</a:t>
            </a:r>
          </a:p>
        </p:txBody>
      </p:sp>
      <p:sp>
        <p:nvSpPr>
          <p:cNvPr id="759" name="Equipment"/>
          <p:cNvSpPr txBox="1"/>
          <p:nvPr/>
        </p:nvSpPr>
        <p:spPr>
          <a:xfrm>
            <a:off x="14960026" y="7292375"/>
            <a:ext cx="2719934" cy="49862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Step1. </a:t>
            </a:r>
            <a:r>
              <a:rPr>
                <a:latin typeface="Helvetica Neue Medium"/>
                <a:ea typeface="Helvetica Neue Medium"/>
                <a:cs typeface="Helvetica Neue Medium"/>
                <a:sym typeface="Helvetica Neue Medium"/>
              </a:rPr>
              <a:t>将准备好的</a:t>
            </a:r>
            <a:r>
              <a:t>3pcs</a:t>
            </a:r>
            <a:r>
              <a:rPr>
                <a:latin typeface="Helvetica Neue Medium"/>
                <a:ea typeface="Helvetica Neue Medium"/>
                <a:cs typeface="Helvetica Neue Medium"/>
                <a:sym typeface="Helvetica Neue Medium"/>
              </a:rPr>
              <a:t>产品，先按图纸镭雕</a:t>
            </a:r>
            <a:r>
              <a:t>3</a:t>
            </a:r>
            <a:r>
              <a:rPr>
                <a:latin typeface="Helvetica Neue Medium"/>
                <a:ea typeface="Helvetica Neue Medium"/>
                <a:cs typeface="Helvetica Neue Medium"/>
                <a:sym typeface="Helvetica Neue Medium"/>
              </a:rPr>
              <a:t>条线</a:t>
            </a:r>
            <a:r>
              <a:t>L1~L3</a:t>
            </a:r>
            <a:r>
              <a:rPr>
                <a:latin typeface="Helvetica Neue Medium"/>
                <a:ea typeface="Helvetica Neue Medium"/>
                <a:cs typeface="Helvetica Neue Medium"/>
                <a:sym typeface="Helvetica Neue Medium"/>
              </a:rPr>
              <a:t>；</a:t>
            </a:r>
          </a:p>
          <a:p>
            <a:pPr defTabSz="2438400">
              <a:defRPr sz="800">
                <a:latin typeface="Arial"/>
                <a:ea typeface="Arial"/>
                <a:cs typeface="Arial"/>
                <a:sym typeface="Arial"/>
              </a:defRPr>
            </a:pPr>
            <a:r>
              <a:rPr>
                <a:latin typeface="Helvetica Neue Medium"/>
                <a:ea typeface="Helvetica Neue Medium"/>
                <a:cs typeface="Helvetica Neue Medium"/>
                <a:sym typeface="Helvetica Neue Medium"/>
              </a:rPr>
              <a:t>将产品通过方形磁钢固定</a:t>
            </a:r>
            <a:r>
              <a:t>,</a:t>
            </a:r>
            <a:r>
              <a:rPr>
                <a:latin typeface="Helvetica Neue Medium"/>
                <a:ea typeface="Helvetica Neue Medium"/>
                <a:cs typeface="Helvetica Neue Medium"/>
                <a:sym typeface="Helvetica Neue Medium"/>
              </a:rPr>
              <a:t>放在仪器上</a:t>
            </a:r>
          </a:p>
          <a:p>
            <a:pPr defTabSz="2438400">
              <a:defRPr sz="800">
                <a:latin typeface="Arial"/>
                <a:ea typeface="Arial"/>
                <a:cs typeface="Arial"/>
                <a:sym typeface="Arial"/>
              </a:defRPr>
            </a:pPr>
            <a:r>
              <a:t>           </a:t>
            </a:r>
          </a:p>
        </p:txBody>
      </p:sp>
      <p:sp>
        <p:nvSpPr>
          <p:cNvPr id="760" name="Equipment"/>
          <p:cNvSpPr txBox="1"/>
          <p:nvPr/>
        </p:nvSpPr>
        <p:spPr>
          <a:xfrm>
            <a:off x="18440479" y="7293671"/>
            <a:ext cx="1057276"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Step2. </a:t>
            </a:r>
            <a:r>
              <a:t>准备</a:t>
            </a:r>
            <a:r>
              <a:t>85</a:t>
            </a:r>
            <a:r>
              <a:t>镶嵌粉</a:t>
            </a:r>
          </a:p>
        </p:txBody>
      </p:sp>
      <p:pic>
        <p:nvPicPr>
          <p:cNvPr id="761" name="图片 339" descr="图片 339"/>
          <p:cNvPicPr>
            <a:picLocks noChangeAspect="1"/>
          </p:cNvPicPr>
          <p:nvPr/>
        </p:nvPicPr>
        <p:blipFill>
          <a:blip r:embed="rId8">
            <a:extLst/>
          </a:blip>
          <a:srcRect l="7289" t="0" r="11626" b="11825"/>
          <a:stretch>
            <a:fillRect/>
          </a:stretch>
        </p:blipFill>
        <p:spPr>
          <a:xfrm>
            <a:off x="19923425" y="5244865"/>
            <a:ext cx="1523520" cy="1895528"/>
          </a:xfrm>
          <a:prstGeom prst="rect">
            <a:avLst/>
          </a:prstGeom>
          <a:ln w="12700">
            <a:miter lim="400000"/>
          </a:ln>
        </p:spPr>
      </p:pic>
      <p:sp>
        <p:nvSpPr>
          <p:cNvPr id="762" name="Equipment"/>
          <p:cNvSpPr txBox="1"/>
          <p:nvPr/>
        </p:nvSpPr>
        <p:spPr>
          <a:xfrm>
            <a:off x="19972163" y="7308185"/>
            <a:ext cx="1533984" cy="241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Step3. </a:t>
            </a:r>
            <a:r>
              <a:t>将镶嵌粉加入镶嵌机</a:t>
            </a:r>
          </a:p>
        </p:txBody>
      </p:sp>
      <p:pic>
        <p:nvPicPr>
          <p:cNvPr id="763" name="图片 341" descr="图片 341"/>
          <p:cNvPicPr>
            <a:picLocks noChangeAspect="1"/>
          </p:cNvPicPr>
          <p:nvPr/>
        </p:nvPicPr>
        <p:blipFill>
          <a:blip r:embed="rId9">
            <a:extLst/>
          </a:blip>
          <a:srcRect l="0" t="3092" r="0" b="4045"/>
          <a:stretch>
            <a:fillRect/>
          </a:stretch>
        </p:blipFill>
        <p:spPr>
          <a:xfrm>
            <a:off x="21740449" y="5243667"/>
            <a:ext cx="1303790" cy="1883981"/>
          </a:xfrm>
          <a:prstGeom prst="rect">
            <a:avLst/>
          </a:prstGeom>
          <a:ln w="12700">
            <a:miter lim="400000"/>
          </a:ln>
        </p:spPr>
      </p:pic>
      <p:sp>
        <p:nvSpPr>
          <p:cNvPr id="764" name="Equipment"/>
          <p:cNvSpPr txBox="1"/>
          <p:nvPr/>
        </p:nvSpPr>
        <p:spPr>
          <a:xfrm>
            <a:off x="21617568" y="7269848"/>
            <a:ext cx="1508243" cy="38432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Step4. </a:t>
            </a:r>
            <a:r>
              <a:t>镶嵌机设置</a:t>
            </a:r>
            <a:r>
              <a:t>150</a:t>
            </a:r>
            <a:r>
              <a:t>℃、</a:t>
            </a:r>
          </a:p>
          <a:p>
            <a:pPr defTabSz="2438400">
              <a:defRPr sz="800">
                <a:latin typeface="Arial"/>
                <a:ea typeface="Arial"/>
                <a:cs typeface="Arial"/>
                <a:sym typeface="Arial"/>
              </a:defRPr>
            </a:pPr>
            <a:r>
              <a:t>            30min</a:t>
            </a:r>
            <a:r>
              <a:t>制作样块</a:t>
            </a:r>
          </a:p>
        </p:txBody>
      </p:sp>
      <p:grpSp>
        <p:nvGrpSpPr>
          <p:cNvPr id="767" name="圆角矩形 10"/>
          <p:cNvGrpSpPr/>
          <p:nvPr/>
        </p:nvGrpSpPr>
        <p:grpSpPr>
          <a:xfrm>
            <a:off x="17309560" y="4778705"/>
            <a:ext cx="1915723" cy="284683"/>
            <a:chOff x="0" y="0"/>
            <a:chExt cx="1915722" cy="284681"/>
          </a:xfrm>
        </p:grpSpPr>
        <p:sp>
          <p:nvSpPr>
            <p:cNvPr id="765" name="Rounded Rectangle"/>
            <p:cNvSpPr/>
            <p:nvPr/>
          </p:nvSpPr>
          <p:spPr>
            <a:xfrm>
              <a:off x="0" y="0"/>
              <a:ext cx="1915723" cy="284682"/>
            </a:xfrm>
            <a:prstGeom prst="roundRect">
              <a:avLst>
                <a:gd name="adj" fmla="val 16667"/>
              </a:avLst>
            </a:prstGeom>
            <a:solidFill>
              <a:srgbClr val="FDF3AD"/>
            </a:solidFill>
            <a:ln w="12700" cap="flat">
              <a:noFill/>
              <a:miter lim="400000"/>
            </a:ln>
            <a:effectLst/>
          </p:spPr>
          <p:txBody>
            <a:bodyPr wrap="square" lIns="71435" tIns="71435" rIns="71435" bIns="71435" numCol="1" anchor="ctr">
              <a:noAutofit/>
            </a:bodyPr>
            <a:lstStyle/>
            <a:p>
              <a:pPr defTabSz="914400">
                <a:defRPr sz="1000">
                  <a:latin typeface="Arial"/>
                  <a:ea typeface="Arial"/>
                  <a:cs typeface="Arial"/>
                  <a:sym typeface="Arial"/>
                </a:defRPr>
              </a:pPr>
            </a:p>
          </p:txBody>
        </p:sp>
        <p:sp>
          <p:nvSpPr>
            <p:cNvPr id="766" name="制作镶样块 Pic1"/>
            <p:cNvSpPr txBox="1"/>
            <p:nvPr/>
          </p:nvSpPr>
          <p:spPr>
            <a:xfrm>
              <a:off x="13897" y="7721"/>
              <a:ext cx="1887928" cy="2692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defTabSz="914400">
                <a:defRPr sz="1000">
                  <a:latin typeface="Arial"/>
                  <a:ea typeface="Arial"/>
                  <a:cs typeface="Arial"/>
                  <a:sym typeface="Arial"/>
                </a:defRPr>
              </a:pPr>
              <a:r>
                <a:t>制作镶样块 </a:t>
              </a:r>
              <a:r>
                <a:t>Pic1</a:t>
              </a:r>
            </a:p>
          </p:txBody>
        </p:sp>
      </p:grpSp>
      <p:pic>
        <p:nvPicPr>
          <p:cNvPr id="768" name="图像" descr="图像"/>
          <p:cNvPicPr>
            <a:picLocks noChangeAspect="1"/>
          </p:cNvPicPr>
          <p:nvPr/>
        </p:nvPicPr>
        <p:blipFill>
          <a:blip r:embed="rId10">
            <a:extLst/>
          </a:blip>
          <a:stretch>
            <a:fillRect/>
          </a:stretch>
        </p:blipFill>
        <p:spPr>
          <a:xfrm>
            <a:off x="16962409" y="7724585"/>
            <a:ext cx="1626872" cy="596521"/>
          </a:xfrm>
          <a:prstGeom prst="rect">
            <a:avLst/>
          </a:prstGeom>
          <a:ln w="12700">
            <a:miter lim="400000"/>
          </a:ln>
        </p:spPr>
      </p:pic>
      <p:pic>
        <p:nvPicPr>
          <p:cNvPr id="769" name="图像" descr="图像"/>
          <p:cNvPicPr>
            <a:picLocks noChangeAspect="1"/>
          </p:cNvPicPr>
          <p:nvPr/>
        </p:nvPicPr>
        <p:blipFill>
          <a:blip r:embed="rId11">
            <a:extLst/>
          </a:blip>
          <a:stretch>
            <a:fillRect/>
          </a:stretch>
        </p:blipFill>
        <p:spPr>
          <a:xfrm>
            <a:off x="12627833" y="10864118"/>
            <a:ext cx="10880560" cy="2635502"/>
          </a:xfrm>
          <a:prstGeom prst="rect">
            <a:avLst/>
          </a:prstGeom>
          <a:ln w="12700">
            <a:miter lim="400000"/>
          </a:ln>
        </p:spPr>
      </p:pic>
      <p:pic>
        <p:nvPicPr>
          <p:cNvPr id="770" name="图像" descr="图像"/>
          <p:cNvPicPr>
            <a:picLocks noChangeAspect="1"/>
          </p:cNvPicPr>
          <p:nvPr/>
        </p:nvPicPr>
        <p:blipFill>
          <a:blip r:embed="rId12">
            <a:extLst/>
          </a:blip>
          <a:stretch>
            <a:fillRect/>
          </a:stretch>
        </p:blipFill>
        <p:spPr>
          <a:xfrm>
            <a:off x="12681647" y="11262458"/>
            <a:ext cx="1971253" cy="1577003"/>
          </a:xfrm>
          <a:prstGeom prst="rect">
            <a:avLst/>
          </a:prstGeom>
          <a:ln w="12700">
            <a:miter lim="400000"/>
          </a:ln>
        </p:spPr>
      </p:pic>
      <p:pic>
        <p:nvPicPr>
          <p:cNvPr id="771" name="图像" descr="图像"/>
          <p:cNvPicPr>
            <a:picLocks noChangeAspect="1"/>
          </p:cNvPicPr>
          <p:nvPr/>
        </p:nvPicPr>
        <p:blipFill>
          <a:blip r:embed="rId13">
            <a:extLst/>
          </a:blip>
          <a:stretch>
            <a:fillRect/>
          </a:stretch>
        </p:blipFill>
        <p:spPr>
          <a:xfrm>
            <a:off x="14884570" y="11236072"/>
            <a:ext cx="1799121" cy="1841287"/>
          </a:xfrm>
          <a:prstGeom prst="rect">
            <a:avLst/>
          </a:prstGeom>
          <a:ln w="12700">
            <a:miter lim="400000"/>
          </a:ln>
        </p:spPr>
      </p:pic>
      <p:pic>
        <p:nvPicPr>
          <p:cNvPr id="772" name="图像" descr="图像"/>
          <p:cNvPicPr>
            <a:picLocks noChangeAspect="1"/>
          </p:cNvPicPr>
          <p:nvPr/>
        </p:nvPicPr>
        <p:blipFill>
          <a:blip r:embed="rId14">
            <a:extLst/>
          </a:blip>
          <a:stretch>
            <a:fillRect/>
          </a:stretch>
        </p:blipFill>
        <p:spPr>
          <a:xfrm>
            <a:off x="17460137" y="10864118"/>
            <a:ext cx="1497880" cy="549223"/>
          </a:xfrm>
          <a:prstGeom prst="rect">
            <a:avLst/>
          </a:prstGeom>
          <a:ln w="12700">
            <a:miter lim="400000"/>
          </a:ln>
        </p:spPr>
      </p:pic>
      <p:grpSp>
        <p:nvGrpSpPr>
          <p:cNvPr id="779" name="组合 11"/>
          <p:cNvGrpSpPr/>
          <p:nvPr/>
        </p:nvGrpSpPr>
        <p:grpSpPr>
          <a:xfrm>
            <a:off x="16902003" y="11399502"/>
            <a:ext cx="2023322" cy="1660768"/>
            <a:chOff x="0" y="0"/>
            <a:chExt cx="2023320" cy="1660767"/>
          </a:xfrm>
        </p:grpSpPr>
        <p:grpSp>
          <p:nvGrpSpPr>
            <p:cNvPr id="777" name="组合 287"/>
            <p:cNvGrpSpPr/>
            <p:nvPr/>
          </p:nvGrpSpPr>
          <p:grpSpPr>
            <a:xfrm>
              <a:off x="2821" y="0"/>
              <a:ext cx="2020500" cy="1625377"/>
              <a:chOff x="0" y="0"/>
              <a:chExt cx="2020498" cy="1625376"/>
            </a:xfrm>
          </p:grpSpPr>
          <p:pic>
            <p:nvPicPr>
              <p:cNvPr id="773" name="图片 72" descr="图片 72"/>
              <p:cNvPicPr>
                <a:picLocks noChangeAspect="1"/>
              </p:cNvPicPr>
              <p:nvPr/>
            </p:nvPicPr>
            <p:blipFill>
              <a:blip r:embed="rId15">
                <a:extLst/>
              </a:blip>
              <a:srcRect l="0" t="0" r="16404" b="0"/>
              <a:stretch>
                <a:fillRect/>
              </a:stretch>
            </p:blipFill>
            <p:spPr>
              <a:xfrm>
                <a:off x="0" y="-1"/>
                <a:ext cx="2020499" cy="1625378"/>
              </a:xfrm>
              <a:prstGeom prst="rect">
                <a:avLst/>
              </a:prstGeom>
              <a:ln w="12700" cap="flat">
                <a:noFill/>
                <a:miter lim="400000"/>
              </a:ln>
              <a:effectLst/>
            </p:spPr>
          </p:pic>
          <p:sp>
            <p:nvSpPr>
              <p:cNvPr id="774" name="椭圆 82"/>
              <p:cNvSpPr/>
              <p:nvPr/>
            </p:nvSpPr>
            <p:spPr>
              <a:xfrm>
                <a:off x="796904" y="666986"/>
                <a:ext cx="146779" cy="117301"/>
              </a:xfrm>
              <a:prstGeom prst="ellipse">
                <a:avLst/>
              </a:prstGeom>
              <a:noFill/>
              <a:ln w="12700" cap="flat">
                <a:solidFill>
                  <a:srgbClr val="00B0F0"/>
                </a:solidFill>
                <a:prstDash val="solid"/>
                <a:miter lim="800000"/>
              </a:ln>
              <a:effectLst/>
            </p:spPr>
            <p:txBody>
              <a:bodyPr wrap="square" lIns="71435" tIns="71435" rIns="71435" bIns="71435" numCol="1" anchor="ctr">
                <a:noAutofit/>
              </a:bodyPr>
              <a:lstStyle/>
              <a:p>
                <a:pPr>
                  <a:defRPr>
                    <a:solidFill>
                      <a:srgbClr val="FFFFFF"/>
                    </a:solidFill>
                    <a:latin typeface="Helvetica Neue Medium"/>
                    <a:ea typeface="Helvetica Neue Medium"/>
                    <a:cs typeface="Helvetica Neue Medium"/>
                    <a:sym typeface="Helvetica Neue Medium"/>
                  </a:defRPr>
                </a:pPr>
              </a:p>
            </p:txBody>
          </p:sp>
          <p:sp>
            <p:nvSpPr>
              <p:cNvPr id="775" name="直接箭头连接符 86"/>
              <p:cNvSpPr/>
              <p:nvPr/>
            </p:nvSpPr>
            <p:spPr>
              <a:xfrm>
                <a:off x="894890" y="812688"/>
                <a:ext cx="328006" cy="169392"/>
              </a:xfrm>
              <a:prstGeom prst="line">
                <a:avLst/>
              </a:prstGeom>
              <a:noFill/>
              <a:ln w="6350" cap="flat">
                <a:solidFill>
                  <a:srgbClr val="00B0F0"/>
                </a:solidFill>
                <a:prstDash val="solid"/>
                <a:miter lim="800000"/>
                <a:tailEnd type="triangle" w="med" len="med"/>
              </a:ln>
              <a:effectLst/>
            </p:spPr>
            <p:txBody>
              <a:bodyPr wrap="square" lIns="45718" tIns="45718" rIns="45718" bIns="45718" numCol="1" anchor="t">
                <a:noAutofit/>
              </a:bodyPr>
              <a:lstStyle/>
              <a:p>
                <a:pPr/>
              </a:p>
            </p:txBody>
          </p:sp>
          <p:sp>
            <p:nvSpPr>
              <p:cNvPr id="776" name="文本框 106"/>
              <p:cNvSpPr txBox="1"/>
              <p:nvPr/>
            </p:nvSpPr>
            <p:spPr>
              <a:xfrm>
                <a:off x="388503" y="952750"/>
                <a:ext cx="1631996" cy="4680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200">
                    <a:solidFill>
                      <a:srgbClr val="00B0F0"/>
                    </a:solidFill>
                    <a:latin typeface="Helvetica Neue Medium"/>
                    <a:ea typeface="Helvetica Neue Medium"/>
                    <a:cs typeface="Helvetica Neue Medium"/>
                    <a:sym typeface="Helvetica Neue Medium"/>
                  </a:defRPr>
                </a:lvl1pPr>
              </a:lstStyle>
              <a:p>
                <a:pPr/>
                <a:r>
                  <a:t>Position of the radium carving point</a:t>
                </a:r>
              </a:p>
            </p:txBody>
          </p:sp>
        </p:grpSp>
        <p:sp>
          <p:nvSpPr>
            <p:cNvPr id="778" name="100X"/>
            <p:cNvSpPr txBox="1"/>
            <p:nvPr/>
          </p:nvSpPr>
          <p:spPr>
            <a:xfrm>
              <a:off x="0" y="1331813"/>
              <a:ext cx="508533" cy="328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1436" tIns="71436" rIns="71436" bIns="71436" numCol="1" anchor="ctr">
              <a:spAutoFit/>
            </a:bodyPr>
            <a:lstStyle>
              <a:lvl1pPr>
                <a:defRPr sz="1200">
                  <a:solidFill>
                    <a:schemeClr val="accent1"/>
                  </a:solidFill>
                  <a:latin typeface="Helvetica Neue Medium"/>
                  <a:ea typeface="Helvetica Neue Medium"/>
                  <a:cs typeface="Helvetica Neue Medium"/>
                  <a:sym typeface="Helvetica Neue Medium"/>
                </a:defRPr>
              </a:lvl1pPr>
            </a:lstStyle>
            <a:p>
              <a:pPr/>
              <a:r>
                <a:t>100X</a:t>
              </a:r>
            </a:p>
          </p:txBody>
        </p:sp>
      </p:grpSp>
      <p:sp>
        <p:nvSpPr>
          <p:cNvPr id="780" name="Step 9. Magnify 200X to test coating thickness, take the average value of 3 points（interval  3mm）, test inner and outer R and upper and lower planes of each sample, refer to the schematic diagram of test points"/>
          <p:cNvSpPr txBox="1"/>
          <p:nvPr/>
        </p:nvSpPr>
        <p:spPr>
          <a:xfrm>
            <a:off x="20170726" y="12900802"/>
            <a:ext cx="2771201" cy="55675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p>
            <a:pPr algn="l" defTabSz="409575">
              <a:defRPr sz="600">
                <a:latin typeface="Arial"/>
                <a:ea typeface="Arial"/>
                <a:cs typeface="Arial"/>
                <a:sym typeface="Arial"/>
              </a:defRPr>
            </a:pPr>
            <a:r>
              <a:t>步骤</a:t>
            </a:r>
            <a:r>
              <a:t>10.</a:t>
            </a:r>
            <a:r>
              <a:t>根据磨拋将样件从</a:t>
            </a:r>
            <a:r>
              <a:t>Y0</a:t>
            </a:r>
            <a:r>
              <a:t>开始向上磨拋产品</a:t>
            </a:r>
            <a:r>
              <a:t>1/2</a:t>
            </a:r>
            <a:r>
              <a:t>处</a:t>
            </a:r>
            <a:r>
              <a:t>1.425mm</a:t>
            </a:r>
            <a:r>
              <a:t>位置测量</a:t>
            </a:r>
            <a:r>
              <a:t>P1~P3</a:t>
            </a:r>
            <a:r>
              <a:t>，先调试金相显微镜</a:t>
            </a:r>
            <a:r>
              <a:t>100X</a:t>
            </a:r>
            <a:r>
              <a:t>，查找</a:t>
            </a:r>
            <a:r>
              <a:t>P1</a:t>
            </a:r>
            <a:r>
              <a:t>凹坑区域，再将显微镜放大至</a:t>
            </a:r>
            <a:r>
              <a:t>500x,</a:t>
            </a:r>
            <a:r>
              <a:t>分别每层每个位置测试</a:t>
            </a:r>
            <a:r>
              <a:t>3</a:t>
            </a:r>
            <a:r>
              <a:t>个数据，记录</a:t>
            </a:r>
            <a:r>
              <a:t>3</a:t>
            </a:r>
            <a:r>
              <a:t>个数据的平均值</a:t>
            </a:r>
            <a:r>
              <a:t>;</a:t>
            </a:r>
            <a:r>
              <a:t>总厚度</a:t>
            </a:r>
            <a:r>
              <a:t>=layer1+layer2+layer3+layer4(</a:t>
            </a:r>
            <a:r>
              <a:t>同样的方式测量</a:t>
            </a:r>
            <a:r>
              <a:t>P2</a:t>
            </a:r>
            <a:r>
              <a:t>与</a:t>
            </a:r>
            <a:r>
              <a:t>P3</a:t>
            </a:r>
            <a:r>
              <a:t>位置的镀层厚度</a:t>
            </a:r>
            <a:r>
              <a:t>).</a:t>
            </a:r>
          </a:p>
        </p:txBody>
      </p:sp>
      <p:sp>
        <p:nvSpPr>
          <p:cNvPr id="781" name="右大括号 5"/>
          <p:cNvSpPr/>
          <p:nvPr/>
        </p:nvSpPr>
        <p:spPr>
          <a:xfrm rot="5400000">
            <a:off x="16586917" y="8139696"/>
            <a:ext cx="112673" cy="42985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21"/>
                  <a:pt x="10800" y="47"/>
                </a:cubicBezTo>
                <a:lnTo>
                  <a:pt x="10800" y="10753"/>
                </a:lnTo>
                <a:cubicBezTo>
                  <a:pt x="10800" y="10779"/>
                  <a:pt x="15635" y="10800"/>
                  <a:pt x="21600" y="10800"/>
                </a:cubicBezTo>
                <a:cubicBezTo>
                  <a:pt x="15635" y="10800"/>
                  <a:pt x="10800" y="10821"/>
                  <a:pt x="10800" y="10847"/>
                </a:cubicBezTo>
                <a:lnTo>
                  <a:pt x="10800" y="21553"/>
                </a:lnTo>
                <a:cubicBezTo>
                  <a:pt x="10800" y="21579"/>
                  <a:pt x="5965" y="21600"/>
                  <a:pt x="0" y="21600"/>
                </a:cubicBezTo>
              </a:path>
            </a:pathLst>
          </a:custGeom>
          <a:ln w="25400">
            <a:solidFill>
              <a:srgbClr val="00B0F0"/>
            </a:solidFill>
          </a:ln>
        </p:spPr>
        <p:txBody>
          <a:bodyPr lIns="71435" tIns="71435" rIns="71435" bIns="71435"/>
          <a:lstStyle/>
          <a:p>
            <a:pPr algn="l" defTabSz="914400">
              <a:defRPr sz="1800">
                <a:latin typeface="Helvetica Neue Medium"/>
                <a:ea typeface="Helvetica Neue Medium"/>
                <a:cs typeface="Helvetica Neue Medium"/>
                <a:sym typeface="Helvetica Neue Medium"/>
              </a:defRPr>
            </a:pPr>
          </a:p>
        </p:txBody>
      </p:sp>
      <p:sp>
        <p:nvSpPr>
          <p:cNvPr id="782" name="Equipment"/>
          <p:cNvSpPr txBox="1"/>
          <p:nvPr/>
        </p:nvSpPr>
        <p:spPr>
          <a:xfrm>
            <a:off x="18958016" y="10257596"/>
            <a:ext cx="2292169" cy="5273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           Step6. </a:t>
            </a:r>
            <a:r>
              <a:t>粗磨：磨盘转速 </a:t>
            </a:r>
            <a:r>
              <a:t>500</a:t>
            </a:r>
            <a:r>
              <a:t>转</a:t>
            </a:r>
            <a:r>
              <a:t>/</a:t>
            </a:r>
            <a:r>
              <a:t>分、</a:t>
            </a:r>
            <a:r>
              <a:t>  </a:t>
            </a:r>
            <a:r>
              <a:t>压头转速</a:t>
            </a:r>
            <a:r>
              <a:t> 75</a:t>
            </a:r>
            <a:r>
              <a:t>转</a:t>
            </a:r>
            <a:r>
              <a:t>/</a:t>
            </a:r>
            <a:r>
              <a:t>分</a:t>
            </a:r>
            <a:r>
              <a:t>/</a:t>
            </a:r>
            <a:r>
              <a:t>压力</a:t>
            </a:r>
            <a:r>
              <a:t>45N</a:t>
            </a:r>
            <a:r>
              <a:t>， 依次使用</a:t>
            </a:r>
            <a:r>
              <a:t>240-1000-2400</a:t>
            </a:r>
            <a:r>
              <a:t>砂纸磨抛，磨抛量</a:t>
            </a:r>
            <a:r>
              <a:t>1.425mm</a:t>
            </a:r>
          </a:p>
        </p:txBody>
      </p:sp>
      <p:sp>
        <p:nvSpPr>
          <p:cNvPr id="783" name="Equipment"/>
          <p:cNvSpPr txBox="1"/>
          <p:nvPr/>
        </p:nvSpPr>
        <p:spPr>
          <a:xfrm>
            <a:off x="21097918" y="10257596"/>
            <a:ext cx="1988742" cy="52734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           Step7. </a:t>
            </a:r>
            <a:r>
              <a:t>抛光：磨盘转速 </a:t>
            </a:r>
            <a:r>
              <a:t>500</a:t>
            </a:r>
            <a:r>
              <a:t>转</a:t>
            </a:r>
            <a:r>
              <a:t>/</a:t>
            </a:r>
            <a:r>
              <a:t>分、</a:t>
            </a:r>
          </a:p>
          <a:p>
            <a:pPr defTabSz="2438400">
              <a:defRPr sz="800">
                <a:latin typeface="Arial"/>
                <a:ea typeface="Arial"/>
                <a:cs typeface="Arial"/>
                <a:sym typeface="Arial"/>
              </a:defRPr>
            </a:pPr>
            <a:r>
              <a:t>                      </a:t>
            </a:r>
            <a:r>
              <a:t>压头转速</a:t>
            </a:r>
            <a:r>
              <a:t> 75</a:t>
            </a:r>
            <a:r>
              <a:t>转</a:t>
            </a:r>
            <a:r>
              <a:t>/</a:t>
            </a:r>
            <a:r>
              <a:t>分</a:t>
            </a:r>
            <a:r>
              <a:t>/</a:t>
            </a:r>
            <a:r>
              <a:t>压力</a:t>
            </a:r>
            <a:r>
              <a:t>45N</a:t>
            </a:r>
            <a:endParaRPr sz="2400"/>
          </a:p>
          <a:p>
            <a:pPr defTabSz="2438400">
              <a:defRPr sz="800">
                <a:latin typeface="Arial"/>
                <a:ea typeface="Arial"/>
                <a:cs typeface="Arial"/>
                <a:sym typeface="Arial"/>
              </a:defRPr>
            </a:pPr>
            <a:r>
              <a:t>           </a:t>
            </a:r>
            <a:r>
              <a:t>           </a:t>
            </a:r>
            <a:r>
              <a:t>使用抛光布，抛光</a:t>
            </a:r>
          </a:p>
        </p:txBody>
      </p:sp>
      <p:sp>
        <p:nvSpPr>
          <p:cNvPr id="784" name="Equipment"/>
          <p:cNvSpPr txBox="1"/>
          <p:nvPr/>
        </p:nvSpPr>
        <p:spPr>
          <a:xfrm>
            <a:off x="13253256" y="13046745"/>
            <a:ext cx="622301"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defRPr sz="800">
                <a:latin typeface="Arial"/>
                <a:ea typeface="Arial"/>
                <a:cs typeface="Arial"/>
                <a:sym typeface="Arial"/>
              </a:defRPr>
            </a:lvl1pPr>
          </a:lstStyle>
          <a:p>
            <a:pPr/>
            <a:r>
              <a:t>金相测量仪</a:t>
            </a:r>
          </a:p>
        </p:txBody>
      </p:sp>
      <p:sp>
        <p:nvSpPr>
          <p:cNvPr id="785" name="Equipment"/>
          <p:cNvSpPr txBox="1"/>
          <p:nvPr/>
        </p:nvSpPr>
        <p:spPr>
          <a:xfrm>
            <a:off x="14876383" y="13056258"/>
            <a:ext cx="1858666"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Step8. </a:t>
            </a:r>
            <a:r>
              <a:t>将磨抛好的样块，放置测量平台</a:t>
            </a:r>
          </a:p>
        </p:txBody>
      </p:sp>
      <p:sp>
        <p:nvSpPr>
          <p:cNvPr id="786" name="Equipment"/>
          <p:cNvSpPr txBox="1"/>
          <p:nvPr/>
        </p:nvSpPr>
        <p:spPr>
          <a:xfrm>
            <a:off x="16994177" y="13046561"/>
            <a:ext cx="1796853"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           Step9. </a:t>
            </a:r>
            <a:r>
              <a:t>放大</a:t>
            </a:r>
            <a:r>
              <a:t>100X</a:t>
            </a:r>
            <a:r>
              <a:t>确定测试位置</a:t>
            </a:r>
          </a:p>
        </p:txBody>
      </p:sp>
      <p:sp>
        <p:nvSpPr>
          <p:cNvPr id="787" name="右大括号 1"/>
          <p:cNvSpPr/>
          <p:nvPr/>
        </p:nvSpPr>
        <p:spPr>
          <a:xfrm rot="5400000">
            <a:off x="16229313" y="5572866"/>
            <a:ext cx="155449" cy="32647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38"/>
                  <a:pt x="10800" y="86"/>
                </a:cubicBezTo>
                <a:lnTo>
                  <a:pt x="10800" y="10714"/>
                </a:lnTo>
                <a:cubicBezTo>
                  <a:pt x="10800" y="10762"/>
                  <a:pt x="15635" y="10800"/>
                  <a:pt x="21600" y="10800"/>
                </a:cubicBezTo>
                <a:cubicBezTo>
                  <a:pt x="15635" y="10800"/>
                  <a:pt x="10800" y="10838"/>
                  <a:pt x="10800" y="10886"/>
                </a:cubicBezTo>
                <a:lnTo>
                  <a:pt x="10800" y="21514"/>
                </a:lnTo>
                <a:cubicBezTo>
                  <a:pt x="10800" y="21562"/>
                  <a:pt x="5965" y="21600"/>
                  <a:pt x="0" y="21600"/>
                </a:cubicBezTo>
              </a:path>
            </a:pathLst>
          </a:custGeom>
          <a:ln w="25400">
            <a:solidFill>
              <a:schemeClr val="accent1"/>
            </a:solidFill>
          </a:ln>
        </p:spPr>
        <p:txBody>
          <a:bodyPr lIns="71435" tIns="71435" rIns="71435" bIns="71435"/>
          <a:lstStyle/>
          <a:p>
            <a:pPr algn="l" defTabSz="914400">
              <a:defRPr sz="1800">
                <a:latin typeface="Helvetica Neue Medium"/>
                <a:ea typeface="Helvetica Neue Medium"/>
                <a:cs typeface="Helvetica Neue Medium"/>
                <a:sym typeface="Helvetica Neue Medium"/>
              </a:defRPr>
            </a:pPr>
          </a:p>
        </p:txBody>
      </p:sp>
      <p:pic>
        <p:nvPicPr>
          <p:cNvPr id="788" name="图像" descr="图像"/>
          <p:cNvPicPr>
            <a:picLocks noChangeAspect="1"/>
          </p:cNvPicPr>
          <p:nvPr/>
        </p:nvPicPr>
        <p:blipFill>
          <a:blip r:embed="rId11">
            <a:extLst/>
          </a:blip>
          <a:stretch>
            <a:fillRect/>
          </a:stretch>
        </p:blipFill>
        <p:spPr>
          <a:xfrm>
            <a:off x="12724024" y="4747881"/>
            <a:ext cx="10701089" cy="2886165"/>
          </a:xfrm>
          <a:prstGeom prst="rect">
            <a:avLst/>
          </a:prstGeom>
          <a:ln w="12700">
            <a:miter lim="400000"/>
          </a:ln>
        </p:spPr>
      </p:pic>
      <p:sp>
        <p:nvSpPr>
          <p:cNvPr id="789" name="MTD | X1335 Metrology Details-Magnet 160-02017-05 (Series)"/>
          <p:cNvSpPr txBox="1"/>
          <p:nvPr/>
        </p:nvSpPr>
        <p:spPr>
          <a:xfrm>
            <a:off x="771524" y="1027026"/>
            <a:ext cx="15050863"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873" name="组合 151"/>
          <p:cNvGrpSpPr/>
          <p:nvPr/>
        </p:nvGrpSpPr>
        <p:grpSpPr>
          <a:xfrm>
            <a:off x="20361782" y="11537559"/>
            <a:ext cx="2883721" cy="1365106"/>
            <a:chOff x="0" y="0"/>
            <a:chExt cx="2883719" cy="1365105"/>
          </a:xfrm>
        </p:grpSpPr>
        <p:grpSp>
          <p:nvGrpSpPr>
            <p:cNvPr id="855" name="组合 154"/>
            <p:cNvGrpSpPr/>
            <p:nvPr/>
          </p:nvGrpSpPr>
          <p:grpSpPr>
            <a:xfrm>
              <a:off x="18321" y="-1"/>
              <a:ext cx="1898867" cy="1281679"/>
              <a:chOff x="0" y="0"/>
              <a:chExt cx="1898866" cy="1281677"/>
            </a:xfrm>
          </p:grpSpPr>
          <p:pic>
            <p:nvPicPr>
              <p:cNvPr id="790" name="图片 163" descr="图片 163"/>
              <p:cNvPicPr>
                <a:picLocks noChangeAspect="1"/>
              </p:cNvPicPr>
              <p:nvPr/>
            </p:nvPicPr>
            <p:blipFill>
              <a:blip r:embed="rId16">
                <a:extLst/>
              </a:blip>
              <a:stretch>
                <a:fillRect/>
              </a:stretch>
            </p:blipFill>
            <p:spPr>
              <a:xfrm>
                <a:off x="18340" y="0"/>
                <a:ext cx="1854021" cy="1226235"/>
              </a:xfrm>
              <a:prstGeom prst="rect">
                <a:avLst/>
              </a:prstGeom>
              <a:ln w="12700" cap="flat">
                <a:noFill/>
                <a:miter lim="400000"/>
              </a:ln>
              <a:effectLst/>
            </p:spPr>
          </p:pic>
          <p:sp>
            <p:nvSpPr>
              <p:cNvPr id="791" name="文本框 164"/>
              <p:cNvSpPr txBox="1"/>
              <p:nvPr/>
            </p:nvSpPr>
            <p:spPr>
              <a:xfrm>
                <a:off x="113348" y="825964"/>
                <a:ext cx="315350"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4.47μm</a:t>
                </a:r>
              </a:p>
            </p:txBody>
          </p:sp>
          <p:sp>
            <p:nvSpPr>
              <p:cNvPr id="792" name="文本框 165"/>
              <p:cNvSpPr txBox="1"/>
              <p:nvPr/>
            </p:nvSpPr>
            <p:spPr>
              <a:xfrm>
                <a:off x="125719" y="723326"/>
                <a:ext cx="338229"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2.23μm</a:t>
                </a:r>
              </a:p>
            </p:txBody>
          </p:sp>
          <p:grpSp>
            <p:nvGrpSpPr>
              <p:cNvPr id="796" name="组合 166"/>
              <p:cNvGrpSpPr/>
              <p:nvPr/>
            </p:nvGrpSpPr>
            <p:grpSpPr>
              <a:xfrm>
                <a:off x="138343" y="839165"/>
                <a:ext cx="15451" cy="149433"/>
                <a:chOff x="0" y="0"/>
                <a:chExt cx="15450" cy="149432"/>
              </a:xfrm>
            </p:grpSpPr>
            <p:sp>
              <p:nvSpPr>
                <p:cNvPr id="793" name="直接连接符 225"/>
                <p:cNvSpPr/>
                <p:nvPr/>
              </p:nvSpPr>
              <p:spPr>
                <a:xfrm flipH="1">
                  <a:off x="7725" y="1"/>
                  <a:ext cx="1" cy="14924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4" name="直接连接符 226"/>
                <p:cNvSpPr/>
                <p:nvPr/>
              </p:nvSpPr>
              <p:spPr>
                <a:xfrm flipH="1" flipV="1">
                  <a:off x="0" y="0"/>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5" name="直接连接符 227"/>
                <p:cNvSpPr/>
                <p:nvPr/>
              </p:nvSpPr>
              <p:spPr>
                <a:xfrm flipH="1" flipV="1">
                  <a:off x="0" y="149064"/>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00" name="组合 167"/>
              <p:cNvGrpSpPr/>
              <p:nvPr/>
            </p:nvGrpSpPr>
            <p:grpSpPr>
              <a:xfrm>
                <a:off x="161520" y="786941"/>
                <a:ext cx="12769" cy="43287"/>
                <a:chOff x="0" y="0"/>
                <a:chExt cx="12768" cy="43285"/>
              </a:xfrm>
            </p:grpSpPr>
            <p:sp>
              <p:nvSpPr>
                <p:cNvPr id="797" name="直接连接符 222"/>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8" name="直接连接符 223"/>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9" name="直接连接符 224"/>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04" name="组合 168"/>
              <p:cNvGrpSpPr/>
              <p:nvPr/>
            </p:nvGrpSpPr>
            <p:grpSpPr>
              <a:xfrm>
                <a:off x="176129" y="713579"/>
                <a:ext cx="12769" cy="69713"/>
                <a:chOff x="0" y="0"/>
                <a:chExt cx="12768" cy="69711"/>
              </a:xfrm>
            </p:grpSpPr>
            <p:sp>
              <p:nvSpPr>
                <p:cNvPr id="801" name="直接连接符 219"/>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2" name="直接连接符 220"/>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3" name="直接连接符 221"/>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05" name="文本框 169"/>
              <p:cNvSpPr txBox="1"/>
              <p:nvPr/>
            </p:nvSpPr>
            <p:spPr>
              <a:xfrm>
                <a:off x="146126" y="590045"/>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3.82μm</a:t>
                </a:r>
              </a:p>
            </p:txBody>
          </p:sp>
          <p:grpSp>
            <p:nvGrpSpPr>
              <p:cNvPr id="809" name="组合 170"/>
              <p:cNvGrpSpPr/>
              <p:nvPr/>
            </p:nvGrpSpPr>
            <p:grpSpPr>
              <a:xfrm>
                <a:off x="193139" y="641879"/>
                <a:ext cx="12769" cy="69716"/>
                <a:chOff x="0" y="0"/>
                <a:chExt cx="12768" cy="69715"/>
              </a:xfrm>
            </p:grpSpPr>
            <p:sp>
              <p:nvSpPr>
                <p:cNvPr id="806" name="直接连接符 216"/>
                <p:cNvSpPr/>
                <p:nvPr/>
              </p:nvSpPr>
              <p:spPr>
                <a:xfrm flipH="1">
                  <a:off x="6384" y="-1"/>
                  <a:ext cx="1" cy="6962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7" name="直接连接符 217"/>
                <p:cNvSpPr/>
                <p:nvPr/>
              </p:nvSpPr>
              <p:spPr>
                <a:xfrm flipH="1" flipV="1">
                  <a:off x="0" y="3"/>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8" name="直接连接符 218"/>
                <p:cNvSpPr/>
                <p:nvPr/>
              </p:nvSpPr>
              <p:spPr>
                <a:xfrm flipH="1" flipV="1">
                  <a:off x="0" y="69544"/>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10" name="文本框 171"/>
              <p:cNvSpPr txBox="1"/>
              <p:nvPr/>
            </p:nvSpPr>
            <p:spPr>
              <a:xfrm>
                <a:off x="140666" y="660827"/>
                <a:ext cx="342556"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2.86μm</a:t>
                </a:r>
              </a:p>
            </p:txBody>
          </p:sp>
          <p:grpSp>
            <p:nvGrpSpPr>
              <p:cNvPr id="814" name="组合 174"/>
              <p:cNvGrpSpPr/>
              <p:nvPr/>
            </p:nvGrpSpPr>
            <p:grpSpPr>
              <a:xfrm>
                <a:off x="837877" y="847829"/>
                <a:ext cx="15451" cy="123499"/>
                <a:chOff x="0" y="0"/>
                <a:chExt cx="15450" cy="123498"/>
              </a:xfrm>
            </p:grpSpPr>
            <p:sp>
              <p:nvSpPr>
                <p:cNvPr id="811" name="直接连接符 213"/>
                <p:cNvSpPr/>
                <p:nvPr/>
              </p:nvSpPr>
              <p:spPr>
                <a:xfrm flipH="1">
                  <a:off x="7725" y="0"/>
                  <a:ext cx="1" cy="12334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2" name="直接连接符 214"/>
                <p:cNvSpPr/>
                <p:nvPr/>
              </p:nvSpPr>
              <p:spPr>
                <a:xfrm flipH="1" flipV="1">
                  <a:off x="0" y="0"/>
                  <a:ext cx="15451" cy="305"/>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3" name="直接连接符 215"/>
                <p:cNvSpPr/>
                <p:nvPr/>
              </p:nvSpPr>
              <p:spPr>
                <a:xfrm flipH="1" flipV="1">
                  <a:off x="0" y="123194"/>
                  <a:ext cx="15451" cy="305"/>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18" name="组合 175"/>
              <p:cNvGrpSpPr/>
              <p:nvPr/>
            </p:nvGrpSpPr>
            <p:grpSpPr>
              <a:xfrm>
                <a:off x="861053" y="791244"/>
                <a:ext cx="12769" cy="43287"/>
                <a:chOff x="0" y="0"/>
                <a:chExt cx="12768" cy="43285"/>
              </a:xfrm>
            </p:grpSpPr>
            <p:sp>
              <p:nvSpPr>
                <p:cNvPr id="815" name="直接连接符 210"/>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6" name="直接连接符 211"/>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7" name="直接连接符 212"/>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22" name="组合 176"/>
              <p:cNvGrpSpPr/>
              <p:nvPr/>
            </p:nvGrpSpPr>
            <p:grpSpPr>
              <a:xfrm>
                <a:off x="875662" y="713579"/>
                <a:ext cx="12769" cy="69713"/>
                <a:chOff x="0" y="0"/>
                <a:chExt cx="12768" cy="69711"/>
              </a:xfrm>
            </p:grpSpPr>
            <p:sp>
              <p:nvSpPr>
                <p:cNvPr id="819" name="直接连接符 207"/>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0" name="直接连接符 208"/>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1" name="直接连接符 209"/>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26" name="组合 178"/>
              <p:cNvGrpSpPr/>
              <p:nvPr/>
            </p:nvGrpSpPr>
            <p:grpSpPr>
              <a:xfrm>
                <a:off x="892673" y="641877"/>
                <a:ext cx="12769" cy="69713"/>
                <a:chOff x="0" y="0"/>
                <a:chExt cx="12768" cy="69711"/>
              </a:xfrm>
            </p:grpSpPr>
            <p:sp>
              <p:nvSpPr>
                <p:cNvPr id="823" name="直接连接符 204"/>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4" name="直接连接符 205"/>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5" name="直接连接符 206"/>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0" name="组合 182"/>
              <p:cNvGrpSpPr/>
              <p:nvPr/>
            </p:nvGrpSpPr>
            <p:grpSpPr>
              <a:xfrm>
                <a:off x="1489670" y="839165"/>
                <a:ext cx="15451" cy="149433"/>
                <a:chOff x="0" y="0"/>
                <a:chExt cx="15450" cy="149432"/>
              </a:xfrm>
            </p:grpSpPr>
            <p:sp>
              <p:nvSpPr>
                <p:cNvPr id="827" name="直接连接符 201"/>
                <p:cNvSpPr/>
                <p:nvPr/>
              </p:nvSpPr>
              <p:spPr>
                <a:xfrm flipH="1">
                  <a:off x="7725" y="0"/>
                  <a:ext cx="1" cy="14924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8" name="直接连接符 202"/>
                <p:cNvSpPr/>
                <p:nvPr/>
              </p:nvSpPr>
              <p:spPr>
                <a:xfrm flipH="1" flipV="1">
                  <a:off x="0" y="0"/>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9" name="直接连接符 203"/>
                <p:cNvSpPr/>
                <p:nvPr/>
              </p:nvSpPr>
              <p:spPr>
                <a:xfrm flipH="1" flipV="1">
                  <a:off x="0" y="149064"/>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4" name="组合 183"/>
              <p:cNvGrpSpPr/>
              <p:nvPr/>
            </p:nvGrpSpPr>
            <p:grpSpPr>
              <a:xfrm>
                <a:off x="1512846" y="786941"/>
                <a:ext cx="12769" cy="43287"/>
                <a:chOff x="0" y="0"/>
                <a:chExt cx="12768" cy="43285"/>
              </a:xfrm>
            </p:grpSpPr>
            <p:sp>
              <p:nvSpPr>
                <p:cNvPr id="831" name="直接连接符 198"/>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2" name="直接连接符 199"/>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3" name="直接连接符 200"/>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8" name="组合 184"/>
              <p:cNvGrpSpPr/>
              <p:nvPr/>
            </p:nvGrpSpPr>
            <p:grpSpPr>
              <a:xfrm>
                <a:off x="1527455" y="713579"/>
                <a:ext cx="12769" cy="69713"/>
                <a:chOff x="0" y="0"/>
                <a:chExt cx="12768" cy="69711"/>
              </a:xfrm>
            </p:grpSpPr>
            <p:sp>
              <p:nvSpPr>
                <p:cNvPr id="835" name="直接连接符 195"/>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6" name="直接连接符 196"/>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7" name="直接连接符 197"/>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42" name="组合 186"/>
              <p:cNvGrpSpPr/>
              <p:nvPr/>
            </p:nvGrpSpPr>
            <p:grpSpPr>
              <a:xfrm>
                <a:off x="1544466" y="641877"/>
                <a:ext cx="12769" cy="69713"/>
                <a:chOff x="0" y="0"/>
                <a:chExt cx="12768" cy="69711"/>
              </a:xfrm>
            </p:grpSpPr>
            <p:sp>
              <p:nvSpPr>
                <p:cNvPr id="839" name="直接连接符 192"/>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40" name="直接连接符 193"/>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41" name="直接连接符 194"/>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43" name="文本框 188"/>
              <p:cNvSpPr txBox="1"/>
              <p:nvPr/>
            </p:nvSpPr>
            <p:spPr>
              <a:xfrm>
                <a:off x="218064" y="333141"/>
                <a:ext cx="430649"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1</a:t>
                </a:r>
                <a:r>
                  <a:rPr>
                    <a:latin typeface="Helvetica Neue Medium"/>
                    <a:ea typeface="Helvetica Neue Medium"/>
                    <a:cs typeface="Helvetica Neue Medium"/>
                    <a:sym typeface="Helvetica Neue Medium"/>
                  </a:rPr>
                  <a:t>＇</a:t>
                </a:r>
              </a:p>
            </p:txBody>
          </p:sp>
          <p:sp>
            <p:nvSpPr>
              <p:cNvPr id="844" name="文本框 189"/>
              <p:cNvSpPr txBox="1"/>
              <p:nvPr/>
            </p:nvSpPr>
            <p:spPr>
              <a:xfrm>
                <a:off x="905439" y="323617"/>
                <a:ext cx="46002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2</a:t>
                </a:r>
                <a:r>
                  <a:rPr>
                    <a:latin typeface="Helvetica Neue Medium"/>
                    <a:ea typeface="Helvetica Neue Medium"/>
                    <a:cs typeface="Helvetica Neue Medium"/>
                    <a:sym typeface="Helvetica Neue Medium"/>
                  </a:rPr>
                  <a:t>＇</a:t>
                </a:r>
              </a:p>
            </p:txBody>
          </p:sp>
          <p:sp>
            <p:nvSpPr>
              <p:cNvPr id="845" name="文本框 190"/>
              <p:cNvSpPr txBox="1"/>
              <p:nvPr/>
            </p:nvSpPr>
            <p:spPr>
              <a:xfrm>
                <a:off x="1529923" y="316474"/>
                <a:ext cx="368944"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3</a:t>
                </a:r>
                <a:r>
                  <a:rPr>
                    <a:latin typeface="Helvetica Neue Medium"/>
                    <a:ea typeface="Helvetica Neue Medium"/>
                    <a:cs typeface="Helvetica Neue Medium"/>
                    <a:sym typeface="Helvetica Neue Medium"/>
                  </a:rPr>
                  <a:t>＇</a:t>
                </a:r>
              </a:p>
            </p:txBody>
          </p:sp>
          <p:sp>
            <p:nvSpPr>
              <p:cNvPr id="846" name="矩形 191"/>
              <p:cNvSpPr txBox="1"/>
              <p:nvPr/>
            </p:nvSpPr>
            <p:spPr>
              <a:xfrm>
                <a:off x="0" y="992854"/>
                <a:ext cx="568782"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500X </a:t>
                </a:r>
              </a:p>
            </p:txBody>
          </p:sp>
          <p:sp>
            <p:nvSpPr>
              <p:cNvPr id="847" name="文本框 228"/>
              <p:cNvSpPr txBox="1"/>
              <p:nvPr/>
            </p:nvSpPr>
            <p:spPr>
              <a:xfrm>
                <a:off x="879551" y="590045"/>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3.76μm</a:t>
                </a:r>
              </a:p>
            </p:txBody>
          </p:sp>
          <p:sp>
            <p:nvSpPr>
              <p:cNvPr id="848" name="文本框 229"/>
              <p:cNvSpPr txBox="1"/>
              <p:nvPr/>
            </p:nvSpPr>
            <p:spPr>
              <a:xfrm>
                <a:off x="879551" y="66148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2.85μm</a:t>
                </a:r>
              </a:p>
            </p:txBody>
          </p:sp>
          <p:sp>
            <p:nvSpPr>
              <p:cNvPr id="849" name="文本框 230"/>
              <p:cNvSpPr txBox="1"/>
              <p:nvPr/>
            </p:nvSpPr>
            <p:spPr>
              <a:xfrm>
                <a:off x="860501" y="728157"/>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2.31μm</a:t>
                </a:r>
              </a:p>
            </p:txBody>
          </p:sp>
          <p:sp>
            <p:nvSpPr>
              <p:cNvPr id="850" name="文本框 231"/>
              <p:cNvSpPr txBox="1"/>
              <p:nvPr/>
            </p:nvSpPr>
            <p:spPr>
              <a:xfrm>
                <a:off x="841451" y="83293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4.36μm</a:t>
                </a:r>
              </a:p>
            </p:txBody>
          </p:sp>
          <p:sp>
            <p:nvSpPr>
              <p:cNvPr id="851" name="文本框 232"/>
              <p:cNvSpPr txBox="1"/>
              <p:nvPr/>
            </p:nvSpPr>
            <p:spPr>
              <a:xfrm>
                <a:off x="1508201" y="594807"/>
                <a:ext cx="331084" cy="1757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3.82μm</a:t>
                </a:r>
              </a:p>
            </p:txBody>
          </p:sp>
          <p:sp>
            <p:nvSpPr>
              <p:cNvPr id="852" name="文本框 233"/>
              <p:cNvSpPr txBox="1"/>
              <p:nvPr/>
            </p:nvSpPr>
            <p:spPr>
              <a:xfrm>
                <a:off x="1489151" y="65910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2.69μm</a:t>
                </a:r>
              </a:p>
            </p:txBody>
          </p:sp>
          <p:sp>
            <p:nvSpPr>
              <p:cNvPr id="853" name="文本框 234"/>
              <p:cNvSpPr txBox="1"/>
              <p:nvPr/>
            </p:nvSpPr>
            <p:spPr>
              <a:xfrm>
                <a:off x="1477245" y="728158"/>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2.29μm</a:t>
                </a:r>
              </a:p>
            </p:txBody>
          </p:sp>
          <p:sp>
            <p:nvSpPr>
              <p:cNvPr id="854" name="文本框 235"/>
              <p:cNvSpPr txBox="1"/>
              <p:nvPr/>
            </p:nvSpPr>
            <p:spPr>
              <a:xfrm>
                <a:off x="1460576" y="835312"/>
                <a:ext cx="331084" cy="1757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4.52μm</a:t>
                </a:r>
              </a:p>
            </p:txBody>
          </p:sp>
        </p:grpSp>
        <p:grpSp>
          <p:nvGrpSpPr>
            <p:cNvPr id="858" name="文本框 41"/>
            <p:cNvGrpSpPr/>
            <p:nvPr/>
          </p:nvGrpSpPr>
          <p:grpSpPr>
            <a:xfrm>
              <a:off x="2008078" y="858600"/>
              <a:ext cx="518472" cy="239267"/>
              <a:chOff x="0" y="0"/>
              <a:chExt cx="518471" cy="239265"/>
            </a:xfrm>
          </p:grpSpPr>
          <p:sp>
            <p:nvSpPr>
              <p:cNvPr id="856" name="Rectangle"/>
              <p:cNvSpPr/>
              <p:nvPr/>
            </p:nvSpPr>
            <p:spPr>
              <a:xfrm>
                <a:off x="0" y="51489"/>
                <a:ext cx="518472" cy="136287"/>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57" name="1 Layer Ni"/>
              <p:cNvSpPr txBox="1"/>
              <p:nvPr/>
            </p:nvSpPr>
            <p:spPr>
              <a:xfrm>
                <a:off x="0" y="0"/>
                <a:ext cx="518472" cy="2392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1 Layer Ni</a:t>
                </a:r>
              </a:p>
            </p:txBody>
          </p:sp>
        </p:grpSp>
        <p:grpSp>
          <p:nvGrpSpPr>
            <p:cNvPr id="861" name="文本框 41"/>
            <p:cNvGrpSpPr/>
            <p:nvPr/>
          </p:nvGrpSpPr>
          <p:grpSpPr>
            <a:xfrm>
              <a:off x="2003314" y="750320"/>
              <a:ext cx="518472" cy="165144"/>
              <a:chOff x="0" y="0"/>
              <a:chExt cx="518471" cy="165143"/>
            </a:xfrm>
          </p:grpSpPr>
          <p:sp>
            <p:nvSpPr>
              <p:cNvPr id="859" name="Rectangle"/>
              <p:cNvSpPr/>
              <p:nvPr/>
            </p:nvSpPr>
            <p:spPr>
              <a:xfrm>
                <a:off x="0" y="14513"/>
                <a:ext cx="518472" cy="136118"/>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0" name="2 Layer Cu"/>
              <p:cNvSpPr txBox="1"/>
              <p:nvPr/>
            </p:nvSpPr>
            <p:spPr>
              <a:xfrm>
                <a:off x="0" y="0"/>
                <a:ext cx="518472" cy="1651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600">
                    <a:latin typeface="Arial"/>
                    <a:ea typeface="Arial"/>
                    <a:cs typeface="Arial"/>
                    <a:sym typeface="Arial"/>
                  </a:defRPr>
                </a:lvl1pPr>
              </a:lstStyle>
              <a:p>
                <a:pPr/>
                <a:r>
                  <a:t>  2 Layer Cu</a:t>
                </a:r>
              </a:p>
            </p:txBody>
          </p:sp>
        </p:grpSp>
        <p:grpSp>
          <p:nvGrpSpPr>
            <p:cNvPr id="864" name="文本框 41"/>
            <p:cNvGrpSpPr/>
            <p:nvPr/>
          </p:nvGrpSpPr>
          <p:grpSpPr>
            <a:xfrm>
              <a:off x="1997802" y="398329"/>
              <a:ext cx="719999" cy="239267"/>
              <a:chOff x="0" y="0"/>
              <a:chExt cx="719998" cy="239265"/>
            </a:xfrm>
          </p:grpSpPr>
          <p:sp>
            <p:nvSpPr>
              <p:cNvPr id="862" name="Rectangle"/>
              <p:cNvSpPr/>
              <p:nvPr/>
            </p:nvSpPr>
            <p:spPr>
              <a:xfrm>
                <a:off x="0" y="34165"/>
                <a:ext cx="719999" cy="170935"/>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3" name="4 Layer bright Ni"/>
              <p:cNvSpPr txBox="1"/>
              <p:nvPr/>
            </p:nvSpPr>
            <p:spPr>
              <a:xfrm>
                <a:off x="0" y="0"/>
                <a:ext cx="719999" cy="2392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4 Layer bright Ni</a:t>
                </a:r>
              </a:p>
            </p:txBody>
          </p:sp>
        </p:grpSp>
        <p:grpSp>
          <p:nvGrpSpPr>
            <p:cNvPr id="867" name="文本框 41"/>
            <p:cNvGrpSpPr/>
            <p:nvPr/>
          </p:nvGrpSpPr>
          <p:grpSpPr>
            <a:xfrm>
              <a:off x="2000152" y="563418"/>
              <a:ext cx="883568" cy="239267"/>
              <a:chOff x="0" y="0"/>
              <a:chExt cx="883567" cy="239265"/>
            </a:xfrm>
          </p:grpSpPr>
          <p:sp>
            <p:nvSpPr>
              <p:cNvPr id="865" name="Rectangle"/>
              <p:cNvSpPr/>
              <p:nvPr/>
            </p:nvSpPr>
            <p:spPr>
              <a:xfrm>
                <a:off x="0" y="57689"/>
                <a:ext cx="883568" cy="123888"/>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6" name="3Layer  semi-bright Ni"/>
              <p:cNvSpPr txBox="1"/>
              <p:nvPr/>
            </p:nvSpPr>
            <p:spPr>
              <a:xfrm>
                <a:off x="0" y="-1"/>
                <a:ext cx="883568" cy="2392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3Layer  semi-bright Ni</a:t>
                </a:r>
              </a:p>
            </p:txBody>
          </p:sp>
        </p:grpSp>
        <p:sp>
          <p:nvSpPr>
            <p:cNvPr id="868" name="直接箭头连接符 159"/>
            <p:cNvSpPr/>
            <p:nvPr/>
          </p:nvSpPr>
          <p:spPr>
            <a:xfrm flipH="1">
              <a:off x="1783843" y="683052"/>
              <a:ext cx="216310" cy="76164"/>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69" name="直接箭头连接符 160"/>
            <p:cNvSpPr/>
            <p:nvPr/>
          </p:nvSpPr>
          <p:spPr>
            <a:xfrm flipH="1" flipV="1">
              <a:off x="1769552" y="935428"/>
              <a:ext cx="257577" cy="76143"/>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70" name="直接箭头连接符 161"/>
            <p:cNvSpPr/>
            <p:nvPr/>
          </p:nvSpPr>
          <p:spPr>
            <a:xfrm flipH="1" flipV="1">
              <a:off x="1798126" y="816365"/>
              <a:ext cx="209901" cy="25685"/>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71" name="TextBox 28"/>
            <p:cNvSpPr txBox="1"/>
            <p:nvPr/>
          </p:nvSpPr>
          <p:spPr>
            <a:xfrm>
              <a:off x="0" y="1199958"/>
              <a:ext cx="1915610" cy="165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600">
                  <a:solidFill>
                    <a:srgbClr val="FF0000"/>
                  </a:solidFill>
                  <a:latin typeface="Arial"/>
                  <a:ea typeface="Arial"/>
                  <a:cs typeface="Arial"/>
                  <a:sym typeface="Arial"/>
                </a:defRPr>
              </a:pPr>
              <a:r>
                <a:t>Total Thickness:=1</a:t>
              </a:r>
              <a:r>
                <a:t> </a:t>
              </a:r>
              <a:r>
                <a:t>layer +2 layer +3 layer+4 layer</a:t>
              </a:r>
            </a:p>
          </p:txBody>
        </p:sp>
        <p:sp>
          <p:nvSpPr>
            <p:cNvPr id="872" name="直接箭头连接符 153"/>
            <p:cNvSpPr/>
            <p:nvPr/>
          </p:nvSpPr>
          <p:spPr>
            <a:xfrm flipH="1">
              <a:off x="1788604" y="509436"/>
              <a:ext cx="212837" cy="17834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874" name="图片 247" descr="图片 247"/>
          <p:cNvPicPr>
            <a:picLocks noChangeAspect="1"/>
          </p:cNvPicPr>
          <p:nvPr/>
        </p:nvPicPr>
        <p:blipFill>
          <a:blip r:embed="rId17">
            <a:extLst/>
          </a:blip>
          <a:srcRect l="0" t="8652" r="1753" b="6458"/>
          <a:stretch>
            <a:fillRect/>
          </a:stretch>
        </p:blipFill>
        <p:spPr>
          <a:xfrm>
            <a:off x="16766278" y="5873087"/>
            <a:ext cx="1132522" cy="1189879"/>
          </a:xfrm>
          <a:prstGeom prst="rect">
            <a:avLst/>
          </a:prstGeom>
          <a:ln w="12700">
            <a:miter lim="400000"/>
          </a:ln>
        </p:spPr>
      </p:pic>
      <p:grpSp>
        <p:nvGrpSpPr>
          <p:cNvPr id="889" name="组合 2"/>
          <p:cNvGrpSpPr/>
          <p:nvPr/>
        </p:nvGrpSpPr>
        <p:grpSpPr>
          <a:xfrm>
            <a:off x="14472420" y="6070281"/>
            <a:ext cx="2199293" cy="1099413"/>
            <a:chOff x="0" y="0"/>
            <a:chExt cx="2199292" cy="1099411"/>
          </a:xfrm>
        </p:grpSpPr>
        <p:pic>
          <p:nvPicPr>
            <p:cNvPr id="875" name="图片 172" descr="图片 172"/>
            <p:cNvPicPr>
              <a:picLocks noChangeAspect="1"/>
            </p:cNvPicPr>
            <p:nvPr/>
          </p:nvPicPr>
          <p:blipFill>
            <a:blip r:embed="rId18">
              <a:extLst/>
            </a:blip>
            <a:stretch>
              <a:fillRect/>
            </a:stretch>
          </p:blipFill>
          <p:spPr>
            <a:xfrm>
              <a:off x="124641" y="465002"/>
              <a:ext cx="1873032" cy="451305"/>
            </a:xfrm>
            <a:prstGeom prst="rect">
              <a:avLst/>
            </a:prstGeom>
            <a:ln w="12700" cap="flat">
              <a:noFill/>
              <a:miter lim="400000"/>
            </a:ln>
            <a:effectLst/>
          </p:spPr>
        </p:pic>
        <p:grpSp>
          <p:nvGrpSpPr>
            <p:cNvPr id="888" name="组合 120"/>
            <p:cNvGrpSpPr/>
            <p:nvPr/>
          </p:nvGrpSpPr>
          <p:grpSpPr>
            <a:xfrm>
              <a:off x="0" y="0"/>
              <a:ext cx="2199293" cy="1099412"/>
              <a:chOff x="0" y="0"/>
              <a:chExt cx="2199292" cy="1099411"/>
            </a:xfrm>
          </p:grpSpPr>
          <p:grpSp>
            <p:nvGrpSpPr>
              <p:cNvPr id="881" name="组合 56"/>
              <p:cNvGrpSpPr/>
              <p:nvPr/>
            </p:nvGrpSpPr>
            <p:grpSpPr>
              <a:xfrm>
                <a:off x="127244" y="0"/>
                <a:ext cx="2072049" cy="1099412"/>
                <a:chOff x="0" y="0"/>
                <a:chExt cx="2072047" cy="1099411"/>
              </a:xfrm>
            </p:grpSpPr>
            <p:sp>
              <p:nvSpPr>
                <p:cNvPr id="876" name="直接箭头连接符 57"/>
                <p:cNvSpPr/>
                <p:nvPr/>
              </p:nvSpPr>
              <p:spPr>
                <a:xfrm flipV="1">
                  <a:off x="1855294" y="112404"/>
                  <a:ext cx="1" cy="900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877" name="文本框 58"/>
                <p:cNvSpPr txBox="1"/>
                <p:nvPr/>
              </p:nvSpPr>
              <p:spPr>
                <a:xfrm>
                  <a:off x="1946437" y="741556"/>
                  <a:ext cx="125611"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X</a:t>
                  </a:r>
                </a:p>
              </p:txBody>
            </p:sp>
            <p:sp>
              <p:nvSpPr>
                <p:cNvPr id="878" name="文本框 59"/>
                <p:cNvSpPr txBox="1"/>
                <p:nvPr/>
              </p:nvSpPr>
              <p:spPr>
                <a:xfrm>
                  <a:off x="1693278" y="0"/>
                  <a:ext cx="128243"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Y</a:t>
                  </a:r>
                </a:p>
              </p:txBody>
            </p:sp>
            <p:sp>
              <p:nvSpPr>
                <p:cNvPr id="879" name="文本框 60"/>
                <p:cNvSpPr txBox="1"/>
                <p:nvPr/>
              </p:nvSpPr>
              <p:spPr>
                <a:xfrm>
                  <a:off x="1477580" y="862266"/>
                  <a:ext cx="383842"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000">
                      <a:solidFill>
                        <a:srgbClr val="FF0000"/>
                      </a:solidFill>
                      <a:latin typeface="Arial"/>
                      <a:ea typeface="Arial"/>
                      <a:cs typeface="Arial"/>
                      <a:sym typeface="Arial"/>
                    </a:defRPr>
                  </a:lvl1pPr>
                </a:lstStyle>
                <a:p>
                  <a:pPr/>
                  <a:r>
                    <a:t>(0.0)</a:t>
                  </a:r>
                </a:p>
              </p:txBody>
            </p:sp>
            <p:sp>
              <p:nvSpPr>
                <p:cNvPr id="880" name="直接箭头连接符 61"/>
                <p:cNvSpPr/>
                <p:nvPr/>
              </p:nvSpPr>
              <p:spPr>
                <a:xfrm>
                  <a:off x="0" y="896794"/>
                  <a:ext cx="1987028"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grpSp>
          <p:sp>
            <p:nvSpPr>
              <p:cNvPr id="882" name="直接连接符 122"/>
              <p:cNvSpPr/>
              <p:nvPr/>
            </p:nvSpPr>
            <p:spPr>
              <a:xfrm flipH="1">
                <a:off x="308296" y="414513"/>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sp>
            <p:nvSpPr>
              <p:cNvPr id="883" name="直接连接符 124"/>
              <p:cNvSpPr/>
              <p:nvPr/>
            </p:nvSpPr>
            <p:spPr>
              <a:xfrm>
                <a:off x="1813933" y="418329"/>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sp>
            <p:nvSpPr>
              <p:cNvPr id="884" name="文本框 125"/>
              <p:cNvSpPr txBox="1"/>
              <p:nvPr/>
            </p:nvSpPr>
            <p:spPr>
              <a:xfrm>
                <a:off x="0" y="140304"/>
                <a:ext cx="643262"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L3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X=-13.7</a:t>
                </a:r>
              </a:p>
            </p:txBody>
          </p:sp>
          <p:sp>
            <p:nvSpPr>
              <p:cNvPr id="885" name="文本框 127"/>
              <p:cNvSpPr txBox="1"/>
              <p:nvPr/>
            </p:nvSpPr>
            <p:spPr>
              <a:xfrm>
                <a:off x="1521614" y="133003"/>
                <a:ext cx="544249"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L1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X=-0.5</a:t>
                </a:r>
              </a:p>
            </p:txBody>
          </p:sp>
          <p:sp>
            <p:nvSpPr>
              <p:cNvPr id="886" name="文本框 133"/>
              <p:cNvSpPr txBox="1"/>
              <p:nvPr/>
            </p:nvSpPr>
            <p:spPr>
              <a:xfrm>
                <a:off x="772012" y="144597"/>
                <a:ext cx="683027"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L2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X=-7.10</a:t>
                </a:r>
              </a:p>
            </p:txBody>
          </p:sp>
          <p:sp>
            <p:nvSpPr>
              <p:cNvPr id="887" name="直接连接符 236"/>
              <p:cNvSpPr/>
              <p:nvPr/>
            </p:nvSpPr>
            <p:spPr>
              <a:xfrm>
                <a:off x="1060771" y="408162"/>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grpSp>
      </p:grpSp>
      <p:grpSp>
        <p:nvGrpSpPr>
          <p:cNvPr id="908" name="组合 4"/>
          <p:cNvGrpSpPr/>
          <p:nvPr/>
        </p:nvGrpSpPr>
        <p:grpSpPr>
          <a:xfrm>
            <a:off x="16029074" y="9336297"/>
            <a:ext cx="2953550" cy="930539"/>
            <a:chOff x="0" y="0"/>
            <a:chExt cx="2953548" cy="930538"/>
          </a:xfrm>
        </p:grpSpPr>
        <p:pic>
          <p:nvPicPr>
            <p:cNvPr id="890" name="图片 177" descr="图片 177"/>
            <p:cNvPicPr>
              <a:picLocks noChangeAspect="1"/>
            </p:cNvPicPr>
            <p:nvPr/>
          </p:nvPicPr>
          <p:blipFill>
            <a:blip r:embed="rId18">
              <a:extLst/>
            </a:blip>
            <a:stretch>
              <a:fillRect/>
            </a:stretch>
          </p:blipFill>
          <p:spPr>
            <a:xfrm>
              <a:off x="853985" y="251748"/>
              <a:ext cx="1873032" cy="451305"/>
            </a:xfrm>
            <a:prstGeom prst="rect">
              <a:avLst/>
            </a:prstGeom>
            <a:ln w="12700" cap="flat">
              <a:noFill/>
              <a:miter lim="400000"/>
            </a:ln>
            <a:effectLst/>
          </p:spPr>
        </p:pic>
        <p:grpSp>
          <p:nvGrpSpPr>
            <p:cNvPr id="907" name="组合 29"/>
            <p:cNvGrpSpPr/>
            <p:nvPr/>
          </p:nvGrpSpPr>
          <p:grpSpPr>
            <a:xfrm>
              <a:off x="0" y="-1"/>
              <a:ext cx="2953549" cy="930540"/>
              <a:chOff x="0" y="0"/>
              <a:chExt cx="2953548" cy="930538"/>
            </a:xfrm>
          </p:grpSpPr>
          <p:grpSp>
            <p:nvGrpSpPr>
              <p:cNvPr id="900" name="组合 78"/>
              <p:cNvGrpSpPr/>
              <p:nvPr/>
            </p:nvGrpSpPr>
            <p:grpSpPr>
              <a:xfrm>
                <a:off x="0" y="-1"/>
                <a:ext cx="2953549" cy="930540"/>
                <a:chOff x="0" y="0"/>
                <a:chExt cx="2953548" cy="930538"/>
              </a:xfrm>
            </p:grpSpPr>
            <p:grpSp>
              <p:nvGrpSpPr>
                <p:cNvPr id="896" name="组合 56"/>
                <p:cNvGrpSpPr/>
                <p:nvPr/>
              </p:nvGrpSpPr>
              <p:grpSpPr>
                <a:xfrm>
                  <a:off x="663585" y="-1"/>
                  <a:ext cx="2289964" cy="930540"/>
                  <a:chOff x="0" y="0"/>
                  <a:chExt cx="2289963" cy="930538"/>
                </a:xfrm>
              </p:grpSpPr>
              <p:sp>
                <p:nvSpPr>
                  <p:cNvPr id="891" name="直接箭头连接符 57"/>
                  <p:cNvSpPr/>
                  <p:nvPr/>
                </p:nvSpPr>
                <p:spPr>
                  <a:xfrm flipV="1">
                    <a:off x="2041992" y="76428"/>
                    <a:ext cx="2" cy="828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892" name="文本框 58"/>
                  <p:cNvSpPr txBox="1"/>
                  <p:nvPr/>
                </p:nvSpPr>
                <p:spPr>
                  <a:xfrm>
                    <a:off x="2151142" y="532321"/>
                    <a:ext cx="138822"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X</a:t>
                    </a:r>
                  </a:p>
                </p:txBody>
              </p:sp>
              <p:sp>
                <p:nvSpPr>
                  <p:cNvPr id="893" name="文本框 59"/>
                  <p:cNvSpPr txBox="1"/>
                  <p:nvPr/>
                </p:nvSpPr>
                <p:spPr>
                  <a:xfrm>
                    <a:off x="1889002" y="0"/>
                    <a:ext cx="141731"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Y</a:t>
                    </a:r>
                  </a:p>
                </p:txBody>
              </p:sp>
              <p:sp>
                <p:nvSpPr>
                  <p:cNvPr id="894" name="文本框 60"/>
                  <p:cNvSpPr txBox="1"/>
                  <p:nvPr/>
                </p:nvSpPr>
                <p:spPr>
                  <a:xfrm>
                    <a:off x="1510096" y="631555"/>
                    <a:ext cx="669969"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(0.0)</a:t>
                    </a:r>
                  </a:p>
                </p:txBody>
              </p:sp>
              <p:sp>
                <p:nvSpPr>
                  <p:cNvPr id="895" name="直接箭头连接符 61"/>
                  <p:cNvSpPr/>
                  <p:nvPr/>
                </p:nvSpPr>
                <p:spPr>
                  <a:xfrm>
                    <a:off x="0" y="688163"/>
                    <a:ext cx="2196002"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grpSp>
            <p:sp>
              <p:nvSpPr>
                <p:cNvPr id="897" name="直接连接符 81"/>
                <p:cNvSpPr/>
                <p:nvPr/>
              </p:nvSpPr>
              <p:spPr>
                <a:xfrm>
                  <a:off x="650436" y="487600"/>
                  <a:ext cx="2052000" cy="1"/>
                </a:xfrm>
                <a:prstGeom prst="line">
                  <a:avLst/>
                </a:prstGeom>
                <a:noFill/>
                <a:ln w="9525" cap="flat">
                  <a:solidFill>
                    <a:srgbClr val="7030A0"/>
                  </a:solidFill>
                  <a:prstDash val="sysDot"/>
                  <a:round/>
                </a:ln>
                <a:effectLst/>
              </p:spPr>
              <p:txBody>
                <a:bodyPr wrap="square" lIns="45718" tIns="45718" rIns="45718" bIns="45718" numCol="1" anchor="t">
                  <a:noAutofit/>
                </a:bodyPr>
                <a:lstStyle/>
                <a:p>
                  <a:pPr/>
                </a:p>
              </p:txBody>
            </p:sp>
            <p:sp>
              <p:nvSpPr>
                <p:cNvPr id="898" name="直接连接符 82"/>
                <p:cNvSpPr/>
                <p:nvPr/>
              </p:nvSpPr>
              <p:spPr>
                <a:xfrm>
                  <a:off x="761838" y="515892"/>
                  <a:ext cx="1" cy="180000"/>
                </a:xfrm>
                <a:prstGeom prst="line">
                  <a:avLst/>
                </a:prstGeom>
                <a:noFill/>
                <a:ln w="6350" cap="flat">
                  <a:solidFill>
                    <a:srgbClr val="000000"/>
                  </a:solidFill>
                  <a:prstDash val="sysDash"/>
                  <a:round/>
                  <a:headEnd type="triangle" w="med" len="med"/>
                  <a:tailEnd type="triangle" w="med" len="med"/>
                </a:ln>
                <a:effectLst/>
              </p:spPr>
              <p:txBody>
                <a:bodyPr wrap="square" lIns="45718" tIns="45718" rIns="45718" bIns="45718" numCol="1" anchor="t">
                  <a:noAutofit/>
                </a:bodyPr>
                <a:lstStyle/>
                <a:p>
                  <a:pPr/>
                </a:p>
              </p:txBody>
            </p:sp>
            <p:sp>
              <p:nvSpPr>
                <p:cNvPr id="899" name="文本框 84"/>
                <p:cNvSpPr txBox="1"/>
                <p:nvPr/>
              </p:nvSpPr>
              <p:spPr>
                <a:xfrm>
                  <a:off x="0" y="491732"/>
                  <a:ext cx="855170"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latin typeface="Arial"/>
                      <a:ea typeface="Arial"/>
                      <a:cs typeface="Arial"/>
                      <a:sym typeface="Arial"/>
                    </a:defRPr>
                  </a:lvl1pPr>
                </a:lstStyle>
                <a:p>
                  <a:pPr/>
                  <a:r>
                    <a:t>Y=1.425mm</a:t>
                  </a:r>
                </a:p>
              </p:txBody>
            </p:sp>
          </p:grpSp>
          <p:sp>
            <p:nvSpPr>
              <p:cNvPr id="901" name="椭圆 239"/>
              <p:cNvSpPr/>
              <p:nvPr/>
            </p:nvSpPr>
            <p:spPr>
              <a:xfrm>
                <a:off x="1010457" y="468824"/>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2" name="椭圆 240"/>
              <p:cNvSpPr/>
              <p:nvPr/>
            </p:nvSpPr>
            <p:spPr>
              <a:xfrm>
                <a:off x="1809770" y="468821"/>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3" name="椭圆 241"/>
              <p:cNvSpPr/>
              <p:nvPr/>
            </p:nvSpPr>
            <p:spPr>
              <a:xfrm>
                <a:off x="2527315" y="475966"/>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4" name="文本框 242"/>
              <p:cNvSpPr txBox="1"/>
              <p:nvPr/>
            </p:nvSpPr>
            <p:spPr>
              <a:xfrm>
                <a:off x="934975" y="271170"/>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P1</a:t>
                </a:r>
              </a:p>
            </p:txBody>
          </p:sp>
          <p:sp>
            <p:nvSpPr>
              <p:cNvPr id="905" name="文本框 243"/>
              <p:cNvSpPr txBox="1"/>
              <p:nvPr/>
            </p:nvSpPr>
            <p:spPr>
              <a:xfrm>
                <a:off x="1674750" y="252754"/>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P2</a:t>
                </a:r>
              </a:p>
            </p:txBody>
          </p:sp>
          <p:sp>
            <p:nvSpPr>
              <p:cNvPr id="906" name="文本框 244"/>
              <p:cNvSpPr txBox="1"/>
              <p:nvPr/>
            </p:nvSpPr>
            <p:spPr>
              <a:xfrm>
                <a:off x="2425637" y="252119"/>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P3</a:t>
                </a:r>
              </a:p>
            </p:txBody>
          </p:sp>
        </p:grpSp>
      </p:grpSp>
      <p:grpSp>
        <p:nvGrpSpPr>
          <p:cNvPr id="920" name="组合 179"/>
          <p:cNvGrpSpPr/>
          <p:nvPr/>
        </p:nvGrpSpPr>
        <p:grpSpPr>
          <a:xfrm>
            <a:off x="19260588" y="11231330"/>
            <a:ext cx="959302" cy="1767877"/>
            <a:chOff x="0" y="0"/>
            <a:chExt cx="959301" cy="1767875"/>
          </a:xfrm>
        </p:grpSpPr>
        <p:pic>
          <p:nvPicPr>
            <p:cNvPr id="909" name="图片 180" descr="图片 180"/>
            <p:cNvPicPr>
              <a:picLocks noChangeAspect="1"/>
            </p:cNvPicPr>
            <p:nvPr/>
          </p:nvPicPr>
          <p:blipFill>
            <a:blip r:embed="rId19">
              <a:extLst/>
            </a:blip>
            <a:stretch>
              <a:fillRect/>
            </a:stretch>
          </p:blipFill>
          <p:spPr>
            <a:xfrm>
              <a:off x="204157" y="504131"/>
              <a:ext cx="263434" cy="1115551"/>
            </a:xfrm>
            <a:prstGeom prst="rect">
              <a:avLst/>
            </a:prstGeom>
            <a:ln w="12700" cap="flat">
              <a:noFill/>
              <a:miter lim="400000"/>
            </a:ln>
            <a:effectLst/>
          </p:spPr>
        </p:pic>
        <p:grpSp>
          <p:nvGrpSpPr>
            <p:cNvPr id="919" name="组合 181"/>
            <p:cNvGrpSpPr/>
            <p:nvPr/>
          </p:nvGrpSpPr>
          <p:grpSpPr>
            <a:xfrm>
              <a:off x="0" y="-1"/>
              <a:ext cx="959302" cy="1767877"/>
              <a:chOff x="0" y="0"/>
              <a:chExt cx="959301" cy="1767875"/>
            </a:xfrm>
          </p:grpSpPr>
          <p:sp>
            <p:nvSpPr>
              <p:cNvPr id="910" name="Test points"/>
              <p:cNvSpPr txBox="1"/>
              <p:nvPr/>
            </p:nvSpPr>
            <p:spPr>
              <a:xfrm>
                <a:off x="35783" y="0"/>
                <a:ext cx="923519" cy="328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1436" tIns="71436" rIns="71436" bIns="71436" numCol="1" anchor="ctr">
                <a:spAutoFit/>
              </a:bodyPr>
              <a:lstStyle>
                <a:lvl1pPr>
                  <a:defRPr sz="1200">
                    <a:solidFill>
                      <a:schemeClr val="accent1"/>
                    </a:solidFill>
                    <a:latin typeface="Helvetica Neue Medium"/>
                    <a:ea typeface="Helvetica Neue Medium"/>
                    <a:cs typeface="Helvetica Neue Medium"/>
                    <a:sym typeface="Helvetica Neue Medium"/>
                  </a:defRPr>
                </a:lvl1pPr>
              </a:lstStyle>
              <a:p>
                <a:pPr/>
                <a:r>
                  <a:t>Test points</a:t>
                </a:r>
              </a:p>
            </p:txBody>
          </p:sp>
          <p:grpSp>
            <p:nvGrpSpPr>
              <p:cNvPr id="918" name="组合 187"/>
              <p:cNvGrpSpPr/>
              <p:nvPr/>
            </p:nvGrpSpPr>
            <p:grpSpPr>
              <a:xfrm>
                <a:off x="0" y="514915"/>
                <a:ext cx="814351" cy="1252961"/>
                <a:chOff x="0" y="0"/>
                <a:chExt cx="814350" cy="1252960"/>
              </a:xfrm>
            </p:grpSpPr>
            <p:sp>
              <p:nvSpPr>
                <p:cNvPr id="911" name="文本框 246"/>
                <p:cNvSpPr txBox="1"/>
                <p:nvPr/>
              </p:nvSpPr>
              <p:spPr>
                <a:xfrm>
                  <a:off x="437135" y="0"/>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P1</a:t>
                  </a:r>
                </a:p>
              </p:txBody>
            </p:sp>
            <p:sp>
              <p:nvSpPr>
                <p:cNvPr id="912" name="椭圆 249"/>
                <p:cNvSpPr/>
                <p:nvPr/>
              </p:nvSpPr>
              <p:spPr>
                <a:xfrm>
                  <a:off x="437135" y="106358"/>
                  <a:ext cx="36001" cy="36001"/>
                </a:xfrm>
                <a:prstGeom prst="ellipse">
                  <a:avLst/>
                </a:prstGeom>
                <a:solidFill>
                  <a:srgbClr val="FF0000"/>
                </a:solidFill>
                <a:ln w="25400" cap="flat">
                  <a:solidFill>
                    <a:srgbClr val="FF0000"/>
                  </a:solidFill>
                  <a:prstDash val="solid"/>
                  <a:round/>
                </a:ln>
                <a:effectLst/>
              </p:spPr>
              <p:txBody>
                <a:bodyPr wrap="square" lIns="71435" tIns="71435" rIns="71435" bIns="71435" numCol="1" anchor="ctr">
                  <a:noAutofit/>
                </a:bodyPr>
                <a:lstStyle/>
                <a:p>
                  <a:pPr defTabSz="821055"/>
                </a:p>
              </p:txBody>
            </p:sp>
            <p:sp>
              <p:nvSpPr>
                <p:cNvPr id="913" name="椭圆 250"/>
                <p:cNvSpPr/>
                <p:nvPr/>
              </p:nvSpPr>
              <p:spPr>
                <a:xfrm>
                  <a:off x="414514" y="510294"/>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14" name="文本框 251"/>
                <p:cNvSpPr txBox="1"/>
                <p:nvPr/>
              </p:nvSpPr>
              <p:spPr>
                <a:xfrm>
                  <a:off x="420625" y="385735"/>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P2</a:t>
                  </a:r>
                </a:p>
              </p:txBody>
            </p:sp>
            <p:sp>
              <p:nvSpPr>
                <p:cNvPr id="915" name="文本框 252"/>
                <p:cNvSpPr txBox="1"/>
                <p:nvPr/>
              </p:nvSpPr>
              <p:spPr>
                <a:xfrm>
                  <a:off x="428800" y="778968"/>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P2</a:t>
                  </a:r>
                </a:p>
              </p:txBody>
            </p:sp>
            <p:sp>
              <p:nvSpPr>
                <p:cNvPr id="916" name="椭圆 253"/>
                <p:cNvSpPr/>
                <p:nvPr/>
              </p:nvSpPr>
              <p:spPr>
                <a:xfrm>
                  <a:off x="428800" y="900566"/>
                  <a:ext cx="36001" cy="36001"/>
                </a:xfrm>
                <a:prstGeom prst="ellipse">
                  <a:avLst/>
                </a:prstGeom>
                <a:solidFill>
                  <a:srgbClr val="FF0000"/>
                </a:solidFill>
                <a:ln w="25400" cap="flat">
                  <a:solidFill>
                    <a:srgbClr val="FF0000"/>
                  </a:solidFill>
                  <a:prstDash val="solid"/>
                  <a:round/>
                </a:ln>
                <a:effectLst/>
              </p:spPr>
              <p:txBody>
                <a:bodyPr wrap="square" lIns="71435" tIns="71435" rIns="71435" bIns="71435" numCol="1" anchor="ctr">
                  <a:noAutofit/>
                </a:bodyPr>
                <a:lstStyle/>
                <a:p>
                  <a:pPr defTabSz="821055"/>
                </a:p>
              </p:txBody>
            </p:sp>
            <p:sp>
              <p:nvSpPr>
                <p:cNvPr id="917" name="文本框 254"/>
                <p:cNvSpPr txBox="1"/>
                <p:nvPr/>
              </p:nvSpPr>
              <p:spPr>
                <a:xfrm>
                  <a:off x="0" y="1027307"/>
                  <a:ext cx="814351" cy="2256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1</a:t>
                  </a:r>
                  <a:r>
                    <a:rPr baseline="30000"/>
                    <a:t>st </a:t>
                  </a:r>
                  <a:r>
                    <a:rPr>
                      <a:latin typeface="Helvetica Neue Medium"/>
                      <a:ea typeface="Helvetica Neue Medium"/>
                      <a:cs typeface="Helvetica Neue Medium"/>
                      <a:sym typeface="Helvetica Neue Medium"/>
                    </a:rPr>
                    <a:t>Test points</a:t>
                  </a:r>
                </a:p>
              </p:txBody>
            </p:sp>
          </p:grpSp>
        </p:grpSp>
      </p:grpSp>
      <p:grpSp>
        <p:nvGrpSpPr>
          <p:cNvPr id="930" name="组合 6"/>
          <p:cNvGrpSpPr/>
          <p:nvPr/>
        </p:nvGrpSpPr>
        <p:grpSpPr>
          <a:xfrm>
            <a:off x="14328309" y="9559766"/>
            <a:ext cx="1684169" cy="636705"/>
            <a:chOff x="0" y="0"/>
            <a:chExt cx="1684167" cy="636704"/>
          </a:xfrm>
        </p:grpSpPr>
        <p:grpSp>
          <p:nvGrpSpPr>
            <p:cNvPr id="923" name="组合 255"/>
            <p:cNvGrpSpPr/>
            <p:nvPr/>
          </p:nvGrpSpPr>
          <p:grpSpPr>
            <a:xfrm>
              <a:off x="205887" y="0"/>
              <a:ext cx="1478281" cy="459470"/>
              <a:chOff x="0" y="0"/>
              <a:chExt cx="1478279" cy="459469"/>
            </a:xfrm>
          </p:grpSpPr>
          <p:pic>
            <p:nvPicPr>
              <p:cNvPr id="921" name="图片 256" descr="图片 256"/>
              <p:cNvPicPr>
                <a:picLocks noChangeAspect="1"/>
              </p:cNvPicPr>
              <p:nvPr/>
            </p:nvPicPr>
            <p:blipFill>
              <a:blip r:embed="rId20">
                <a:extLst/>
              </a:blip>
              <a:srcRect l="0" t="0" r="0" b="6600"/>
              <a:stretch>
                <a:fillRect/>
              </a:stretch>
            </p:blipFill>
            <p:spPr>
              <a:xfrm>
                <a:off x="0" y="-1"/>
                <a:ext cx="1478280" cy="446248"/>
              </a:xfrm>
              <a:prstGeom prst="rect">
                <a:avLst/>
              </a:prstGeom>
              <a:ln w="12700" cap="flat">
                <a:noFill/>
                <a:miter lim="400000"/>
              </a:ln>
              <a:effectLst/>
            </p:spPr>
          </p:pic>
          <p:pic>
            <p:nvPicPr>
              <p:cNvPr id="922" name="图片 257" descr="图片 257"/>
              <p:cNvPicPr>
                <a:picLocks noChangeAspect="1"/>
              </p:cNvPicPr>
              <p:nvPr/>
            </p:nvPicPr>
            <p:blipFill>
              <a:blip r:embed="rId18">
                <a:extLst/>
              </a:blip>
              <a:stretch>
                <a:fillRect/>
              </a:stretch>
            </p:blipFill>
            <p:spPr>
              <a:xfrm>
                <a:off x="340454" y="286520"/>
                <a:ext cx="717774" cy="172950"/>
              </a:xfrm>
              <a:prstGeom prst="rect">
                <a:avLst/>
              </a:prstGeom>
              <a:ln w="12700" cap="flat">
                <a:noFill/>
                <a:miter lim="400000"/>
              </a:ln>
              <a:effectLst/>
            </p:spPr>
          </p:pic>
        </p:grpSp>
        <p:grpSp>
          <p:nvGrpSpPr>
            <p:cNvPr id="929" name="组合 3"/>
            <p:cNvGrpSpPr/>
            <p:nvPr/>
          </p:nvGrpSpPr>
          <p:grpSpPr>
            <a:xfrm>
              <a:off x="0" y="96413"/>
              <a:ext cx="602280" cy="540292"/>
              <a:chOff x="0" y="0"/>
              <a:chExt cx="602279" cy="540291"/>
            </a:xfrm>
          </p:grpSpPr>
          <p:sp>
            <p:nvSpPr>
              <p:cNvPr id="924" name="直接箭头连接符 61"/>
              <p:cNvSpPr/>
              <p:nvPr/>
            </p:nvSpPr>
            <p:spPr>
              <a:xfrm>
                <a:off x="226635" y="353991"/>
                <a:ext cx="324001"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925" name="直接箭头连接符 61"/>
              <p:cNvSpPr/>
              <p:nvPr/>
            </p:nvSpPr>
            <p:spPr>
              <a:xfrm flipV="1">
                <a:off x="231583" y="30626"/>
                <a:ext cx="1" cy="324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926" name="文本框 60"/>
              <p:cNvSpPr txBox="1"/>
              <p:nvPr/>
            </p:nvSpPr>
            <p:spPr>
              <a:xfrm>
                <a:off x="0" y="303827"/>
                <a:ext cx="355727"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(0.0)</a:t>
                </a:r>
              </a:p>
            </p:txBody>
          </p:sp>
          <p:sp>
            <p:nvSpPr>
              <p:cNvPr id="927" name="文本框 59"/>
              <p:cNvSpPr txBox="1"/>
              <p:nvPr/>
            </p:nvSpPr>
            <p:spPr>
              <a:xfrm>
                <a:off x="65627" y="0"/>
                <a:ext cx="141731"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Y</a:t>
                </a:r>
              </a:p>
            </p:txBody>
          </p:sp>
          <p:sp>
            <p:nvSpPr>
              <p:cNvPr id="928" name="文本框 59"/>
              <p:cNvSpPr txBox="1"/>
              <p:nvPr/>
            </p:nvSpPr>
            <p:spPr>
              <a:xfrm>
                <a:off x="460548" y="327715"/>
                <a:ext cx="141732"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X</a:t>
                </a:r>
              </a:p>
            </p:txBody>
          </p:sp>
        </p:grpSp>
      </p:grpSp>
      <p:pic>
        <p:nvPicPr>
          <p:cNvPr id="931" name="图片 7" descr="图片 7"/>
          <p:cNvPicPr>
            <a:picLocks noChangeAspect="1"/>
          </p:cNvPicPr>
          <p:nvPr/>
        </p:nvPicPr>
        <p:blipFill>
          <a:blip r:embed="rId21">
            <a:extLst/>
          </a:blip>
          <a:stretch>
            <a:fillRect/>
          </a:stretch>
        </p:blipFill>
        <p:spPr>
          <a:xfrm>
            <a:off x="3748170" y="11369932"/>
            <a:ext cx="8136311" cy="1529905"/>
          </a:xfrm>
          <a:prstGeom prst="rect">
            <a:avLst/>
          </a:prstGeom>
          <a:ln>
            <a:solidFill>
              <a:srgbClr val="FF0000"/>
            </a:solidFill>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933" name="表格"/>
          <p:cNvGraphicFramePr/>
          <p:nvPr/>
        </p:nvGraphicFramePr>
        <p:xfrm>
          <a:off x="784775" y="1877454"/>
          <a:ext cx="22919690" cy="1183854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911954"/>
                <a:gridCol w="10007736"/>
              </a:tblGrid>
              <a:tr h="929645">
                <a:tc gridSpan="2">
                  <a:txBody>
                    <a:bodyPr/>
                    <a:lstStyle/>
                    <a:p>
                      <a:pPr algn="l" defTabSz="409575">
                        <a:defRPr sz="1800"/>
                      </a:pPr>
                      <a:r>
                        <a:rPr sz="2800">
                          <a:latin typeface="Arial"/>
                          <a:ea typeface="Arial"/>
                          <a:cs typeface="Arial"/>
                          <a:sym typeface="Arial"/>
                        </a:rPr>
                        <a:t>SST:  24h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1908">
                <a:tc>
                  <a:txBody>
                    <a:bodyPr/>
                    <a:lstStyle/>
                    <a:p>
                      <a:pPr defTabSz="409575">
                        <a:defRPr sz="3000">
                          <a:latin typeface="Arial"/>
                          <a:ea typeface="Arial"/>
                          <a:cs typeface="Arial"/>
                          <a:sym typeface="Arial"/>
                        </a:defRPr>
                      </a:pPr>
                      <a:r>
                        <a:t>FAI</a:t>
                      </a:r>
                      <a:r>
                        <a:t>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276991">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SST Tester</a:t>
                      </a:r>
                      <a:endParaRPr sz="2400"/>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Yes</a:t>
                      </a:r>
                      <a:endParaRPr sz="2400"/>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r>
                        <a:rPr sz="2800">
                          <a:latin typeface="微软雅黑"/>
                          <a:ea typeface="微软雅黑"/>
                          <a:cs typeface="微软雅黑"/>
                          <a:sym typeface="微软雅黑"/>
                        </a:rPr>
                        <a:t> </a:t>
                      </a:r>
                      <a:endParaRPr sz="2400"/>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rPr sz="2000">
                          <a:latin typeface="Helvetica Neue"/>
                          <a:ea typeface="Helvetica Neue"/>
                          <a:cs typeface="Helvetica Neue"/>
                          <a:sym typeface="Helvetica Neue"/>
                        </a:rPr>
                        <a:t> </a:t>
                      </a:r>
                      <a:endParaRPr sz="2400"/>
                    </a:p>
                    <a:p>
                      <a:pPr algn="l">
                        <a:defRPr sz="1800">
                          <a:latin typeface="Arial"/>
                          <a:ea typeface="Arial"/>
                          <a:cs typeface="Arial"/>
                          <a:sym typeface="Arial"/>
                        </a:defRPr>
                      </a:pPr>
                      <a:r>
                        <a:t> a. </a:t>
                      </a:r>
                      <a:r>
                        <a:rPr>
                          <a:latin typeface="微软雅黑"/>
                          <a:ea typeface="微软雅黑"/>
                          <a:cs typeface="微软雅黑"/>
                          <a:sym typeface="微软雅黑"/>
                        </a:rPr>
                        <a:t>设备点检</a:t>
                      </a:r>
                      <a:r>
                        <a:t>(</a:t>
                      </a:r>
                      <a:r>
                        <a:rPr>
                          <a:latin typeface="微软雅黑"/>
                          <a:ea typeface="微软雅黑"/>
                          <a:cs typeface="微软雅黑"/>
                          <a:sym typeface="微软雅黑"/>
                        </a:rPr>
                        <a:t>图</a:t>
                      </a:r>
                      <a:r>
                        <a:t>1)</a:t>
                      </a:r>
                      <a:r>
                        <a:rPr>
                          <a:latin typeface="微软雅黑"/>
                          <a:ea typeface="微软雅黑"/>
                          <a:cs typeface="微软雅黑"/>
                          <a:sym typeface="微软雅黑"/>
                        </a:rPr>
                        <a:t>和溶液制备</a:t>
                      </a:r>
                      <a:r>
                        <a:t>:5%</a:t>
                      </a:r>
                      <a:r>
                        <a:rPr>
                          <a:latin typeface="微软雅黑"/>
                          <a:ea typeface="微软雅黑"/>
                          <a:cs typeface="微软雅黑"/>
                          <a:sym typeface="微软雅黑"/>
                        </a:rPr>
                        <a:t>氯化钠</a:t>
                      </a:r>
                      <a:r>
                        <a:t>+95%</a:t>
                      </a:r>
                      <a:r>
                        <a:rPr>
                          <a:latin typeface="微软雅黑"/>
                          <a:ea typeface="微软雅黑"/>
                          <a:cs typeface="微软雅黑"/>
                          <a:sym typeface="微软雅黑"/>
                        </a:rPr>
                        <a:t>去离子水</a:t>
                      </a:r>
                      <a:r>
                        <a:t>,</a:t>
                      </a:r>
                      <a:r>
                        <a:rPr>
                          <a:latin typeface="微软雅黑"/>
                          <a:ea typeface="微软雅黑"/>
                          <a:cs typeface="微软雅黑"/>
                          <a:sym typeface="微软雅黑"/>
                        </a:rPr>
                        <a:t>将氯化钠溶液放入溶液桶中</a:t>
                      </a:r>
                      <a:r>
                        <a:t>,PH</a:t>
                      </a:r>
                      <a:r>
                        <a:rPr>
                          <a:latin typeface="微软雅黑"/>
                          <a:ea typeface="微软雅黑"/>
                          <a:cs typeface="微软雅黑"/>
                          <a:sym typeface="微软雅黑"/>
                        </a:rPr>
                        <a:t>试纸测试</a:t>
                      </a:r>
                      <a:r>
                        <a:t>PH</a:t>
                      </a:r>
                      <a:r>
                        <a:rPr>
                          <a:latin typeface="微软雅黑"/>
                          <a:ea typeface="微软雅黑"/>
                          <a:cs typeface="微软雅黑"/>
                          <a:sym typeface="微软雅黑"/>
                        </a:rPr>
                        <a:t>值标准</a:t>
                      </a:r>
                      <a:r>
                        <a:t>6.5-7.2</a:t>
                      </a:r>
                      <a:r>
                        <a:rPr>
                          <a:latin typeface="微软雅黑"/>
                          <a:ea typeface="微软雅黑"/>
                          <a:cs typeface="微软雅黑"/>
                          <a:sym typeface="微软雅黑"/>
                        </a:rPr>
                        <a:t>。</a:t>
                      </a:r>
                    </a:p>
                    <a:p>
                      <a:pPr algn="l">
                        <a:defRPr sz="1800">
                          <a:latin typeface="Arial"/>
                          <a:ea typeface="Arial"/>
                          <a:cs typeface="Arial"/>
                          <a:sym typeface="Arial"/>
                        </a:defRPr>
                      </a:pPr>
                      <a:r>
                        <a:t> </a:t>
                      </a:r>
                      <a:r>
                        <a:t>b. </a:t>
                      </a:r>
                      <a:r>
                        <a:rPr>
                          <a:latin typeface="微软雅黑"/>
                          <a:ea typeface="微软雅黑"/>
                          <a:cs typeface="微软雅黑"/>
                          <a:sym typeface="微软雅黑"/>
                        </a:rPr>
                        <a:t>测试条件：在</a:t>
                      </a:r>
                      <a:r>
                        <a:t>35°C</a:t>
                      </a:r>
                      <a:r>
                        <a:rPr>
                          <a:latin typeface="微软雅黑"/>
                          <a:ea typeface="微软雅黑"/>
                          <a:cs typeface="微软雅黑"/>
                          <a:sym typeface="微软雅黑"/>
                        </a:rPr>
                        <a:t>下设置试验室，在</a:t>
                      </a:r>
                      <a:r>
                        <a:t>47°C</a:t>
                      </a:r>
                      <a:r>
                        <a:rPr>
                          <a:latin typeface="微软雅黑"/>
                          <a:ea typeface="微软雅黑"/>
                          <a:cs typeface="微软雅黑"/>
                          <a:sym typeface="微软雅黑"/>
                        </a:rPr>
                        <a:t>下设置饱和空气桶，压力</a:t>
                      </a:r>
                      <a:r>
                        <a:t>0.1MPa(</a:t>
                      </a:r>
                      <a:r>
                        <a:rPr>
                          <a:latin typeface="微软雅黑"/>
                          <a:ea typeface="微软雅黑"/>
                          <a:cs typeface="微软雅黑"/>
                          <a:sym typeface="微软雅黑"/>
                        </a:rPr>
                        <a:t>图</a:t>
                      </a:r>
                      <a:r>
                        <a:t>2)</a:t>
                      </a:r>
                      <a:r>
                        <a:rPr>
                          <a:latin typeface="微软雅黑"/>
                          <a:ea typeface="微软雅黑"/>
                          <a:cs typeface="微软雅黑"/>
                          <a:sym typeface="微软雅黑"/>
                        </a:rPr>
                        <a:t>。</a:t>
                      </a:r>
                    </a:p>
                    <a:p>
                      <a:pPr algn="l">
                        <a:defRPr sz="1800">
                          <a:latin typeface="Arial"/>
                          <a:ea typeface="Arial"/>
                          <a:cs typeface="Arial"/>
                          <a:sym typeface="Arial"/>
                        </a:defRPr>
                      </a:pPr>
                      <a:r>
                        <a:t> </a:t>
                      </a:r>
                      <a:r>
                        <a:t>c. </a:t>
                      </a:r>
                      <a:r>
                        <a:rPr>
                          <a:latin typeface="微软雅黑"/>
                          <a:ea typeface="微软雅黑"/>
                          <a:cs typeface="微软雅黑"/>
                          <a:sym typeface="微软雅黑"/>
                        </a:rPr>
                        <a:t>产品垂直放置：确保样品表面无划痕、气泡、铁锈等异常，将产品</a:t>
                      </a:r>
                      <a:r>
                        <a:t>32</a:t>
                      </a:r>
                      <a:r>
                        <a:rPr>
                          <a:latin typeface="微软雅黑"/>
                          <a:ea typeface="微软雅黑"/>
                          <a:cs typeface="微软雅黑"/>
                          <a:sym typeface="微软雅黑"/>
                        </a:rPr>
                        <a:t>片</a:t>
                      </a:r>
                      <a:r>
                        <a:t>/</a:t>
                      </a:r>
                      <a:r>
                        <a:rPr>
                          <a:latin typeface="微软雅黑"/>
                          <a:ea typeface="微软雅黑"/>
                          <a:cs typeface="微软雅黑"/>
                          <a:sym typeface="微软雅黑"/>
                        </a:rPr>
                        <a:t>批垂直放置</a:t>
                      </a:r>
                      <a:r>
                        <a:t>(</a:t>
                      </a:r>
                      <a:r>
                        <a:rPr>
                          <a:latin typeface="微软雅黑"/>
                          <a:ea typeface="微软雅黑"/>
                          <a:cs typeface="微软雅黑"/>
                          <a:sym typeface="微软雅黑"/>
                        </a:rPr>
                        <a:t>图</a:t>
                      </a:r>
                      <a:r>
                        <a:t>3)</a:t>
                      </a:r>
                      <a:r>
                        <a:rPr>
                          <a:latin typeface="微软雅黑"/>
                          <a:ea typeface="微软雅黑"/>
                          <a:cs typeface="微软雅黑"/>
                          <a:sym typeface="微软雅黑"/>
                        </a:rPr>
                        <a:t>在板上夹具</a:t>
                      </a:r>
                      <a:r>
                        <a:t>1(</a:t>
                      </a:r>
                      <a:r>
                        <a:rPr>
                          <a:latin typeface="微软雅黑"/>
                          <a:ea typeface="微软雅黑"/>
                          <a:cs typeface="微软雅黑"/>
                          <a:sym typeface="微软雅黑"/>
                        </a:rPr>
                        <a:t>材料橡胶磁铁、塑料袋真空包装），然后每两片产品之间保持</a:t>
                      </a:r>
                      <a:r>
                        <a:t>20</a:t>
                      </a:r>
                      <a:r>
                        <a:rPr>
                          <a:latin typeface="微软雅黑"/>
                          <a:ea typeface="微软雅黑"/>
                          <a:cs typeface="微软雅黑"/>
                          <a:sym typeface="微软雅黑"/>
                        </a:rPr>
                        <a:t>毫米的间距</a:t>
                      </a:r>
                      <a:r>
                        <a:t>(</a:t>
                      </a:r>
                      <a:r>
                        <a:rPr>
                          <a:latin typeface="微软雅黑"/>
                          <a:ea typeface="微软雅黑"/>
                          <a:cs typeface="微软雅黑"/>
                          <a:sym typeface="微软雅黑"/>
                        </a:rPr>
                        <a:t>图</a:t>
                      </a:r>
                      <a:r>
                        <a:t>4)</a:t>
                      </a:r>
                    </a:p>
                    <a:p>
                      <a:pPr algn="l">
                        <a:defRPr sz="1800">
                          <a:latin typeface="Arial"/>
                          <a:ea typeface="Arial"/>
                          <a:cs typeface="Arial"/>
                          <a:sym typeface="Arial"/>
                        </a:defRPr>
                      </a:pPr>
                      <a:r>
                        <a:t> </a:t>
                      </a:r>
                      <a:r>
                        <a:t>d. </a:t>
                      </a:r>
                      <a:r>
                        <a:rPr>
                          <a:latin typeface="微软雅黑"/>
                          <a:ea typeface="微软雅黑"/>
                          <a:cs typeface="微软雅黑"/>
                          <a:sym typeface="微软雅黑"/>
                        </a:rPr>
                        <a:t>橡胶磁板放置</a:t>
                      </a:r>
                      <a:r>
                        <a:t>(</a:t>
                      </a:r>
                      <a:r>
                        <a:rPr>
                          <a:latin typeface="微软雅黑"/>
                          <a:ea typeface="微软雅黑"/>
                          <a:cs typeface="微软雅黑"/>
                          <a:sym typeface="微软雅黑"/>
                        </a:rPr>
                        <a:t>图</a:t>
                      </a:r>
                      <a:r>
                        <a:t>4): </a:t>
                      </a:r>
                      <a:r>
                        <a:rPr>
                          <a:latin typeface="微软雅黑"/>
                          <a:ea typeface="微软雅黑"/>
                          <a:cs typeface="微软雅黑"/>
                          <a:sym typeface="微软雅黑"/>
                        </a:rPr>
                        <a:t>将装有样品的背板倾斜到三脚架上夹具</a:t>
                      </a:r>
                      <a:r>
                        <a:t>2,</a:t>
                      </a:r>
                      <a:r>
                        <a:rPr>
                          <a:latin typeface="微软雅黑"/>
                          <a:ea typeface="微软雅黑"/>
                          <a:cs typeface="微软雅黑"/>
                          <a:sym typeface="微软雅黑"/>
                        </a:rPr>
                        <a:t>底板与垂直方向的夹角为</a:t>
                      </a:r>
                      <a:r>
                        <a:t>15°-30°,</a:t>
                      </a:r>
                      <a:r>
                        <a:rPr>
                          <a:latin typeface="微软雅黑"/>
                          <a:ea typeface="微软雅黑"/>
                          <a:cs typeface="微软雅黑"/>
                          <a:sym typeface="微软雅黑"/>
                        </a:rPr>
                        <a:t>符合</a:t>
                      </a:r>
                      <a:r>
                        <a:t>ASTM B117-11</a:t>
                      </a:r>
                      <a:r>
                        <a:rPr>
                          <a:latin typeface="微软雅黑"/>
                          <a:ea typeface="微软雅黑"/>
                          <a:cs typeface="微软雅黑"/>
                          <a:sym typeface="微软雅黑"/>
                        </a:rPr>
                        <a:t>标准。</a:t>
                      </a:r>
                    </a:p>
                    <a:p>
                      <a:pPr algn="l">
                        <a:defRPr sz="1800">
                          <a:latin typeface="Arial"/>
                          <a:ea typeface="Arial"/>
                          <a:cs typeface="Arial"/>
                          <a:sym typeface="Arial"/>
                        </a:defRPr>
                      </a:pPr>
                      <a:r>
                        <a:t> </a:t>
                      </a:r>
                      <a:r>
                        <a:t>e. </a:t>
                      </a:r>
                      <a:r>
                        <a:rPr>
                          <a:latin typeface="微软雅黑"/>
                          <a:ea typeface="微软雅黑"/>
                          <a:cs typeface="微软雅黑"/>
                          <a:sym typeface="微软雅黑"/>
                        </a:rPr>
                        <a:t>判定</a:t>
                      </a:r>
                      <a:r>
                        <a:t>:</a:t>
                      </a:r>
                      <a:r>
                        <a:rPr>
                          <a:latin typeface="微软雅黑"/>
                          <a:ea typeface="微软雅黑"/>
                          <a:cs typeface="微软雅黑"/>
                          <a:sym typeface="微软雅黑"/>
                        </a:rPr>
                        <a:t>试验后取出样品</a:t>
                      </a:r>
                      <a:r>
                        <a:t>,</a:t>
                      </a:r>
                      <a:r>
                        <a:rPr>
                          <a:latin typeface="微软雅黑"/>
                          <a:ea typeface="微软雅黑"/>
                          <a:cs typeface="微软雅黑"/>
                          <a:sym typeface="微软雅黑"/>
                        </a:rPr>
                        <a:t>用纯水冲洗</a:t>
                      </a:r>
                      <a:r>
                        <a:t>2</a:t>
                      </a:r>
                      <a:r>
                        <a:rPr>
                          <a:latin typeface="微软雅黑"/>
                          <a:ea typeface="微软雅黑"/>
                          <a:cs typeface="微软雅黑"/>
                          <a:sym typeface="微软雅黑"/>
                        </a:rPr>
                        <a:t>次</a:t>
                      </a:r>
                      <a:r>
                        <a:t>,</a:t>
                      </a:r>
                      <a:r>
                        <a:rPr>
                          <a:latin typeface="微软雅黑"/>
                          <a:ea typeface="微软雅黑"/>
                          <a:cs typeface="微软雅黑"/>
                          <a:sym typeface="微软雅黑"/>
                        </a:rPr>
                        <a:t>每次至少</a:t>
                      </a:r>
                      <a:r>
                        <a:t>10</a:t>
                      </a:r>
                      <a:r>
                        <a:rPr>
                          <a:latin typeface="微软雅黑"/>
                          <a:ea typeface="微软雅黑"/>
                          <a:cs typeface="微软雅黑"/>
                          <a:sym typeface="微软雅黑"/>
                        </a:rPr>
                        <a:t>秒，然后用吹风机微风吹干；检查表面有无剥落、气泡、锈迹等</a:t>
                      </a:r>
                      <a:r>
                        <a:t>(</a:t>
                      </a:r>
                      <a:r>
                        <a:rPr>
                          <a:latin typeface="微软雅黑"/>
                          <a:ea typeface="微软雅黑"/>
                          <a:cs typeface="微软雅黑"/>
                          <a:sym typeface="微软雅黑"/>
                        </a:rPr>
                        <a:t>图</a:t>
                      </a:r>
                      <a:r>
                        <a:t>5)</a:t>
                      </a:r>
                      <a:r>
                        <a:rPr>
                          <a:latin typeface="微软雅黑"/>
                          <a:ea typeface="微软雅黑"/>
                          <a:cs typeface="微软雅黑"/>
                          <a:sym typeface="微软雅黑"/>
                        </a:rPr>
                        <a:t>。</a:t>
                      </a:r>
                    </a:p>
                    <a:p>
                      <a:pPr algn="l">
                        <a:defRPr sz="1800">
                          <a:latin typeface="Arial"/>
                          <a:ea typeface="Arial"/>
                          <a:cs typeface="Arial"/>
                          <a:sym typeface="Arial"/>
                        </a:defRPr>
                      </a:pPr>
                      <a:r>
                        <a:t> </a:t>
                      </a:r>
                      <a:r>
                        <a:t>a. Check of equipment (PIC 1) and solution preparation: 5%NaCl+95% deionized water (DI water), Measuring PH value with PH pen, PH 6.5-7.2 is OK;Put salt solution into the NaCl solution barrel. Put DI water into the saturated air barrel;</a:t>
                      </a:r>
                    </a:p>
                    <a:p>
                      <a:pPr algn="l">
                        <a:defRPr sz="1800">
                          <a:latin typeface="Arial"/>
                          <a:ea typeface="Arial"/>
                          <a:cs typeface="Arial"/>
                          <a:sym typeface="Arial"/>
                        </a:defRPr>
                      </a:pPr>
                      <a:r>
                        <a:t> b. Test Condition:Set up test chamber35°C and saturated air barrel at 47°C,Pressure 0.1MPa (PIC 2).</a:t>
                      </a:r>
                    </a:p>
                    <a:p>
                      <a:pPr algn="l">
                        <a:defRPr sz="1800">
                          <a:latin typeface="Arial"/>
                          <a:ea typeface="Arial"/>
                          <a:cs typeface="Arial"/>
                          <a:sym typeface="Arial"/>
                        </a:defRPr>
                      </a:pPr>
                      <a:r>
                        <a:t> c. Make sure the surface of samples J-X3812-06 abJ-X3812-06rmalities, such as scratch, bubble and rust etc</a:t>
                      </a:r>
                      <a:r>
                        <a:rPr>
                          <a:latin typeface="微软雅黑"/>
                          <a:ea typeface="微软雅黑"/>
                          <a:cs typeface="微软雅黑"/>
                          <a:sym typeface="微软雅黑"/>
                        </a:rPr>
                        <a:t>，</a:t>
                      </a:r>
                      <a:r>
                        <a:t>Put Magnet 32 pieces/Batch , firstly each Magnet is placed vertically (PIC 3) on the  plate-Fixture 1 ( material rubber magnet, Vacuum Packaging of Plastic Bags and paper) and keep 20mm space between each part (PIC 4)</a:t>
                      </a:r>
                    </a:p>
                    <a:p>
                      <a:pPr algn="l">
                        <a:defRPr sz="1800">
                          <a:latin typeface="Arial"/>
                          <a:ea typeface="Arial"/>
                          <a:cs typeface="Arial"/>
                          <a:sym typeface="Arial"/>
                        </a:defRPr>
                      </a:pPr>
                      <a:r>
                        <a:t> d. Then lean backplane loaded(PIC4) with samples on the tripod-Fixture 2The angle between the backplane and the vertical direction is 15°-30° from ASTM B117-11.</a:t>
                      </a:r>
                    </a:p>
                    <a:p>
                      <a:pPr algn="l">
                        <a:defRPr sz="1800">
                          <a:latin typeface="Arial"/>
                          <a:ea typeface="Arial"/>
                          <a:cs typeface="Arial"/>
                          <a:sym typeface="Arial"/>
                        </a:defRPr>
                      </a:pPr>
                      <a:r>
                        <a:t> e. Judgement: Take the samples out after salt spray test,Rinse 2 times with pure water for at least 10 seconds each time and then dry with a light breeze from a hair dryer;Check whether there are peeling, bubbles, rust and etc. on the surface (PIC 5).</a:t>
                      </a:r>
                    </a:p>
                    <a:p>
                      <a:pPr algn="l" defTabSz="409575">
                        <a:defRPr sz="1800">
                          <a:latin typeface="Arial"/>
                          <a:ea typeface="Arial"/>
                          <a:cs typeface="Arial"/>
                          <a:sym typeface="Arial"/>
                        </a:defRPr>
                      </a:pP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SST Tester</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Yes</a:t>
                      </a:r>
                      <a:endParaRPr sz="2400"/>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r>
                        <a:rPr sz="2800">
                          <a:latin typeface="微软雅黑"/>
                          <a:ea typeface="微软雅黑"/>
                          <a:cs typeface="微软雅黑"/>
                          <a:sym typeface="微软雅黑"/>
                        </a:rPr>
                        <a:t> </a:t>
                      </a:r>
                      <a:endParaRPr sz="2400"/>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 </a:t>
                      </a:r>
                      <a:r>
                        <a:t>Same as the FAI</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r>
            </a:tbl>
          </a:graphicData>
        </a:graphic>
      </p:graphicFrame>
      <p:pic>
        <p:nvPicPr>
          <p:cNvPr id="934" name="图像" descr="图像"/>
          <p:cNvPicPr>
            <a:picLocks noChangeAspect="1"/>
          </p:cNvPicPr>
          <p:nvPr/>
        </p:nvPicPr>
        <p:blipFill>
          <a:blip r:embed="rId2">
            <a:extLst/>
          </a:blip>
          <a:stretch>
            <a:fillRect/>
          </a:stretch>
        </p:blipFill>
        <p:spPr>
          <a:xfrm>
            <a:off x="1099507" y="10698143"/>
            <a:ext cx="3653226" cy="2474680"/>
          </a:xfrm>
          <a:prstGeom prst="rect">
            <a:avLst/>
          </a:prstGeom>
          <a:ln w="12700">
            <a:miter lim="400000"/>
          </a:ln>
        </p:spPr>
      </p:pic>
      <p:sp>
        <p:nvSpPr>
          <p:cNvPr id="935" name="线条"/>
          <p:cNvSpPr/>
          <p:nvPr/>
        </p:nvSpPr>
        <p:spPr>
          <a:xfrm>
            <a:off x="7517996" y="11934856"/>
            <a:ext cx="801371" cy="1271"/>
          </a:xfrm>
          <a:prstGeom prst="line">
            <a:avLst/>
          </a:prstGeom>
          <a:ln w="38100">
            <a:solidFill>
              <a:srgbClr val="0365C0"/>
            </a:solidFill>
            <a:miter lim="400000"/>
            <a:tailEnd type="triangle"/>
          </a:ln>
        </p:spPr>
        <p:txBody>
          <a:bodyPr lIns="45718" tIns="45718" rIns="45718" bIns="45718"/>
          <a:lstStyle/>
          <a:p>
            <a:pPr/>
          </a:p>
        </p:txBody>
      </p:sp>
      <p:sp>
        <p:nvSpPr>
          <p:cNvPr id="936" name="线条"/>
          <p:cNvSpPr/>
          <p:nvPr/>
        </p:nvSpPr>
        <p:spPr>
          <a:xfrm>
            <a:off x="10432646" y="11934856"/>
            <a:ext cx="801371" cy="1271"/>
          </a:xfrm>
          <a:prstGeom prst="line">
            <a:avLst/>
          </a:prstGeom>
          <a:ln w="38100">
            <a:solidFill>
              <a:srgbClr val="0365C0"/>
            </a:solidFill>
            <a:miter lim="400000"/>
            <a:tailEnd type="triangle"/>
          </a:ln>
        </p:spPr>
        <p:txBody>
          <a:bodyPr lIns="45718" tIns="45718" rIns="45718" bIns="45718"/>
          <a:lstStyle/>
          <a:p>
            <a:pPr/>
          </a:p>
        </p:txBody>
      </p:sp>
      <p:grpSp>
        <p:nvGrpSpPr>
          <p:cNvPr id="943" name="组合 46"/>
          <p:cNvGrpSpPr/>
          <p:nvPr/>
        </p:nvGrpSpPr>
        <p:grpSpPr>
          <a:xfrm>
            <a:off x="16011450" y="10705286"/>
            <a:ext cx="3068321" cy="2745741"/>
            <a:chOff x="0" y="0"/>
            <a:chExt cx="3068320" cy="2745739"/>
          </a:xfrm>
        </p:grpSpPr>
        <p:sp>
          <p:nvSpPr>
            <p:cNvPr id="937" name="右大括号 20"/>
            <p:cNvSpPr/>
            <p:nvPr/>
          </p:nvSpPr>
          <p:spPr>
            <a:xfrm rot="10800000">
              <a:off x="0" y="158115"/>
              <a:ext cx="466091" cy="18300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94"/>
                    <a:pt x="10800" y="210"/>
                  </a:cubicBezTo>
                  <a:lnTo>
                    <a:pt x="10800" y="10590"/>
                  </a:lnTo>
                  <a:cubicBezTo>
                    <a:pt x="10800" y="10706"/>
                    <a:pt x="15635" y="10800"/>
                    <a:pt x="21600" y="10800"/>
                  </a:cubicBezTo>
                  <a:cubicBezTo>
                    <a:pt x="15635" y="10800"/>
                    <a:pt x="10800" y="10894"/>
                    <a:pt x="10800" y="11010"/>
                  </a:cubicBezTo>
                  <a:lnTo>
                    <a:pt x="10800" y="21390"/>
                  </a:lnTo>
                  <a:cubicBezTo>
                    <a:pt x="10800" y="21506"/>
                    <a:pt x="5965" y="21600"/>
                    <a:pt x="0" y="21600"/>
                  </a:cubicBezTo>
                </a:path>
              </a:pathLst>
            </a:custGeom>
            <a:noFill/>
            <a:ln w="34925" cap="flat">
              <a:solidFill>
                <a:schemeClr val="accent1"/>
              </a:solidFill>
              <a:prstDash val="solid"/>
              <a:round/>
            </a:ln>
            <a:effectLst/>
          </p:spPr>
          <p:txBody>
            <a:bodyPr wrap="square" lIns="71435" tIns="71435" rIns="71435" bIns="71435" numCol="1" anchor="t">
              <a:noAutofit/>
            </a:bodyPr>
            <a:lstStyle/>
            <a:p>
              <a:pPr algn="l" defTabSz="914400">
                <a:defRPr>
                  <a:latin typeface="Arial"/>
                  <a:ea typeface="Arial"/>
                  <a:cs typeface="Arial"/>
                  <a:sym typeface="Arial"/>
                </a:defRPr>
              </a:pPr>
            </a:p>
          </p:txBody>
        </p:sp>
        <p:sp>
          <p:nvSpPr>
            <p:cNvPr id="938" name="圆角矩形"/>
            <p:cNvSpPr/>
            <p:nvPr/>
          </p:nvSpPr>
          <p:spPr>
            <a:xfrm>
              <a:off x="451485" y="0"/>
              <a:ext cx="2616836" cy="451485"/>
            </a:xfrm>
            <a:prstGeom prst="roundRect">
              <a:avLst>
                <a:gd name="adj" fmla="val 20207"/>
              </a:avLst>
            </a:prstGeom>
            <a:solidFill>
              <a:srgbClr val="FFFFFF"/>
            </a:solidFill>
            <a:ln w="31750" cap="flat">
              <a:solidFill>
                <a:srgbClr val="92D050"/>
              </a:solidFill>
              <a:prstDash val="solid"/>
              <a:miter lim="400000"/>
            </a:ln>
            <a:effectLst/>
          </p:spPr>
          <p:txBody>
            <a:bodyPr wrap="square" lIns="71435" tIns="71435" rIns="71435" bIns="71435" numCol="1" anchor="ctr">
              <a:noAutofit/>
            </a:bodyPr>
            <a:lstStyle/>
            <a:p>
              <a:pPr>
                <a:defRPr>
                  <a:latin typeface="Arial"/>
                  <a:ea typeface="Arial"/>
                  <a:cs typeface="Arial"/>
                  <a:sym typeface="Arial"/>
                </a:defRPr>
              </a:pPr>
            </a:p>
          </p:txBody>
        </p:sp>
        <p:sp>
          <p:nvSpPr>
            <p:cNvPr id="939" name="圆角矩形"/>
            <p:cNvSpPr/>
            <p:nvPr/>
          </p:nvSpPr>
          <p:spPr>
            <a:xfrm>
              <a:off x="476250" y="1798954"/>
              <a:ext cx="2592071" cy="485776"/>
            </a:xfrm>
            <a:prstGeom prst="roundRect">
              <a:avLst>
                <a:gd name="adj" fmla="val 20207"/>
              </a:avLst>
            </a:prstGeom>
            <a:solidFill>
              <a:srgbClr val="FFFFFF"/>
            </a:solidFill>
            <a:ln w="31750" cap="flat">
              <a:solidFill>
                <a:srgbClr val="FF0000"/>
              </a:solidFill>
              <a:prstDash val="solid"/>
              <a:miter lim="400000"/>
            </a:ln>
            <a:effectLst/>
          </p:spPr>
          <p:txBody>
            <a:bodyPr wrap="square" lIns="71435" tIns="71435" rIns="71435" bIns="71435" numCol="1" anchor="ctr">
              <a:noAutofit/>
            </a:bodyPr>
            <a:lstStyle/>
            <a:p>
              <a:pPr>
                <a:defRPr>
                  <a:latin typeface="Arial"/>
                  <a:ea typeface="Arial"/>
                  <a:cs typeface="Arial"/>
                  <a:sym typeface="Arial"/>
                </a:defRPr>
              </a:pPr>
            </a:p>
          </p:txBody>
        </p:sp>
        <p:sp>
          <p:nvSpPr>
            <p:cNvPr id="940" name="Product ： Not Magnetized…"/>
            <p:cNvSpPr txBox="1"/>
            <p:nvPr/>
          </p:nvSpPr>
          <p:spPr>
            <a:xfrm>
              <a:off x="914246" y="2339339"/>
              <a:ext cx="1716713" cy="4064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none" lIns="76200" tIns="76200" rIns="76200" bIns="76200" numCol="1" anchor="t">
              <a:spAutoFit/>
            </a:bodyPr>
            <a:lstStyle/>
            <a:p>
              <a:pPr>
                <a:defRPr sz="1400">
                  <a:latin typeface="Arial"/>
                  <a:ea typeface="Arial"/>
                  <a:cs typeface="Arial"/>
                  <a:sym typeface="Arial"/>
                </a:defRPr>
              </a:pPr>
              <a:r>
                <a:t>PIC 5</a:t>
              </a:r>
              <a:r>
                <a:rPr>
                  <a:latin typeface="Helvetica Neue Light"/>
                  <a:ea typeface="Helvetica Neue Light"/>
                  <a:cs typeface="Helvetica Neue Light"/>
                  <a:sym typeface="Helvetica Neue Light"/>
                </a:rPr>
                <a:t>： </a:t>
              </a:r>
              <a:r>
                <a:t>Judgement</a:t>
              </a:r>
            </a:p>
          </p:txBody>
        </p:sp>
        <p:sp>
          <p:nvSpPr>
            <p:cNvPr id="941" name="PIC3  without shrink within 3 seconds, Judgement-OK"/>
            <p:cNvSpPr txBox="1"/>
            <p:nvPr/>
          </p:nvSpPr>
          <p:spPr>
            <a:xfrm>
              <a:off x="488950" y="47942"/>
              <a:ext cx="2505076" cy="3556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400">
                  <a:latin typeface="Arial"/>
                  <a:ea typeface="Arial"/>
                  <a:cs typeface="Arial"/>
                  <a:sym typeface="Arial"/>
                </a:defRPr>
              </a:pPr>
              <a:r>
                <a:rPr>
                  <a:latin typeface="Helvetica Neue Medium"/>
                  <a:ea typeface="Helvetica Neue Medium"/>
                  <a:cs typeface="Helvetica Neue Medium"/>
                  <a:sym typeface="Helvetica Neue Medium"/>
                </a:rPr>
                <a:t>表面无断裂，剥落，气泡等</a:t>
              </a:r>
              <a:r>
                <a:rPr>
                  <a:solidFill>
                    <a:srgbClr val="00B050"/>
                  </a:solidFill>
                </a:rPr>
                <a:t>OK</a:t>
              </a:r>
            </a:p>
          </p:txBody>
        </p:sp>
        <p:sp>
          <p:nvSpPr>
            <p:cNvPr id="942" name="PIC3  without shrink within 3 seconds, Judgement-OK"/>
            <p:cNvSpPr txBox="1"/>
            <p:nvPr/>
          </p:nvSpPr>
          <p:spPr>
            <a:xfrm>
              <a:off x="510539" y="1857692"/>
              <a:ext cx="2369187" cy="3556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400">
                  <a:latin typeface="Arial"/>
                  <a:ea typeface="Arial"/>
                  <a:cs typeface="Arial"/>
                  <a:sym typeface="Arial"/>
                </a:defRPr>
              </a:pPr>
              <a:r>
                <a:rPr>
                  <a:latin typeface="Helvetica Neue Medium"/>
                  <a:ea typeface="Helvetica Neue Medium"/>
                  <a:cs typeface="Helvetica Neue Medium"/>
                  <a:sym typeface="Helvetica Neue Medium"/>
                </a:rPr>
                <a:t>表面断裂，剥落，气泡等</a:t>
              </a:r>
              <a:r>
                <a:rPr>
                  <a:solidFill>
                    <a:srgbClr val="FF0000"/>
                  </a:solidFill>
                </a:rPr>
                <a:t>NG</a:t>
              </a:r>
            </a:p>
          </p:txBody>
        </p:sp>
      </p:grpSp>
      <p:sp>
        <p:nvSpPr>
          <p:cNvPr id="944"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45" name="图片 38" descr="图片 38"/>
          <p:cNvPicPr>
            <a:picLocks noChangeAspect="1"/>
          </p:cNvPicPr>
          <p:nvPr/>
        </p:nvPicPr>
        <p:blipFill>
          <a:blip r:embed="rId3">
            <a:extLst/>
          </a:blip>
          <a:stretch>
            <a:fillRect/>
          </a:stretch>
        </p:blipFill>
        <p:spPr>
          <a:xfrm>
            <a:off x="8665599" y="10874898"/>
            <a:ext cx="1469166" cy="2297926"/>
          </a:xfrm>
          <a:prstGeom prst="rect">
            <a:avLst/>
          </a:prstGeom>
          <a:ln w="12700">
            <a:miter lim="400000"/>
          </a:ln>
        </p:spPr>
      </p:pic>
      <p:grpSp>
        <p:nvGrpSpPr>
          <p:cNvPr id="949" name="组合 2"/>
          <p:cNvGrpSpPr/>
          <p:nvPr/>
        </p:nvGrpSpPr>
        <p:grpSpPr>
          <a:xfrm>
            <a:off x="11421815" y="11496706"/>
            <a:ext cx="4448176" cy="882037"/>
            <a:chOff x="0" y="0"/>
            <a:chExt cx="4448175" cy="882036"/>
          </a:xfrm>
        </p:grpSpPr>
        <p:pic>
          <p:nvPicPr>
            <p:cNvPr id="946" name="图片 44" descr="图片 44"/>
            <p:cNvPicPr>
              <a:picLocks noChangeAspect="1"/>
            </p:cNvPicPr>
            <p:nvPr/>
          </p:nvPicPr>
          <p:blipFill>
            <a:blip r:embed="rId4">
              <a:extLst/>
            </a:blip>
            <a:stretch>
              <a:fillRect/>
            </a:stretch>
          </p:blipFill>
          <p:spPr>
            <a:xfrm>
              <a:off x="0" y="0"/>
              <a:ext cx="4448175" cy="876300"/>
            </a:xfrm>
            <a:prstGeom prst="rect">
              <a:avLst/>
            </a:prstGeom>
            <a:ln w="12700" cap="flat">
              <a:noFill/>
              <a:miter lim="400000"/>
            </a:ln>
            <a:effectLst/>
          </p:spPr>
        </p:pic>
        <p:sp>
          <p:nvSpPr>
            <p:cNvPr id="947" name="直接箭头连接符 55"/>
            <p:cNvSpPr/>
            <p:nvPr/>
          </p:nvSpPr>
          <p:spPr>
            <a:xfrm>
              <a:off x="338384" y="461675"/>
              <a:ext cx="365963" cy="1"/>
            </a:xfrm>
            <a:prstGeom prst="line">
              <a:avLst/>
            </a:prstGeom>
            <a:noFill/>
            <a:ln w="25400" cap="flat">
              <a:solidFill>
                <a:schemeClr val="accent1"/>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948" name="PIC 2  Test condition"/>
            <p:cNvSpPr txBox="1"/>
            <p:nvPr/>
          </p:nvSpPr>
          <p:spPr>
            <a:xfrm>
              <a:off x="147161" y="532252"/>
              <a:ext cx="659087" cy="3497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6200" tIns="76200" rIns="76200" bIns="76200" numCol="1" anchor="ctr">
              <a:spAutoFit/>
            </a:bodyPr>
            <a:lstStyle>
              <a:lvl1pPr algn="l" defTabSz="819150">
                <a:defRPr sz="1400">
                  <a:solidFill>
                    <a:srgbClr val="00B0F0"/>
                  </a:solidFill>
                  <a:latin typeface="Arial"/>
                  <a:ea typeface="Arial"/>
                  <a:cs typeface="Arial"/>
                  <a:sym typeface="Arial"/>
                </a:defRPr>
              </a:lvl1pPr>
            </a:lstStyle>
            <a:p>
              <a:pPr/>
              <a:r>
                <a:t>20MM</a:t>
              </a:r>
            </a:p>
          </p:txBody>
        </p:sp>
      </p:grpSp>
      <p:sp>
        <p:nvSpPr>
          <p:cNvPr id="950" name="MTD | X1335 Metrology Details-Magnet 160-02017-05 (Series)"/>
          <p:cNvSpPr txBox="1"/>
          <p:nvPr/>
        </p:nvSpPr>
        <p:spPr>
          <a:xfrm>
            <a:off x="771524" y="1027026"/>
            <a:ext cx="15393763"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pic>
        <p:nvPicPr>
          <p:cNvPr id="951" name="图片 3" descr="图片 3"/>
          <p:cNvPicPr>
            <a:picLocks noChangeAspect="1"/>
          </p:cNvPicPr>
          <p:nvPr/>
        </p:nvPicPr>
        <p:blipFill>
          <a:blip r:embed="rId5">
            <a:extLst/>
          </a:blip>
          <a:stretch>
            <a:fillRect/>
          </a:stretch>
        </p:blipFill>
        <p:spPr>
          <a:xfrm rot="5400000">
            <a:off x="4719608" y="11728150"/>
            <a:ext cx="2460359" cy="400347"/>
          </a:xfrm>
          <a:prstGeom prst="rect">
            <a:avLst/>
          </a:prstGeom>
          <a:ln w="12700">
            <a:miter lim="400000"/>
          </a:ln>
        </p:spPr>
      </p:pic>
      <p:pic>
        <p:nvPicPr>
          <p:cNvPr id="952" name="图片 30" descr="图片 30"/>
          <p:cNvPicPr>
            <a:picLocks noChangeAspect="1"/>
          </p:cNvPicPr>
          <p:nvPr/>
        </p:nvPicPr>
        <p:blipFill>
          <a:blip r:embed="rId5">
            <a:extLst/>
          </a:blip>
          <a:stretch>
            <a:fillRect/>
          </a:stretch>
        </p:blipFill>
        <p:spPr>
          <a:xfrm rot="5400000">
            <a:off x="8604884" y="11999377"/>
            <a:ext cx="1547811" cy="251859"/>
          </a:xfrm>
          <a:prstGeom prst="rect">
            <a:avLst/>
          </a:prstGeom>
          <a:ln w="12700">
            <a:miter lim="400000"/>
          </a:ln>
        </p:spPr>
      </p:pic>
      <p:pic>
        <p:nvPicPr>
          <p:cNvPr id="953" name="图片 31" descr="图片 31"/>
          <p:cNvPicPr>
            <a:picLocks noChangeAspect="1"/>
          </p:cNvPicPr>
          <p:nvPr/>
        </p:nvPicPr>
        <p:blipFill>
          <a:blip r:embed="rId5">
            <a:extLst/>
          </a:blip>
          <a:stretch>
            <a:fillRect/>
          </a:stretch>
        </p:blipFill>
        <p:spPr>
          <a:xfrm rot="5400000">
            <a:off x="11286403" y="11979640"/>
            <a:ext cx="486059" cy="79091"/>
          </a:xfrm>
          <a:prstGeom prst="rect">
            <a:avLst/>
          </a:prstGeom>
          <a:ln w="12700">
            <a:miter lim="400000"/>
          </a:ln>
        </p:spPr>
      </p:pic>
      <p:pic>
        <p:nvPicPr>
          <p:cNvPr id="954" name="图片 32" descr="图片 32"/>
          <p:cNvPicPr>
            <a:picLocks noChangeAspect="1"/>
          </p:cNvPicPr>
          <p:nvPr/>
        </p:nvPicPr>
        <p:blipFill>
          <a:blip r:embed="rId5">
            <a:extLst/>
          </a:blip>
          <a:stretch>
            <a:fillRect/>
          </a:stretch>
        </p:blipFill>
        <p:spPr>
          <a:xfrm rot="5400000">
            <a:off x="11976766" y="11979640"/>
            <a:ext cx="486059" cy="79091"/>
          </a:xfrm>
          <a:prstGeom prst="rect">
            <a:avLst/>
          </a:prstGeom>
          <a:ln w="12700">
            <a:miter lim="400000"/>
          </a:ln>
        </p:spPr>
      </p:pic>
      <p:pic>
        <p:nvPicPr>
          <p:cNvPr id="955" name="图片 57" descr="图片 57"/>
          <p:cNvPicPr>
            <a:picLocks noChangeAspect="1"/>
          </p:cNvPicPr>
          <p:nvPr/>
        </p:nvPicPr>
        <p:blipFill>
          <a:blip r:embed="rId5">
            <a:extLst/>
          </a:blip>
          <a:stretch>
            <a:fillRect/>
          </a:stretch>
        </p:blipFill>
        <p:spPr>
          <a:xfrm rot="5400000">
            <a:off x="12610179" y="11979640"/>
            <a:ext cx="486059" cy="79091"/>
          </a:xfrm>
          <a:prstGeom prst="rect">
            <a:avLst/>
          </a:prstGeom>
          <a:ln w="12700">
            <a:miter lim="400000"/>
          </a:ln>
        </p:spPr>
      </p:pic>
      <p:pic>
        <p:nvPicPr>
          <p:cNvPr id="956" name="图片 58" descr="图片 58"/>
          <p:cNvPicPr>
            <a:picLocks noChangeAspect="1"/>
          </p:cNvPicPr>
          <p:nvPr/>
        </p:nvPicPr>
        <p:blipFill>
          <a:blip r:embed="rId5">
            <a:extLst/>
          </a:blip>
          <a:stretch>
            <a:fillRect/>
          </a:stretch>
        </p:blipFill>
        <p:spPr>
          <a:xfrm rot="5400000">
            <a:off x="13267405" y="11979640"/>
            <a:ext cx="486059" cy="79091"/>
          </a:xfrm>
          <a:prstGeom prst="rect">
            <a:avLst/>
          </a:prstGeom>
          <a:ln w="12700">
            <a:miter lim="400000"/>
          </a:ln>
        </p:spPr>
      </p:pic>
      <p:pic>
        <p:nvPicPr>
          <p:cNvPr id="957" name="图片 59" descr="图片 59"/>
          <p:cNvPicPr>
            <a:picLocks noChangeAspect="1"/>
          </p:cNvPicPr>
          <p:nvPr/>
        </p:nvPicPr>
        <p:blipFill>
          <a:blip r:embed="rId5">
            <a:extLst/>
          </a:blip>
          <a:stretch>
            <a:fillRect/>
          </a:stretch>
        </p:blipFill>
        <p:spPr>
          <a:xfrm rot="5400000">
            <a:off x="13948441" y="11979640"/>
            <a:ext cx="486059" cy="79091"/>
          </a:xfrm>
          <a:prstGeom prst="rect">
            <a:avLst/>
          </a:prstGeom>
          <a:ln w="12700">
            <a:miter lim="400000"/>
          </a:ln>
        </p:spPr>
      </p:pic>
      <p:pic>
        <p:nvPicPr>
          <p:cNvPr id="958" name="图片 60" descr="图片 60"/>
          <p:cNvPicPr>
            <a:picLocks noChangeAspect="1"/>
          </p:cNvPicPr>
          <p:nvPr/>
        </p:nvPicPr>
        <p:blipFill>
          <a:blip r:embed="rId5">
            <a:extLst/>
          </a:blip>
          <a:stretch>
            <a:fillRect/>
          </a:stretch>
        </p:blipFill>
        <p:spPr>
          <a:xfrm rot="5400000">
            <a:off x="14619955" y="11979640"/>
            <a:ext cx="486059" cy="79091"/>
          </a:xfrm>
          <a:prstGeom prst="rect">
            <a:avLst/>
          </a:prstGeom>
          <a:ln w="12700">
            <a:miter lim="400000"/>
          </a:ln>
        </p:spPr>
      </p:pic>
      <p:pic>
        <p:nvPicPr>
          <p:cNvPr id="959" name="图片 61" descr="图片 61"/>
          <p:cNvPicPr>
            <a:picLocks noChangeAspect="1"/>
          </p:cNvPicPr>
          <p:nvPr/>
        </p:nvPicPr>
        <p:blipFill>
          <a:blip r:embed="rId5">
            <a:extLst/>
          </a:blip>
          <a:stretch>
            <a:fillRect/>
          </a:stretch>
        </p:blipFill>
        <p:spPr>
          <a:xfrm rot="5400000">
            <a:off x="15353380" y="11979640"/>
            <a:ext cx="486059" cy="79091"/>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Lucida Grande"/>
        <a:ea typeface="Lucida Grande"/>
        <a:cs typeface="Lucida Grand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5" tIns="71435" rIns="71435" bIns="71435"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Lucida Grande"/>
        <a:ea typeface="Lucida Grande"/>
        <a:cs typeface="Lucida Grand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5" tIns="71435" rIns="71435" bIns="71435"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