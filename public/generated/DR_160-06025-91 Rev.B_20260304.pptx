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12191695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 Review Report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3B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图纸评审报告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2377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Name: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0" y="2377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J510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0" y="2880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2880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 Magnet Assembly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3383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Number &amp; Rev: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33832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160-06025-91 Rev.B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3886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3886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86000" y="4389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43891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王工 / 李工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0" y="4892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Date: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4892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2026/03/04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86000" y="5394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 Version: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5394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Rev.B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For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Summary — 问题汇总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B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J510 | 160-06025-91 Rev.B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2026/03/04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887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16276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总问题数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0" y="11887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1887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74720" y="16276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严重 Critical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1887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17920" y="16276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重要 Major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961120" y="11887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0" y="11887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961120" y="16276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一般 Minor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548640"/>
                <a:gridCol w="731520"/>
                <a:gridCol w="731520"/>
                <a:gridCol w="2286000"/>
                <a:gridCol w="1828800"/>
                <a:gridCol w="256032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No.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FAI/SPC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类别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问题描述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图纸规格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建议方案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严重性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P5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FAI-03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基准选择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Datum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选择了非功能面（顶面），可能导致测量基准与装配基准不一致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Datum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A: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顶面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建议将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Datum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改为底面（主安装面），与装配基准一致，减少装配偏差累积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</a:rPr>
                        <a:t>严重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P4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FAI-02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/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SPC-B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尺寸标注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外壳宽度标注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8.50±0.10mm，与装配间隙要求冲突，可能导致装配干涉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8.50±0.10mm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建议调整为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8.50±0.05mm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或与配合件协调公差分配，确保最大实体条件下间隙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≥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0.02mm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</a:rPr>
                        <a:t>重要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P6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FAI-05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表面粗糙度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关键配合面粗糙度要求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Ra0.8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未标注，可能影响磁路气隙一致性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未标注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建议在磁体接触面标注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Ra0.8，在非功能面标注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Ra3.2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</a:rPr>
                        <a:t>重要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P3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SPC-C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标注规范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多处尺寸标注线交叉重叠，影响图纸可读性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-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重新排列标注线，避免交叉，按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Apple </a:t>
                      </a:r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标注规范调整布局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一般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Detail 1/4 — 问题详情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B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J510 | 160-06025-91 Rev.B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2026/03/04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01200" y="105156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0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严重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 基准选择 — Datum A 选择了非功能面（顶面），可能导致测量基准与装配基准不一致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5029200" cy="292608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基本信息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788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问题编号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7744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DR-001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图纸页码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77440" y="3246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703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FAI/SPC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77440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FAI-03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160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问题类别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77440" y="4160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基准选择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617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图纸规格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7744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Datum A: 顶面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60720" y="2286000"/>
            <a:ext cx="5943600" cy="1280160"/>
          </a:xfrm>
          <a:prstGeom prst="roundRect">
            <a:avLst>
              <a:gd name="adj" fmla="val 5714"/>
            </a:avLst>
          </a:prstGeom>
          <a:solidFill>
            <a:srgbClr val="FEF2F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2331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问题描述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35040" y="265176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Datum A 选择了非功能面（顶面），可能导致测量基准与装配基准不一致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0720" y="3749040"/>
            <a:ext cx="5943600" cy="14630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3794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建议方案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35040" y="41148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建议将 Datum A 改为底面（主安装面），与装配基准一致，减少装配偏差累积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35040" y="47548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 意见: 待确认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| 160-06025-91 Rev.B | 2026/03/04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Detail 2/4 — 问题详情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B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J510 | 160-06025-91 Rev.B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2026/03/04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01200" y="105156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0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重要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  尺寸标注 — 外壳宽度标注 8.50±0.10mm，与装配间隙要求冲突，可能导致装配干涉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5029200" cy="292608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基本信息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788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问题编号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7744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DR-002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图纸页码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77440" y="3246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703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FAI/SPC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77440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FAI-02 / SPC-B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160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问题类别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77440" y="4160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尺寸标注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617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图纸规格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7744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8.50±0.10mm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60720" y="2286000"/>
            <a:ext cx="5943600" cy="1280160"/>
          </a:xfrm>
          <a:prstGeom prst="roundRect">
            <a:avLst>
              <a:gd name="adj" fmla="val 5714"/>
            </a:avLst>
          </a:prstGeom>
          <a:solidFill>
            <a:srgbClr val="FEF2F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2331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问题描述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35040" y="265176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外壳宽度标注 8.50±0.10mm，与装配间隙要求冲突，可能导致装配干涉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0720" y="3749040"/>
            <a:ext cx="5943600" cy="14630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3794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建议方案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35040" y="41148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建议调整为 8.50±0.05mm 或与配合件协调公差分配，确保最大实体条件下间隙 ≥ 0.02mm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35040" y="47548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 意见: 待确认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| 160-06025-91 Rev.B | 2026/03/04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Detail 3/4 — 问题详情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B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J510 | 160-06025-91 Rev.B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2026/03/04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01200" y="105156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0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重要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  表面粗糙度 — 关键配合面粗糙度要求 Ra0.8 未标注，可能影响磁路气隙一致性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5029200" cy="292608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基本信息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788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问题编号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7744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DR-003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图纸页码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77440" y="3246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703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FAI/SPC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77440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FAI-05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160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问题类别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77440" y="4160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表面粗糙度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617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图纸规格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7744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未标注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60720" y="2286000"/>
            <a:ext cx="5943600" cy="1280160"/>
          </a:xfrm>
          <a:prstGeom prst="roundRect">
            <a:avLst>
              <a:gd name="adj" fmla="val 5714"/>
            </a:avLst>
          </a:prstGeom>
          <a:solidFill>
            <a:srgbClr val="FEF2F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2331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问题描述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35040" y="265176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关键配合面粗糙度要求 Ra0.8 未标注，可能影响磁路气隙一致性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0720" y="3749040"/>
            <a:ext cx="5943600" cy="14630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3794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建议方案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35040" y="41148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建议在磁体接触面标注 Ra0.8，在非功能面标注 Ra3.2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35040" y="47548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 意见: 待确认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| 160-06025-91 Rev.B | 2026/03/04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Detail 4/4 — 问题详情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B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J510 | 160-06025-91 Rev.B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2026/03/04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01200" y="105156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0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一般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  标注规范 — 多处尺寸标注线交叉重叠，影响图纸可读性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5029200" cy="292608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基本信息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788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问题编号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7744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DR-004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图纸页码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77440" y="3246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703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FAI/SPC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77440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SPC-C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160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问题类别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77440" y="4160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标注规范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617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图纸规格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7744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60720" y="2286000"/>
            <a:ext cx="5943600" cy="1280160"/>
          </a:xfrm>
          <a:prstGeom prst="roundRect">
            <a:avLst>
              <a:gd name="adj" fmla="val 5714"/>
            </a:avLst>
          </a:prstGeom>
          <a:solidFill>
            <a:srgbClr val="FEF2F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2331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问题描述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35040" y="265176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多处尺寸标注线交叉重叠，影响图纸可读性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0720" y="3749040"/>
            <a:ext cx="5943600" cy="14630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3794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建议方案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35040" y="41148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重新排列标注线，避免交叉，按 Apple 标注规范调整布局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35040" y="47548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 意见: 待确认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6 | 160-06025-91 Rev.B | 2026/03/04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— 评审结论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B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J510 | 160-06025-91 Rev.B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2026/03/04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1371600"/>
            <a:ext cx="10332720" cy="1097280"/>
          </a:xfrm>
          <a:prstGeom prst="roundRect">
            <a:avLst>
              <a:gd name="adj" fmla="val 8333"/>
            </a:avLst>
          </a:prstGeom>
          <a:solidFill>
            <a:srgbClr val="FEF2F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3716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有条件通过 — 存在严重问题需整改后重新评审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评审统计: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共发现 4 个问题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严重 (Critical): 1 个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重要 (Major): 2 个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一般 (Minor): 1 个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2926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后续行动 (Action Items):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0" y="347472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[基准选择] Datum A 选择了非功能面（顶面），可能导致测量基准与装配基准不一致...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[尺寸标注] 外壳宽度标注 8.50±0.10mm，与装配间隙要求冲突，可能导致装配干涉...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[表面粗糙度] 关键配合面粗糙度要求 Ra0.8 未标注，可能影响磁路气隙一致性...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53035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评审人签字: _______________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日期: _______________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53035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批准人签字: _______________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日期: _______________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2026-03-04T10:58:11Z</dcterms:created>
  <dcterms:modified xsi:type="dcterms:W3CDTF">2026-03-04T10:58:11Z</dcterms:modified>
</cp:coreProperties>
</file>